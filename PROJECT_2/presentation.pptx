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4" r:id="rId5"/>
    <p:sldMasterId id="2147483687" r:id="rId6"/>
    <p:sldMasterId id="2147483711" r:id="rId7"/>
  </p:sldMasterIdLst>
  <p:notesMasterIdLst>
    <p:notesMasterId r:id="rId30"/>
  </p:notesMasterIdLst>
  <p:sldIdLst>
    <p:sldId id="267" r:id="rId8"/>
    <p:sldId id="269" r:id="rId9"/>
    <p:sldId id="311" r:id="rId10"/>
    <p:sldId id="313" r:id="rId11"/>
    <p:sldId id="312" r:id="rId12"/>
    <p:sldId id="259" r:id="rId13"/>
    <p:sldId id="314" r:id="rId14"/>
    <p:sldId id="270" r:id="rId15"/>
    <p:sldId id="318" r:id="rId16"/>
    <p:sldId id="307" r:id="rId17"/>
    <p:sldId id="320" r:id="rId18"/>
    <p:sldId id="315" r:id="rId19"/>
    <p:sldId id="319" r:id="rId20"/>
    <p:sldId id="321" r:id="rId21"/>
    <p:sldId id="322" r:id="rId22"/>
    <p:sldId id="324" r:id="rId23"/>
    <p:sldId id="323" r:id="rId24"/>
    <p:sldId id="325" r:id="rId25"/>
    <p:sldId id="284" r:id="rId26"/>
    <p:sldId id="316" r:id="rId27"/>
    <p:sldId id="317" r:id="rId28"/>
    <p:sldId id="285"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9ED874E-FE5A-B442-0F32-33E9E458FF38}" name="Rui Manuel Pinto Santiago" initials="RS" userId="S::1221402@isep.ipp.pt::351a5a1a-7305-4600-84a7-54ff3adb4bd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D8551"/>
    <a:srgbClr val="FF9900"/>
    <a:srgbClr val="626262"/>
    <a:srgbClr val="EF98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DFAD84-7046-3026-E0F2-DC607A45F552}" v="905" dt="2026-06-14T18:11:45.245"/>
    <p1510:client id="{65BCBCE6-8CFB-4949-A077-72F8565BA771}" v="1061" dt="2026-06-14T20:33:39.172"/>
    <p1510:client id="{912731E0-34EB-E31C-9B03-4E1557CC6731}" v="55" dt="2026-06-14T20:29:18.349"/>
    <p1510:client id="{E7382050-95A0-4ACF-848C-6AEE7F37B873}" v="1846" dt="2026-06-14T20:25:43.318"/>
    <p1510:client id="{FE8C4F0C-64B7-60B6-E217-097B63536D73}" v="1" dt="2026-06-14T14:38:05.5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microsoft.com/office/2018/10/relationships/authors" Target="author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7763EE-ADDB-4BE0-A004-9D983A1465F3}" type="datetimeFigureOut">
              <a:rPr lang="en-GB" smtClean="0"/>
              <a:t>14/06/2026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0FEBFE-4734-41CE-9706-0050A91DD4F8}" type="slidenum">
              <a:rPr lang="en-GB" smtClean="0"/>
              <a:t>‹#›</a:t>
            </a:fld>
            <a:endParaRPr lang="en-GB"/>
          </a:p>
        </p:txBody>
      </p:sp>
    </p:spTree>
    <p:extLst>
      <p:ext uri="{BB962C8B-B14F-4D97-AF65-F5344CB8AC3E}">
        <p14:creationId xmlns:p14="http://schemas.microsoft.com/office/powerpoint/2010/main" val="1220800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256" name="Google Shape;25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289" name="Google Shape;28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a:extLst>
            <a:ext uri="{FF2B5EF4-FFF2-40B4-BE49-F238E27FC236}">
              <a16:creationId xmlns:a16="http://schemas.microsoft.com/office/drawing/2014/main" id="{682148F4-C48A-CE60-417B-3506F943B570}"/>
            </a:ext>
          </a:extLst>
        </p:cNvPr>
        <p:cNvGrpSpPr/>
        <p:nvPr/>
      </p:nvGrpSpPr>
      <p:grpSpPr>
        <a:xfrm>
          <a:off x="0" y="0"/>
          <a:ext cx="0" cy="0"/>
          <a:chOff x="0" y="0"/>
          <a:chExt cx="0" cy="0"/>
        </a:xfrm>
      </p:grpSpPr>
      <p:sp>
        <p:nvSpPr>
          <p:cNvPr id="342" name="Google Shape;342;g54dda1946d_6_332:notes">
            <a:extLst>
              <a:ext uri="{FF2B5EF4-FFF2-40B4-BE49-F238E27FC236}">
                <a16:creationId xmlns:a16="http://schemas.microsoft.com/office/drawing/2014/main" id="{85940198-019B-1756-4CB6-BED5B8C56E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43" name="Google Shape;343;g54dda1946d_6_332:notes">
            <a:extLst>
              <a:ext uri="{FF2B5EF4-FFF2-40B4-BE49-F238E27FC236}">
                <a16:creationId xmlns:a16="http://schemas.microsoft.com/office/drawing/2014/main" id="{FD6F0A89-2CB4-3C8C-DF24-A35770CA52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6777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a:extLst>
            <a:ext uri="{FF2B5EF4-FFF2-40B4-BE49-F238E27FC236}">
              <a16:creationId xmlns:a16="http://schemas.microsoft.com/office/drawing/2014/main" id="{1CCA6AAC-CD69-3E4F-F9B1-0143605B10D9}"/>
            </a:ext>
          </a:extLst>
        </p:cNvPr>
        <p:cNvGrpSpPr/>
        <p:nvPr/>
      </p:nvGrpSpPr>
      <p:grpSpPr>
        <a:xfrm>
          <a:off x="0" y="0"/>
          <a:ext cx="0" cy="0"/>
          <a:chOff x="0" y="0"/>
          <a:chExt cx="0" cy="0"/>
        </a:xfrm>
      </p:grpSpPr>
      <p:sp>
        <p:nvSpPr>
          <p:cNvPr id="544" name="Google Shape;544;g172b1845856_1_196:notes">
            <a:extLst>
              <a:ext uri="{FF2B5EF4-FFF2-40B4-BE49-F238E27FC236}">
                <a16:creationId xmlns:a16="http://schemas.microsoft.com/office/drawing/2014/main" id="{9CF18172-AB03-94A8-3D0F-31BCB6A03D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545" name="Google Shape;545;g172b1845856_1_196:notes">
            <a:extLst>
              <a:ext uri="{FF2B5EF4-FFF2-40B4-BE49-F238E27FC236}">
                <a16:creationId xmlns:a16="http://schemas.microsoft.com/office/drawing/2014/main" id="{14B7AA13-8730-CCA8-3C16-B95FCF8BEA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7993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a:extLst>
            <a:ext uri="{FF2B5EF4-FFF2-40B4-BE49-F238E27FC236}">
              <a16:creationId xmlns:a16="http://schemas.microsoft.com/office/drawing/2014/main" id="{76310C3C-9B82-CAFB-7F27-0243E6384D92}"/>
            </a:ext>
          </a:extLst>
        </p:cNvPr>
        <p:cNvGrpSpPr/>
        <p:nvPr/>
      </p:nvGrpSpPr>
      <p:grpSpPr>
        <a:xfrm>
          <a:off x="0" y="0"/>
          <a:ext cx="0" cy="0"/>
          <a:chOff x="0" y="0"/>
          <a:chExt cx="0" cy="0"/>
        </a:xfrm>
      </p:grpSpPr>
      <p:sp>
        <p:nvSpPr>
          <p:cNvPr id="318" name="Google Shape;318;g54dda1946d_6_308:notes">
            <a:extLst>
              <a:ext uri="{FF2B5EF4-FFF2-40B4-BE49-F238E27FC236}">
                <a16:creationId xmlns:a16="http://schemas.microsoft.com/office/drawing/2014/main" id="{76AA8BD4-CCED-9575-DDE5-81EA7AF5DD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19" name="Google Shape;319;g54dda1946d_6_308:notes">
            <a:extLst>
              <a:ext uri="{FF2B5EF4-FFF2-40B4-BE49-F238E27FC236}">
                <a16:creationId xmlns:a16="http://schemas.microsoft.com/office/drawing/2014/main" id="{BD0601B1-D4B2-A689-B88E-7CD97A6B73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1659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06" name="Google Shape;306;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19" name="Google Shape;319;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a:extLst>
            <a:ext uri="{FF2B5EF4-FFF2-40B4-BE49-F238E27FC236}">
              <a16:creationId xmlns:a16="http://schemas.microsoft.com/office/drawing/2014/main" id="{67A32FFC-E955-B5BD-FE5B-9D49C6D34C9D}"/>
            </a:ext>
          </a:extLst>
        </p:cNvPr>
        <p:cNvGrpSpPr/>
        <p:nvPr/>
      </p:nvGrpSpPr>
      <p:grpSpPr>
        <a:xfrm>
          <a:off x="0" y="0"/>
          <a:ext cx="0" cy="0"/>
          <a:chOff x="0" y="0"/>
          <a:chExt cx="0" cy="0"/>
        </a:xfrm>
      </p:grpSpPr>
      <p:sp>
        <p:nvSpPr>
          <p:cNvPr id="318" name="Google Shape;318;g54dda1946d_6_308:notes">
            <a:extLst>
              <a:ext uri="{FF2B5EF4-FFF2-40B4-BE49-F238E27FC236}">
                <a16:creationId xmlns:a16="http://schemas.microsoft.com/office/drawing/2014/main" id="{7665668B-6EF8-F38E-9D99-AC4F782ED4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19" name="Google Shape;319;g54dda1946d_6_308:notes">
            <a:extLst>
              <a:ext uri="{FF2B5EF4-FFF2-40B4-BE49-F238E27FC236}">
                <a16:creationId xmlns:a16="http://schemas.microsoft.com/office/drawing/2014/main" id="{2618EE7E-1128-CF15-6AAD-069B8BE8B6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074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18680c38407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580" name="Google Shape;580;g18680c3840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a:extLst>
            <a:ext uri="{FF2B5EF4-FFF2-40B4-BE49-F238E27FC236}">
              <a16:creationId xmlns:a16="http://schemas.microsoft.com/office/drawing/2014/main" id="{85950759-4718-8320-715E-944A7AE30465}"/>
            </a:ext>
          </a:extLst>
        </p:cNvPr>
        <p:cNvGrpSpPr/>
        <p:nvPr/>
      </p:nvGrpSpPr>
      <p:grpSpPr>
        <a:xfrm>
          <a:off x="0" y="0"/>
          <a:ext cx="0" cy="0"/>
          <a:chOff x="0" y="0"/>
          <a:chExt cx="0" cy="0"/>
        </a:xfrm>
      </p:grpSpPr>
      <p:sp>
        <p:nvSpPr>
          <p:cNvPr id="318" name="Google Shape;318;g54dda1946d_6_308:notes">
            <a:extLst>
              <a:ext uri="{FF2B5EF4-FFF2-40B4-BE49-F238E27FC236}">
                <a16:creationId xmlns:a16="http://schemas.microsoft.com/office/drawing/2014/main" id="{7E25C9C7-0F8C-A374-731A-5FB61C69D4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19" name="Google Shape;319;g54dda1946d_6_308:notes">
            <a:extLst>
              <a:ext uri="{FF2B5EF4-FFF2-40B4-BE49-F238E27FC236}">
                <a16:creationId xmlns:a16="http://schemas.microsoft.com/office/drawing/2014/main" id="{7F0E336C-A641-D9A8-F81F-5B0B63B908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2950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a:extLst>
            <a:ext uri="{FF2B5EF4-FFF2-40B4-BE49-F238E27FC236}">
              <a16:creationId xmlns:a16="http://schemas.microsoft.com/office/drawing/2014/main" id="{C8C6E1C2-BA2F-F3A2-284D-1FD5F0CFFCBE}"/>
            </a:ext>
          </a:extLst>
        </p:cNvPr>
        <p:cNvGrpSpPr/>
        <p:nvPr/>
      </p:nvGrpSpPr>
      <p:grpSpPr>
        <a:xfrm>
          <a:off x="0" y="0"/>
          <a:ext cx="0" cy="0"/>
          <a:chOff x="0" y="0"/>
          <a:chExt cx="0" cy="0"/>
        </a:xfrm>
      </p:grpSpPr>
      <p:sp>
        <p:nvSpPr>
          <p:cNvPr id="342" name="Google Shape;342;g54dda1946d_6_332:notes">
            <a:extLst>
              <a:ext uri="{FF2B5EF4-FFF2-40B4-BE49-F238E27FC236}">
                <a16:creationId xmlns:a16="http://schemas.microsoft.com/office/drawing/2014/main" id="{2F03FEE1-BE46-3862-6EAC-63A8273133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343" name="Google Shape;343;g54dda1946d_6_332:notes">
            <a:extLst>
              <a:ext uri="{FF2B5EF4-FFF2-40B4-BE49-F238E27FC236}">
                <a16:creationId xmlns:a16="http://schemas.microsoft.com/office/drawing/2014/main" id="{AB713666-70A5-C977-CC4A-1D867FCCA7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44128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591" name="Google Shape;591;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1424500"/>
            <a:ext cx="7013200" cy="26180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067"/>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GB"/>
              <a:t>Click to edit Master title style</a:t>
            </a:r>
            <a:endParaRPr/>
          </a:p>
        </p:txBody>
      </p:sp>
      <p:sp>
        <p:nvSpPr>
          <p:cNvPr id="10" name="Google Shape;10;p2"/>
          <p:cNvSpPr txBox="1">
            <a:spLocks noGrp="1"/>
          </p:cNvSpPr>
          <p:nvPr>
            <p:ph type="subTitle" idx="1"/>
          </p:nvPr>
        </p:nvSpPr>
        <p:spPr>
          <a:xfrm>
            <a:off x="950967" y="4140833"/>
            <a:ext cx="3218800" cy="916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2000">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GB"/>
              <a:t>Click to edit Master subtitle style</a:t>
            </a:r>
            <a:endParaRPr/>
          </a:p>
        </p:txBody>
      </p:sp>
    </p:spTree>
    <p:extLst>
      <p:ext uri="{BB962C8B-B14F-4D97-AF65-F5344CB8AC3E}">
        <p14:creationId xmlns:p14="http://schemas.microsoft.com/office/powerpoint/2010/main" val="928926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5510533" y="3211267"/>
            <a:ext cx="5734800" cy="21396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6667"/>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GB"/>
              <a:t>Click to edit Master title style</a:t>
            </a:r>
            <a:endParaRPr/>
          </a:p>
        </p:txBody>
      </p:sp>
      <p:sp>
        <p:nvSpPr>
          <p:cNvPr id="13" name="Google Shape;13;p3"/>
          <p:cNvSpPr txBox="1">
            <a:spLocks noGrp="1"/>
          </p:cNvSpPr>
          <p:nvPr>
            <p:ph type="title" idx="2" hasCustomPrompt="1"/>
          </p:nvPr>
        </p:nvSpPr>
        <p:spPr>
          <a:xfrm>
            <a:off x="5510533" y="1714567"/>
            <a:ext cx="1934400" cy="13992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Tree>
    <p:extLst>
      <p:ext uri="{BB962C8B-B14F-4D97-AF65-F5344CB8AC3E}">
        <p14:creationId xmlns:p14="http://schemas.microsoft.com/office/powerpoint/2010/main" val="2966972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6" name="Google Shape;16;p4"/>
          <p:cNvSpPr txBox="1">
            <a:spLocks noGrp="1"/>
          </p:cNvSpPr>
          <p:nvPr>
            <p:ph type="body" idx="1"/>
          </p:nvPr>
        </p:nvSpPr>
        <p:spPr>
          <a:xfrm>
            <a:off x="960000" y="1621001"/>
            <a:ext cx="10272000" cy="4620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SzPts val="1200"/>
              <a:buFont typeface="Nunito Light"/>
              <a:buChar char="●"/>
              <a:defRPr/>
            </a:lvl1pPr>
            <a:lvl2pPr marL="1219170" lvl="1" indent="-406390" rtl="0">
              <a:lnSpc>
                <a:spcPct val="100000"/>
              </a:lnSpc>
              <a:spcBef>
                <a:spcPts val="0"/>
              </a:spcBef>
              <a:spcAft>
                <a:spcPts val="0"/>
              </a:spcAft>
              <a:buSzPts val="1200"/>
              <a:buFont typeface="Nunito Light"/>
              <a:buChar char="○"/>
              <a:defRPr/>
            </a:lvl2pPr>
            <a:lvl3pPr marL="1828754" lvl="2" indent="-406390" rtl="0">
              <a:lnSpc>
                <a:spcPct val="100000"/>
              </a:lnSpc>
              <a:spcBef>
                <a:spcPts val="0"/>
              </a:spcBef>
              <a:spcAft>
                <a:spcPts val="0"/>
              </a:spcAft>
              <a:buSzPts val="1200"/>
              <a:buFont typeface="Nunito Light"/>
              <a:buChar char="■"/>
              <a:defRPr/>
            </a:lvl3pPr>
            <a:lvl4pPr marL="2438339" lvl="3" indent="-406390" rtl="0">
              <a:lnSpc>
                <a:spcPct val="100000"/>
              </a:lnSpc>
              <a:spcBef>
                <a:spcPts val="0"/>
              </a:spcBef>
              <a:spcAft>
                <a:spcPts val="0"/>
              </a:spcAft>
              <a:buSzPts val="1200"/>
              <a:buFont typeface="Nunito Light"/>
              <a:buChar char="●"/>
              <a:defRPr/>
            </a:lvl4pPr>
            <a:lvl5pPr marL="3047924" lvl="4" indent="-406390" rtl="0">
              <a:lnSpc>
                <a:spcPct val="100000"/>
              </a:lnSpc>
              <a:spcBef>
                <a:spcPts val="0"/>
              </a:spcBef>
              <a:spcAft>
                <a:spcPts val="0"/>
              </a:spcAft>
              <a:buSzPts val="1200"/>
              <a:buFont typeface="Nunito Light"/>
              <a:buChar char="○"/>
              <a:defRPr/>
            </a:lvl5pPr>
            <a:lvl6pPr marL="3657509" lvl="5" indent="-406390" rtl="0">
              <a:lnSpc>
                <a:spcPct val="100000"/>
              </a:lnSpc>
              <a:spcBef>
                <a:spcPts val="0"/>
              </a:spcBef>
              <a:spcAft>
                <a:spcPts val="0"/>
              </a:spcAft>
              <a:buSzPts val="1200"/>
              <a:buFont typeface="Nunito Light"/>
              <a:buChar char="■"/>
              <a:defRPr/>
            </a:lvl6pPr>
            <a:lvl7pPr marL="4267093" lvl="6" indent="-406390" rtl="0">
              <a:lnSpc>
                <a:spcPct val="100000"/>
              </a:lnSpc>
              <a:spcBef>
                <a:spcPts val="0"/>
              </a:spcBef>
              <a:spcAft>
                <a:spcPts val="0"/>
              </a:spcAft>
              <a:buSzPts val="1200"/>
              <a:buFont typeface="Nunito Light"/>
              <a:buChar char="●"/>
              <a:defRPr/>
            </a:lvl7pPr>
            <a:lvl8pPr marL="4876678" lvl="7" indent="-406390" rtl="0">
              <a:lnSpc>
                <a:spcPct val="100000"/>
              </a:lnSpc>
              <a:spcBef>
                <a:spcPts val="0"/>
              </a:spcBef>
              <a:spcAft>
                <a:spcPts val="0"/>
              </a:spcAft>
              <a:buSzPts val="1200"/>
              <a:buFont typeface="Nunito Light"/>
              <a:buChar char="○"/>
              <a:defRPr/>
            </a:lvl8pPr>
            <a:lvl9pPr marL="5486263" lvl="8" indent="-406390" rtl="0">
              <a:lnSpc>
                <a:spcPct val="100000"/>
              </a:lnSpc>
              <a:spcBef>
                <a:spcPts val="0"/>
              </a:spcBef>
              <a:spcAft>
                <a:spcPts val="0"/>
              </a:spcAft>
              <a:buSzPts val="1200"/>
              <a:buFont typeface="Nunito Light"/>
              <a:buChar char="■"/>
              <a:defRPr/>
            </a:lvl9pPr>
          </a:lstStyle>
          <a:p>
            <a:pPr lvl="0"/>
            <a:r>
              <a:rPr lang="en-GB"/>
              <a:t>Click to edit Master text styles</a:t>
            </a:r>
          </a:p>
        </p:txBody>
      </p:sp>
      <p:pic>
        <p:nvPicPr>
          <p:cNvPr id="17" name="Google Shape;17;p4"/>
          <p:cNvPicPr preferRelativeResize="0"/>
          <p:nvPr/>
        </p:nvPicPr>
        <p:blipFill>
          <a:blip r:embed="rId2">
            <a:alphaModFix amt="21000"/>
          </a:blip>
          <a:stretch>
            <a:fillRect/>
          </a:stretch>
        </p:blipFill>
        <p:spPr>
          <a:xfrm>
            <a:off x="7806302" y="-1828805"/>
            <a:ext cx="6366801" cy="3385461"/>
          </a:xfrm>
          <a:prstGeom prst="rect">
            <a:avLst/>
          </a:prstGeom>
          <a:noFill/>
          <a:ln>
            <a:noFill/>
          </a:ln>
        </p:spPr>
      </p:pic>
      <p:pic>
        <p:nvPicPr>
          <p:cNvPr id="18" name="Google Shape;18;p4"/>
          <p:cNvPicPr preferRelativeResize="0"/>
          <p:nvPr/>
        </p:nvPicPr>
        <p:blipFill>
          <a:blip r:embed="rId3">
            <a:alphaModFix amt="79000"/>
          </a:blip>
          <a:stretch>
            <a:fillRect/>
          </a:stretch>
        </p:blipFill>
        <p:spPr>
          <a:xfrm>
            <a:off x="10319267" y="-1758337"/>
            <a:ext cx="3125799" cy="3128340"/>
          </a:xfrm>
          <a:prstGeom prst="rect">
            <a:avLst/>
          </a:prstGeom>
          <a:noFill/>
          <a:ln>
            <a:noFill/>
          </a:ln>
        </p:spPr>
      </p:pic>
      <p:grpSp>
        <p:nvGrpSpPr>
          <p:cNvPr id="19" name="Google Shape;19;p4"/>
          <p:cNvGrpSpPr/>
          <p:nvPr/>
        </p:nvGrpSpPr>
        <p:grpSpPr>
          <a:xfrm>
            <a:off x="-1249814" y="4156871"/>
            <a:ext cx="2466721" cy="3026543"/>
            <a:chOff x="5119300" y="3450025"/>
            <a:chExt cx="2148213" cy="2635749"/>
          </a:xfrm>
        </p:grpSpPr>
        <p:pic>
          <p:nvPicPr>
            <p:cNvPr id="20" name="Google Shape;20;p4"/>
            <p:cNvPicPr preferRelativeResize="0"/>
            <p:nvPr/>
          </p:nvPicPr>
          <p:blipFill>
            <a:blip r:embed="rId4">
              <a:alphaModFix/>
            </a:blip>
            <a:stretch>
              <a:fillRect/>
            </a:stretch>
          </p:blipFill>
          <p:spPr>
            <a:xfrm>
              <a:off x="5119300" y="3450025"/>
              <a:ext cx="1691013" cy="1693474"/>
            </a:xfrm>
            <a:prstGeom prst="rect">
              <a:avLst/>
            </a:prstGeom>
            <a:noFill/>
            <a:ln>
              <a:noFill/>
            </a:ln>
          </p:spPr>
        </p:pic>
        <p:pic>
          <p:nvPicPr>
            <p:cNvPr id="21" name="Google Shape;21;p4"/>
            <p:cNvPicPr preferRelativeResize="0"/>
            <p:nvPr/>
          </p:nvPicPr>
          <p:blipFill>
            <a:blip r:embed="rId4">
              <a:alphaModFix/>
            </a:blip>
            <a:stretch>
              <a:fillRect/>
            </a:stretch>
          </p:blipFill>
          <p:spPr>
            <a:xfrm>
              <a:off x="5576500" y="4392300"/>
              <a:ext cx="1691013" cy="1693474"/>
            </a:xfrm>
            <a:prstGeom prst="rect">
              <a:avLst/>
            </a:prstGeom>
            <a:noFill/>
            <a:ln>
              <a:noFill/>
            </a:ln>
          </p:spPr>
        </p:pic>
      </p:grpSp>
      <p:grpSp>
        <p:nvGrpSpPr>
          <p:cNvPr id="22" name="Google Shape;22;p4"/>
          <p:cNvGrpSpPr/>
          <p:nvPr/>
        </p:nvGrpSpPr>
        <p:grpSpPr>
          <a:xfrm>
            <a:off x="7907000" y="2347031"/>
            <a:ext cx="7084491" cy="6861268"/>
            <a:chOff x="5263075" y="2238848"/>
            <a:chExt cx="5313368" cy="5145951"/>
          </a:xfrm>
        </p:grpSpPr>
        <p:sp>
          <p:nvSpPr>
            <p:cNvPr id="23" name="Google Shape;23;p4"/>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4" name="Google Shape;24;p4"/>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5" name="Google Shape;25;p4"/>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cxnSp>
        <p:nvCxnSpPr>
          <p:cNvPr id="26" name="Google Shape;26;p4"/>
          <p:cNvCxnSpPr/>
          <p:nvPr/>
        </p:nvCxnSpPr>
        <p:spPr>
          <a:xfrm>
            <a:off x="1102600" y="547267"/>
            <a:ext cx="812800"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778973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grpSp>
        <p:nvGrpSpPr>
          <p:cNvPr id="45" name="Google Shape;45;p6"/>
          <p:cNvGrpSpPr/>
          <p:nvPr/>
        </p:nvGrpSpPr>
        <p:grpSpPr>
          <a:xfrm rot="10800000" flipH="1">
            <a:off x="6865600" y="-2965302"/>
            <a:ext cx="7084491" cy="6861268"/>
            <a:chOff x="5263075" y="2238848"/>
            <a:chExt cx="5313368" cy="5145951"/>
          </a:xfrm>
        </p:grpSpPr>
        <p:sp>
          <p:nvSpPr>
            <p:cNvPr id="46" name="Google Shape;46;p6"/>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47" name="Google Shape;47;p6"/>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48" name="Google Shape;48;p6"/>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cxnSp>
        <p:nvCxnSpPr>
          <p:cNvPr id="49" name="Google Shape;49;p6"/>
          <p:cNvCxnSpPr/>
          <p:nvPr/>
        </p:nvCxnSpPr>
        <p:spPr>
          <a:xfrm>
            <a:off x="1102600" y="547267"/>
            <a:ext cx="812800" cy="0"/>
          </a:xfrm>
          <a:prstGeom prst="straightConnector1">
            <a:avLst/>
          </a:prstGeom>
          <a:noFill/>
          <a:ln w="28575" cap="flat" cmpd="sng">
            <a:solidFill>
              <a:schemeClr val="dk2"/>
            </a:solidFill>
            <a:prstDash val="solid"/>
            <a:round/>
            <a:headEnd type="none" w="med" len="med"/>
            <a:tailEnd type="none" w="med" len="med"/>
          </a:ln>
        </p:spPr>
      </p:cxnSp>
      <p:grpSp>
        <p:nvGrpSpPr>
          <p:cNvPr id="50" name="Google Shape;50;p6"/>
          <p:cNvGrpSpPr/>
          <p:nvPr/>
        </p:nvGrpSpPr>
        <p:grpSpPr>
          <a:xfrm>
            <a:off x="-480097" y="4823271"/>
            <a:ext cx="2466721" cy="3026543"/>
            <a:chOff x="5119300" y="3450025"/>
            <a:chExt cx="2148213" cy="2635749"/>
          </a:xfrm>
        </p:grpSpPr>
        <p:pic>
          <p:nvPicPr>
            <p:cNvPr id="51" name="Google Shape;51;p6"/>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52" name="Google Shape;52;p6"/>
            <p:cNvPicPr preferRelativeResize="0"/>
            <p:nvPr/>
          </p:nvPicPr>
          <p:blipFill>
            <a:blip r:embed="rId2">
              <a:alphaModFix/>
            </a:blip>
            <a:stretch>
              <a:fillRect/>
            </a:stretch>
          </p:blipFill>
          <p:spPr>
            <a:xfrm>
              <a:off x="5576500" y="4392300"/>
              <a:ext cx="1691013" cy="1693474"/>
            </a:xfrm>
            <a:prstGeom prst="rect">
              <a:avLst/>
            </a:prstGeom>
            <a:noFill/>
            <a:ln>
              <a:noFill/>
            </a:ln>
          </p:spPr>
        </p:pic>
      </p:grpSp>
      <p:grpSp>
        <p:nvGrpSpPr>
          <p:cNvPr id="53" name="Google Shape;53;p6"/>
          <p:cNvGrpSpPr/>
          <p:nvPr/>
        </p:nvGrpSpPr>
        <p:grpSpPr>
          <a:xfrm>
            <a:off x="9694469" y="5368728"/>
            <a:ext cx="6366801" cy="3385461"/>
            <a:chOff x="6835801" y="3991421"/>
            <a:chExt cx="4775101" cy="2539096"/>
          </a:xfrm>
        </p:grpSpPr>
        <p:pic>
          <p:nvPicPr>
            <p:cNvPr id="54" name="Google Shape;54;p6"/>
            <p:cNvPicPr preferRelativeResize="0"/>
            <p:nvPr/>
          </p:nvPicPr>
          <p:blipFill>
            <a:blip r:embed="rId3">
              <a:alphaModFix amt="21000"/>
            </a:blip>
            <a:stretch>
              <a:fillRect/>
            </a:stretch>
          </p:blipFill>
          <p:spPr>
            <a:xfrm rot="10800000" flipH="1">
              <a:off x="6835801" y="3991421"/>
              <a:ext cx="4775101" cy="2539096"/>
            </a:xfrm>
            <a:prstGeom prst="rect">
              <a:avLst/>
            </a:prstGeom>
            <a:noFill/>
            <a:ln>
              <a:noFill/>
            </a:ln>
          </p:spPr>
        </p:pic>
        <p:pic>
          <p:nvPicPr>
            <p:cNvPr id="55" name="Google Shape;55;p6"/>
            <p:cNvPicPr preferRelativeResize="0"/>
            <p:nvPr/>
          </p:nvPicPr>
          <p:blipFill>
            <a:blip r:embed="rId4">
              <a:alphaModFix amt="79000"/>
            </a:blip>
            <a:stretch>
              <a:fillRect/>
            </a:stretch>
          </p:blipFill>
          <p:spPr>
            <a:xfrm>
              <a:off x="7501325" y="4109461"/>
              <a:ext cx="2344349" cy="2346255"/>
            </a:xfrm>
            <a:prstGeom prst="rect">
              <a:avLst/>
            </a:prstGeom>
            <a:noFill/>
            <a:ln>
              <a:noFill/>
            </a:ln>
          </p:spPr>
        </p:pic>
      </p:grpSp>
    </p:spTree>
    <p:extLst>
      <p:ext uri="{BB962C8B-B14F-4D97-AF65-F5344CB8AC3E}">
        <p14:creationId xmlns:p14="http://schemas.microsoft.com/office/powerpoint/2010/main" val="4105014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6"/>
        <p:cNvGrpSpPr/>
        <p:nvPr/>
      </p:nvGrpSpPr>
      <p:grpSpPr>
        <a:xfrm>
          <a:off x="0" y="0"/>
          <a:ext cx="0" cy="0"/>
          <a:chOff x="0" y="0"/>
          <a:chExt cx="0" cy="0"/>
        </a:xfrm>
      </p:grpSpPr>
      <p:sp>
        <p:nvSpPr>
          <p:cNvPr id="57" name="Google Shape;57;p7"/>
          <p:cNvSpPr txBox="1">
            <a:spLocks noGrp="1"/>
          </p:cNvSpPr>
          <p:nvPr>
            <p:ph type="title"/>
          </p:nvPr>
        </p:nvSpPr>
        <p:spPr>
          <a:xfrm>
            <a:off x="950967" y="1830167"/>
            <a:ext cx="5145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58" name="Google Shape;58;p7"/>
          <p:cNvSpPr txBox="1">
            <a:spLocks noGrp="1"/>
          </p:cNvSpPr>
          <p:nvPr>
            <p:ph type="subTitle" idx="1"/>
          </p:nvPr>
        </p:nvSpPr>
        <p:spPr>
          <a:xfrm>
            <a:off x="950967" y="2772033"/>
            <a:ext cx="5145200" cy="238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r>
              <a:rPr lang="en-GB"/>
              <a:t>Click to edit Master subtitle style</a:t>
            </a:r>
            <a:endParaRPr/>
          </a:p>
        </p:txBody>
      </p:sp>
      <p:sp>
        <p:nvSpPr>
          <p:cNvPr id="59" name="Google Shape;59;p7"/>
          <p:cNvSpPr>
            <a:spLocks noGrp="1"/>
          </p:cNvSpPr>
          <p:nvPr>
            <p:ph type="pic" idx="2"/>
          </p:nvPr>
        </p:nvSpPr>
        <p:spPr>
          <a:xfrm>
            <a:off x="6579800" y="0"/>
            <a:ext cx="5612400" cy="6858000"/>
          </a:xfrm>
          <a:prstGeom prst="rect">
            <a:avLst/>
          </a:prstGeom>
          <a:noFill/>
          <a:ln>
            <a:noFill/>
          </a:ln>
        </p:spPr>
        <p:txBody>
          <a:bodyPr/>
          <a:lstStyle/>
          <a:p>
            <a:endParaRPr lang="en-GB"/>
          </a:p>
        </p:txBody>
      </p:sp>
      <p:pic>
        <p:nvPicPr>
          <p:cNvPr id="60" name="Google Shape;60;p7"/>
          <p:cNvPicPr preferRelativeResize="0"/>
          <p:nvPr/>
        </p:nvPicPr>
        <p:blipFill>
          <a:blip r:embed="rId2">
            <a:alphaModFix amt="21000"/>
          </a:blip>
          <a:stretch>
            <a:fillRect/>
          </a:stretch>
        </p:blipFill>
        <p:spPr>
          <a:xfrm>
            <a:off x="-3115698" y="-1854205"/>
            <a:ext cx="6366801" cy="3385461"/>
          </a:xfrm>
          <a:prstGeom prst="rect">
            <a:avLst/>
          </a:prstGeom>
          <a:noFill/>
          <a:ln>
            <a:noFill/>
          </a:ln>
        </p:spPr>
      </p:pic>
      <p:grpSp>
        <p:nvGrpSpPr>
          <p:cNvPr id="61" name="Google Shape;61;p7"/>
          <p:cNvGrpSpPr/>
          <p:nvPr/>
        </p:nvGrpSpPr>
        <p:grpSpPr>
          <a:xfrm>
            <a:off x="-1249814" y="4156871"/>
            <a:ext cx="2466721" cy="3026543"/>
            <a:chOff x="5119300" y="3450025"/>
            <a:chExt cx="2148213" cy="2635749"/>
          </a:xfrm>
        </p:grpSpPr>
        <p:pic>
          <p:nvPicPr>
            <p:cNvPr id="62" name="Google Shape;62;p7"/>
            <p:cNvPicPr preferRelativeResize="0"/>
            <p:nvPr/>
          </p:nvPicPr>
          <p:blipFill>
            <a:blip r:embed="rId3">
              <a:alphaModFix/>
            </a:blip>
            <a:stretch>
              <a:fillRect/>
            </a:stretch>
          </p:blipFill>
          <p:spPr>
            <a:xfrm>
              <a:off x="5119300" y="3450025"/>
              <a:ext cx="1691013" cy="1693474"/>
            </a:xfrm>
            <a:prstGeom prst="rect">
              <a:avLst/>
            </a:prstGeom>
            <a:noFill/>
            <a:ln>
              <a:noFill/>
            </a:ln>
          </p:spPr>
        </p:pic>
        <p:pic>
          <p:nvPicPr>
            <p:cNvPr id="63" name="Google Shape;63;p7"/>
            <p:cNvPicPr preferRelativeResize="0"/>
            <p:nvPr/>
          </p:nvPicPr>
          <p:blipFill>
            <a:blip r:embed="rId3">
              <a:alphaModFix/>
            </a:blip>
            <a:stretch>
              <a:fillRect/>
            </a:stretch>
          </p:blipFill>
          <p:spPr>
            <a:xfrm>
              <a:off x="5576500" y="4392300"/>
              <a:ext cx="1691013" cy="1693474"/>
            </a:xfrm>
            <a:prstGeom prst="rect">
              <a:avLst/>
            </a:prstGeom>
            <a:noFill/>
            <a:ln>
              <a:noFill/>
            </a:ln>
          </p:spPr>
        </p:pic>
      </p:grpSp>
      <p:pic>
        <p:nvPicPr>
          <p:cNvPr id="64" name="Google Shape;64;p7"/>
          <p:cNvPicPr preferRelativeResize="0"/>
          <p:nvPr/>
        </p:nvPicPr>
        <p:blipFill>
          <a:blip r:embed="rId4">
            <a:alphaModFix amt="79000"/>
          </a:blip>
          <a:stretch>
            <a:fillRect/>
          </a:stretch>
        </p:blipFill>
        <p:spPr>
          <a:xfrm>
            <a:off x="-1009133" y="-1854203"/>
            <a:ext cx="3125799" cy="3128340"/>
          </a:xfrm>
          <a:prstGeom prst="rect">
            <a:avLst/>
          </a:prstGeom>
          <a:noFill/>
          <a:ln>
            <a:noFill/>
          </a:ln>
        </p:spPr>
      </p:pic>
    </p:spTree>
    <p:extLst>
      <p:ext uri="{BB962C8B-B14F-4D97-AF65-F5344CB8AC3E}">
        <p14:creationId xmlns:p14="http://schemas.microsoft.com/office/powerpoint/2010/main" val="1872538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5"/>
        <p:cNvGrpSpPr/>
        <p:nvPr/>
      </p:nvGrpSpPr>
      <p:grpSpPr>
        <a:xfrm>
          <a:off x="0" y="0"/>
          <a:ext cx="0" cy="0"/>
          <a:chOff x="0" y="0"/>
          <a:chExt cx="0" cy="0"/>
        </a:xfrm>
      </p:grpSpPr>
      <p:sp>
        <p:nvSpPr>
          <p:cNvPr id="66" name="Google Shape;66;p8"/>
          <p:cNvSpPr txBox="1">
            <a:spLocks noGrp="1"/>
          </p:cNvSpPr>
          <p:nvPr>
            <p:ph type="title"/>
          </p:nvPr>
        </p:nvSpPr>
        <p:spPr>
          <a:xfrm>
            <a:off x="1095533" y="1742800"/>
            <a:ext cx="6010800" cy="33724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GB"/>
              <a:t>Click to edit Master title style</a:t>
            </a:r>
            <a:endParaRPr/>
          </a:p>
        </p:txBody>
      </p:sp>
      <p:grpSp>
        <p:nvGrpSpPr>
          <p:cNvPr id="67" name="Google Shape;67;p8"/>
          <p:cNvGrpSpPr/>
          <p:nvPr/>
        </p:nvGrpSpPr>
        <p:grpSpPr>
          <a:xfrm>
            <a:off x="6383000" y="2347031"/>
            <a:ext cx="7084491" cy="6861268"/>
            <a:chOff x="5263075" y="2238848"/>
            <a:chExt cx="5313368" cy="5145951"/>
          </a:xfrm>
        </p:grpSpPr>
        <p:sp>
          <p:nvSpPr>
            <p:cNvPr id="68" name="Google Shape;68;p8"/>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69" name="Google Shape;69;p8"/>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70" name="Google Shape;70;p8"/>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71" name="Google Shape;71;p8"/>
          <p:cNvGrpSpPr/>
          <p:nvPr/>
        </p:nvGrpSpPr>
        <p:grpSpPr>
          <a:xfrm>
            <a:off x="-1249814" y="4156871"/>
            <a:ext cx="2466721" cy="3026543"/>
            <a:chOff x="5119300" y="3450025"/>
            <a:chExt cx="2148213" cy="2635749"/>
          </a:xfrm>
        </p:grpSpPr>
        <p:pic>
          <p:nvPicPr>
            <p:cNvPr id="72" name="Google Shape;72;p8"/>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73" name="Google Shape;73;p8"/>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74" name="Google Shape;74;p8"/>
          <p:cNvPicPr preferRelativeResize="0"/>
          <p:nvPr/>
        </p:nvPicPr>
        <p:blipFill>
          <a:blip r:embed="rId3">
            <a:alphaModFix amt="21000"/>
          </a:blip>
          <a:stretch>
            <a:fillRect/>
          </a:stretch>
        </p:blipFill>
        <p:spPr>
          <a:xfrm>
            <a:off x="7806302" y="-1828805"/>
            <a:ext cx="6366801" cy="3385461"/>
          </a:xfrm>
          <a:prstGeom prst="rect">
            <a:avLst/>
          </a:prstGeom>
          <a:noFill/>
          <a:ln>
            <a:noFill/>
          </a:ln>
        </p:spPr>
      </p:pic>
      <p:pic>
        <p:nvPicPr>
          <p:cNvPr id="75" name="Google Shape;75;p8"/>
          <p:cNvPicPr preferRelativeResize="0"/>
          <p:nvPr/>
        </p:nvPicPr>
        <p:blipFill>
          <a:blip r:embed="rId4">
            <a:alphaModFix amt="79000"/>
          </a:blip>
          <a:stretch>
            <a:fillRect/>
          </a:stretch>
        </p:blipFill>
        <p:spPr>
          <a:xfrm>
            <a:off x="10319267" y="-1758337"/>
            <a:ext cx="3125799" cy="3128340"/>
          </a:xfrm>
          <a:prstGeom prst="rect">
            <a:avLst/>
          </a:prstGeom>
          <a:noFill/>
          <a:ln>
            <a:noFill/>
          </a:ln>
        </p:spPr>
      </p:pic>
    </p:spTree>
    <p:extLst>
      <p:ext uri="{BB962C8B-B14F-4D97-AF65-F5344CB8AC3E}">
        <p14:creationId xmlns:p14="http://schemas.microsoft.com/office/powerpoint/2010/main" val="1475065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6"/>
        <p:cNvGrpSpPr/>
        <p:nvPr/>
      </p:nvGrpSpPr>
      <p:grpSpPr>
        <a:xfrm>
          <a:off x="0" y="0"/>
          <a:ext cx="0" cy="0"/>
          <a:chOff x="0" y="0"/>
          <a:chExt cx="0" cy="0"/>
        </a:xfrm>
      </p:grpSpPr>
      <p:sp>
        <p:nvSpPr>
          <p:cNvPr id="77" name="Google Shape;77;p9"/>
          <p:cNvSpPr txBox="1">
            <a:spLocks noGrp="1"/>
          </p:cNvSpPr>
          <p:nvPr>
            <p:ph type="title"/>
          </p:nvPr>
        </p:nvSpPr>
        <p:spPr>
          <a:xfrm>
            <a:off x="950967" y="1566267"/>
            <a:ext cx="6497200" cy="26192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r>
              <a:rPr lang="en-GB"/>
              <a:t>Click to edit Master title style</a:t>
            </a:r>
            <a:endParaRPr/>
          </a:p>
        </p:txBody>
      </p:sp>
      <p:sp>
        <p:nvSpPr>
          <p:cNvPr id="78" name="Google Shape;78;p9"/>
          <p:cNvSpPr txBox="1">
            <a:spLocks noGrp="1"/>
          </p:cNvSpPr>
          <p:nvPr>
            <p:ph type="subTitle" idx="1"/>
          </p:nvPr>
        </p:nvSpPr>
        <p:spPr>
          <a:xfrm>
            <a:off x="950967" y="4185467"/>
            <a:ext cx="6497200" cy="89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2133"/>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r>
              <a:rPr lang="en-GB"/>
              <a:t>Click to edit Master subtitle style</a:t>
            </a:r>
            <a:endParaRPr/>
          </a:p>
        </p:txBody>
      </p:sp>
      <p:grpSp>
        <p:nvGrpSpPr>
          <p:cNvPr id="79" name="Google Shape;79;p9"/>
          <p:cNvGrpSpPr/>
          <p:nvPr/>
        </p:nvGrpSpPr>
        <p:grpSpPr>
          <a:xfrm rot="10800000" flipH="1">
            <a:off x="6865600" y="-2965302"/>
            <a:ext cx="7084491" cy="6861268"/>
            <a:chOff x="5263075" y="2238848"/>
            <a:chExt cx="5313368" cy="5145951"/>
          </a:xfrm>
        </p:grpSpPr>
        <p:sp>
          <p:nvSpPr>
            <p:cNvPr id="80" name="Google Shape;80;p9"/>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81" name="Google Shape;81;p9"/>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82" name="Google Shape;82;p9"/>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83" name="Google Shape;83;p9"/>
          <p:cNvGrpSpPr/>
          <p:nvPr/>
        </p:nvGrpSpPr>
        <p:grpSpPr>
          <a:xfrm>
            <a:off x="-480097" y="4823271"/>
            <a:ext cx="2466721" cy="3026543"/>
            <a:chOff x="5119300" y="3450025"/>
            <a:chExt cx="2148213" cy="2635749"/>
          </a:xfrm>
        </p:grpSpPr>
        <p:pic>
          <p:nvPicPr>
            <p:cNvPr id="84" name="Google Shape;84;p9"/>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85" name="Google Shape;85;p9"/>
            <p:cNvPicPr preferRelativeResize="0"/>
            <p:nvPr/>
          </p:nvPicPr>
          <p:blipFill>
            <a:blip r:embed="rId2">
              <a:alphaModFix/>
            </a:blip>
            <a:stretch>
              <a:fillRect/>
            </a:stretch>
          </p:blipFill>
          <p:spPr>
            <a:xfrm>
              <a:off x="5576500" y="4392300"/>
              <a:ext cx="1691013" cy="1693474"/>
            </a:xfrm>
            <a:prstGeom prst="rect">
              <a:avLst/>
            </a:prstGeom>
            <a:noFill/>
            <a:ln>
              <a:noFill/>
            </a:ln>
          </p:spPr>
        </p:pic>
      </p:grpSp>
      <p:grpSp>
        <p:nvGrpSpPr>
          <p:cNvPr id="86" name="Google Shape;86;p9"/>
          <p:cNvGrpSpPr/>
          <p:nvPr/>
        </p:nvGrpSpPr>
        <p:grpSpPr>
          <a:xfrm>
            <a:off x="9694469" y="5368728"/>
            <a:ext cx="6366801" cy="3385461"/>
            <a:chOff x="6835801" y="3991421"/>
            <a:chExt cx="4775101" cy="2539096"/>
          </a:xfrm>
        </p:grpSpPr>
        <p:pic>
          <p:nvPicPr>
            <p:cNvPr id="87" name="Google Shape;87;p9"/>
            <p:cNvPicPr preferRelativeResize="0"/>
            <p:nvPr/>
          </p:nvPicPr>
          <p:blipFill>
            <a:blip r:embed="rId3">
              <a:alphaModFix amt="21000"/>
            </a:blip>
            <a:stretch>
              <a:fillRect/>
            </a:stretch>
          </p:blipFill>
          <p:spPr>
            <a:xfrm rot="10800000" flipH="1">
              <a:off x="6835801" y="3991421"/>
              <a:ext cx="4775101" cy="2539096"/>
            </a:xfrm>
            <a:prstGeom prst="rect">
              <a:avLst/>
            </a:prstGeom>
            <a:noFill/>
            <a:ln>
              <a:noFill/>
            </a:ln>
          </p:spPr>
        </p:pic>
        <p:pic>
          <p:nvPicPr>
            <p:cNvPr id="88" name="Google Shape;88;p9"/>
            <p:cNvPicPr preferRelativeResize="0"/>
            <p:nvPr/>
          </p:nvPicPr>
          <p:blipFill>
            <a:blip r:embed="rId4">
              <a:alphaModFix amt="79000"/>
            </a:blip>
            <a:stretch>
              <a:fillRect/>
            </a:stretch>
          </p:blipFill>
          <p:spPr>
            <a:xfrm>
              <a:off x="7501325" y="4109461"/>
              <a:ext cx="2344349" cy="2346255"/>
            </a:xfrm>
            <a:prstGeom prst="rect">
              <a:avLst/>
            </a:prstGeom>
            <a:noFill/>
            <a:ln>
              <a:noFill/>
            </a:ln>
          </p:spPr>
        </p:pic>
      </p:grpSp>
    </p:spTree>
    <p:extLst>
      <p:ext uri="{BB962C8B-B14F-4D97-AF65-F5344CB8AC3E}">
        <p14:creationId xmlns:p14="http://schemas.microsoft.com/office/powerpoint/2010/main" val="2067370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9"/>
        <p:cNvGrpSpPr/>
        <p:nvPr/>
      </p:nvGrpSpPr>
      <p:grpSpPr>
        <a:xfrm>
          <a:off x="0" y="0"/>
          <a:ext cx="0" cy="0"/>
          <a:chOff x="0" y="0"/>
          <a:chExt cx="0" cy="0"/>
        </a:xfrm>
      </p:grpSpPr>
      <p:sp>
        <p:nvSpPr>
          <p:cNvPr id="90" name="Google Shape;90;p10"/>
          <p:cNvSpPr>
            <a:spLocks noGrp="1"/>
          </p:cNvSpPr>
          <p:nvPr>
            <p:ph type="pic" idx="2"/>
          </p:nvPr>
        </p:nvSpPr>
        <p:spPr>
          <a:xfrm>
            <a:off x="-67" y="0"/>
            <a:ext cx="12192000" cy="6858000"/>
          </a:xfrm>
          <a:prstGeom prst="rect">
            <a:avLst/>
          </a:prstGeom>
          <a:noFill/>
          <a:ln>
            <a:noFill/>
          </a:ln>
        </p:spPr>
        <p:txBody>
          <a:bodyPr/>
          <a:lstStyle/>
          <a:p>
            <a:endParaRPr lang="en-GB"/>
          </a:p>
        </p:txBody>
      </p:sp>
      <p:sp>
        <p:nvSpPr>
          <p:cNvPr id="91" name="Google Shape;91;p10"/>
          <p:cNvSpPr txBox="1">
            <a:spLocks noGrp="1"/>
          </p:cNvSpPr>
          <p:nvPr>
            <p:ph type="title"/>
          </p:nvPr>
        </p:nvSpPr>
        <p:spPr>
          <a:xfrm>
            <a:off x="950967" y="4950267"/>
            <a:ext cx="4432800" cy="1188400"/>
          </a:xfrm>
          <a:prstGeom prst="rect">
            <a:avLst/>
          </a:prstGeom>
          <a:solidFill>
            <a:schemeClr val="lt1"/>
          </a:solidFill>
        </p:spPr>
        <p:txBody>
          <a:bodyPr spcFirstLastPara="1" wrap="square" lIns="91425" tIns="91425" rIns="91425" bIns="91425" anchor="t" anchorCtr="0">
            <a:noAutofit/>
          </a:bodyPr>
          <a:lstStyle>
            <a:lvl1pPr lvl="0" rtl="0">
              <a:spcBef>
                <a:spcPts val="0"/>
              </a:spcBef>
              <a:spcAft>
                <a:spcPts val="0"/>
              </a:spcAft>
              <a:buSzPts val="2800"/>
              <a:buNone/>
              <a:defRPr sz="32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GB"/>
              <a:t>Click to edit Master title style</a:t>
            </a:r>
            <a:endParaRPr/>
          </a:p>
        </p:txBody>
      </p:sp>
    </p:spTree>
    <p:extLst>
      <p:ext uri="{BB962C8B-B14F-4D97-AF65-F5344CB8AC3E}">
        <p14:creationId xmlns:p14="http://schemas.microsoft.com/office/powerpoint/2010/main" val="2687204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2"/>
        <p:cNvGrpSpPr/>
        <p:nvPr/>
      </p:nvGrpSpPr>
      <p:grpSpPr>
        <a:xfrm>
          <a:off x="0" y="0"/>
          <a:ext cx="0" cy="0"/>
          <a:chOff x="0" y="0"/>
          <a:chExt cx="0" cy="0"/>
        </a:xfrm>
      </p:grpSpPr>
      <p:sp>
        <p:nvSpPr>
          <p:cNvPr id="93" name="Google Shape;93;p11"/>
          <p:cNvSpPr txBox="1">
            <a:spLocks noGrp="1"/>
          </p:cNvSpPr>
          <p:nvPr>
            <p:ph type="title" hasCustomPrompt="1"/>
          </p:nvPr>
        </p:nvSpPr>
        <p:spPr>
          <a:xfrm>
            <a:off x="950967" y="2205500"/>
            <a:ext cx="7141200" cy="12928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80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94" name="Google Shape;94;p11"/>
          <p:cNvSpPr txBox="1">
            <a:spLocks noGrp="1"/>
          </p:cNvSpPr>
          <p:nvPr>
            <p:ph type="subTitle" idx="1"/>
          </p:nvPr>
        </p:nvSpPr>
        <p:spPr>
          <a:xfrm>
            <a:off x="950967" y="3705267"/>
            <a:ext cx="4384000" cy="95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000"/>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GB"/>
              <a:t>Click to edit Master subtitle style</a:t>
            </a:r>
            <a:endParaRPr/>
          </a:p>
        </p:txBody>
      </p:sp>
    </p:spTree>
    <p:extLst>
      <p:ext uri="{BB962C8B-B14F-4D97-AF65-F5344CB8AC3E}">
        <p14:creationId xmlns:p14="http://schemas.microsoft.com/office/powerpoint/2010/main" val="1771225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Tree>
    <p:extLst>
      <p:ext uri="{BB962C8B-B14F-4D97-AF65-F5344CB8AC3E}">
        <p14:creationId xmlns:p14="http://schemas.microsoft.com/office/powerpoint/2010/main" val="3905241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96"/>
        <p:cNvGrpSpPr/>
        <p:nvPr/>
      </p:nvGrpSpPr>
      <p:grpSpPr>
        <a:xfrm>
          <a:off x="0" y="0"/>
          <a:ext cx="0" cy="0"/>
          <a:chOff x="0" y="0"/>
          <a:chExt cx="0" cy="0"/>
        </a:xfrm>
      </p:grpSpPr>
      <p:grpSp>
        <p:nvGrpSpPr>
          <p:cNvPr id="97" name="Google Shape;97;p13"/>
          <p:cNvGrpSpPr/>
          <p:nvPr/>
        </p:nvGrpSpPr>
        <p:grpSpPr>
          <a:xfrm>
            <a:off x="-1598782" y="-1583933"/>
            <a:ext cx="2864284" cy="3514332"/>
            <a:chOff x="5119300" y="3450025"/>
            <a:chExt cx="2148213" cy="2635749"/>
          </a:xfrm>
        </p:grpSpPr>
        <p:pic>
          <p:nvPicPr>
            <p:cNvPr id="98" name="Google Shape;98;p13"/>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99" name="Google Shape;99;p13"/>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100" name="Google Shape;100;p13"/>
          <p:cNvPicPr preferRelativeResize="0"/>
          <p:nvPr/>
        </p:nvPicPr>
        <p:blipFill rotWithShape="1">
          <a:blip r:embed="rId3">
            <a:alphaModFix amt="79000"/>
          </a:blip>
          <a:srcRect l="43842"/>
          <a:stretch/>
        </p:blipFill>
        <p:spPr>
          <a:xfrm>
            <a:off x="-359133" y="1098267"/>
            <a:ext cx="1755399" cy="3128332"/>
          </a:xfrm>
          <a:prstGeom prst="rect">
            <a:avLst/>
          </a:prstGeom>
          <a:noFill/>
          <a:ln>
            <a:noFill/>
          </a:ln>
        </p:spPr>
      </p:pic>
      <p:sp>
        <p:nvSpPr>
          <p:cNvPr id="101" name="Google Shape;101;p13"/>
          <p:cNvSpPr txBox="1">
            <a:spLocks noGrp="1"/>
          </p:cNvSpPr>
          <p:nvPr>
            <p:ph type="title"/>
          </p:nvPr>
        </p:nvSpPr>
        <p:spPr>
          <a:xfrm>
            <a:off x="3182467" y="593367"/>
            <a:ext cx="80496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02" name="Google Shape;102;p13"/>
          <p:cNvSpPr txBox="1">
            <a:spLocks noGrp="1"/>
          </p:cNvSpPr>
          <p:nvPr>
            <p:ph type="title" idx="2" hasCustomPrompt="1"/>
          </p:nvPr>
        </p:nvSpPr>
        <p:spPr>
          <a:xfrm>
            <a:off x="3182467" y="1706097"/>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03" name="Google Shape;103;p13"/>
          <p:cNvSpPr txBox="1">
            <a:spLocks noGrp="1"/>
          </p:cNvSpPr>
          <p:nvPr>
            <p:ph type="title" idx="3" hasCustomPrompt="1"/>
          </p:nvPr>
        </p:nvSpPr>
        <p:spPr>
          <a:xfrm>
            <a:off x="3182467" y="3617336"/>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04" name="Google Shape;104;p13"/>
          <p:cNvSpPr txBox="1">
            <a:spLocks noGrp="1"/>
          </p:cNvSpPr>
          <p:nvPr>
            <p:ph type="title" idx="4" hasCustomPrompt="1"/>
          </p:nvPr>
        </p:nvSpPr>
        <p:spPr>
          <a:xfrm>
            <a:off x="5968700" y="1706097"/>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05" name="Google Shape;105;p13"/>
          <p:cNvSpPr txBox="1">
            <a:spLocks noGrp="1"/>
          </p:cNvSpPr>
          <p:nvPr>
            <p:ph type="title" idx="5" hasCustomPrompt="1"/>
          </p:nvPr>
        </p:nvSpPr>
        <p:spPr>
          <a:xfrm>
            <a:off x="5968700" y="3617336"/>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06" name="Google Shape;106;p13"/>
          <p:cNvSpPr txBox="1">
            <a:spLocks noGrp="1"/>
          </p:cNvSpPr>
          <p:nvPr>
            <p:ph type="title" idx="6" hasCustomPrompt="1"/>
          </p:nvPr>
        </p:nvSpPr>
        <p:spPr>
          <a:xfrm>
            <a:off x="8754933" y="1706097"/>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07" name="Google Shape;107;p13"/>
          <p:cNvSpPr txBox="1">
            <a:spLocks noGrp="1"/>
          </p:cNvSpPr>
          <p:nvPr>
            <p:ph type="title" idx="7" hasCustomPrompt="1"/>
          </p:nvPr>
        </p:nvSpPr>
        <p:spPr>
          <a:xfrm>
            <a:off x="8754933" y="3617336"/>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08" name="Google Shape;108;p13"/>
          <p:cNvSpPr txBox="1">
            <a:spLocks noGrp="1"/>
          </p:cNvSpPr>
          <p:nvPr>
            <p:ph type="subTitle" idx="1"/>
          </p:nvPr>
        </p:nvSpPr>
        <p:spPr>
          <a:xfrm>
            <a:off x="3182467" y="2499567"/>
            <a:ext cx="2480000" cy="105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09" name="Google Shape;109;p13"/>
          <p:cNvSpPr txBox="1">
            <a:spLocks noGrp="1"/>
          </p:cNvSpPr>
          <p:nvPr>
            <p:ph type="subTitle" idx="8"/>
          </p:nvPr>
        </p:nvSpPr>
        <p:spPr>
          <a:xfrm>
            <a:off x="5968700" y="2499567"/>
            <a:ext cx="2480000" cy="105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10" name="Google Shape;110;p13"/>
          <p:cNvSpPr txBox="1">
            <a:spLocks noGrp="1"/>
          </p:cNvSpPr>
          <p:nvPr>
            <p:ph type="subTitle" idx="9"/>
          </p:nvPr>
        </p:nvSpPr>
        <p:spPr>
          <a:xfrm>
            <a:off x="8754933" y="2499567"/>
            <a:ext cx="2480000" cy="105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11" name="Google Shape;111;p13"/>
          <p:cNvSpPr txBox="1">
            <a:spLocks noGrp="1"/>
          </p:cNvSpPr>
          <p:nvPr>
            <p:ph type="subTitle" idx="13"/>
          </p:nvPr>
        </p:nvSpPr>
        <p:spPr>
          <a:xfrm>
            <a:off x="3182467" y="4410700"/>
            <a:ext cx="2480000" cy="105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12" name="Google Shape;112;p13"/>
          <p:cNvSpPr txBox="1">
            <a:spLocks noGrp="1"/>
          </p:cNvSpPr>
          <p:nvPr>
            <p:ph type="subTitle" idx="14"/>
          </p:nvPr>
        </p:nvSpPr>
        <p:spPr>
          <a:xfrm>
            <a:off x="5968700" y="4410700"/>
            <a:ext cx="2480000" cy="105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13" name="Google Shape;113;p13"/>
          <p:cNvSpPr txBox="1">
            <a:spLocks noGrp="1"/>
          </p:cNvSpPr>
          <p:nvPr>
            <p:ph type="subTitle" idx="15"/>
          </p:nvPr>
        </p:nvSpPr>
        <p:spPr>
          <a:xfrm>
            <a:off x="8754933" y="4410700"/>
            <a:ext cx="2480000" cy="105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pic>
        <p:nvPicPr>
          <p:cNvPr id="114" name="Google Shape;114;p13"/>
          <p:cNvPicPr preferRelativeResize="0"/>
          <p:nvPr/>
        </p:nvPicPr>
        <p:blipFill rotWithShape="1">
          <a:blip r:embed="rId4">
            <a:alphaModFix amt="21000"/>
          </a:blip>
          <a:srcRect l="55932"/>
          <a:stretch/>
        </p:blipFill>
        <p:spPr>
          <a:xfrm>
            <a:off x="-359132" y="-84399"/>
            <a:ext cx="2805733" cy="3385465"/>
          </a:xfrm>
          <a:prstGeom prst="rect">
            <a:avLst/>
          </a:prstGeom>
          <a:noFill/>
          <a:ln>
            <a:noFill/>
          </a:ln>
        </p:spPr>
      </p:pic>
      <p:grpSp>
        <p:nvGrpSpPr>
          <p:cNvPr id="115" name="Google Shape;115;p13"/>
          <p:cNvGrpSpPr/>
          <p:nvPr/>
        </p:nvGrpSpPr>
        <p:grpSpPr>
          <a:xfrm>
            <a:off x="-2534200" y="960631"/>
            <a:ext cx="7084491" cy="6861268"/>
            <a:chOff x="-1900650" y="720473"/>
            <a:chExt cx="5313368" cy="5145951"/>
          </a:xfrm>
        </p:grpSpPr>
        <p:sp>
          <p:nvSpPr>
            <p:cNvPr id="116" name="Google Shape;116;p13"/>
            <p:cNvSpPr/>
            <p:nvPr/>
          </p:nvSpPr>
          <p:spPr>
            <a:xfrm flipH="1">
              <a:off x="-1591278" y="72047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17" name="Google Shape;117;p13"/>
            <p:cNvSpPr/>
            <p:nvPr/>
          </p:nvSpPr>
          <p:spPr>
            <a:xfrm flipH="1">
              <a:off x="-1633468" y="103249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18" name="Google Shape;118;p13"/>
            <p:cNvSpPr/>
            <p:nvPr/>
          </p:nvSpPr>
          <p:spPr>
            <a:xfrm flipH="1">
              <a:off x="-1900650" y="72047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cxnSp>
        <p:nvCxnSpPr>
          <p:cNvPr id="119" name="Google Shape;119;p13"/>
          <p:cNvCxnSpPr/>
          <p:nvPr/>
        </p:nvCxnSpPr>
        <p:spPr>
          <a:xfrm>
            <a:off x="3337800" y="547267"/>
            <a:ext cx="812800"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339245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20"/>
        <p:cNvGrpSpPr/>
        <p:nvPr/>
      </p:nvGrpSpPr>
      <p:grpSpPr>
        <a:xfrm>
          <a:off x="0" y="0"/>
          <a:ext cx="0" cy="0"/>
          <a:chOff x="0" y="0"/>
          <a:chExt cx="0" cy="0"/>
        </a:xfrm>
      </p:grpSpPr>
      <p:sp>
        <p:nvSpPr>
          <p:cNvPr id="121" name="Google Shape;121;p14"/>
          <p:cNvSpPr>
            <a:spLocks noGrp="1"/>
          </p:cNvSpPr>
          <p:nvPr>
            <p:ph type="pic" idx="2"/>
          </p:nvPr>
        </p:nvSpPr>
        <p:spPr>
          <a:xfrm>
            <a:off x="950967" y="719333"/>
            <a:ext cx="3734800" cy="2335200"/>
          </a:xfrm>
          <a:prstGeom prst="rect">
            <a:avLst/>
          </a:prstGeom>
          <a:noFill/>
          <a:ln>
            <a:noFill/>
          </a:ln>
        </p:spPr>
        <p:txBody>
          <a:bodyPr/>
          <a:lstStyle/>
          <a:p>
            <a:endParaRPr lang="en-GB"/>
          </a:p>
        </p:txBody>
      </p:sp>
      <p:sp>
        <p:nvSpPr>
          <p:cNvPr id="122" name="Google Shape;122;p14"/>
          <p:cNvSpPr>
            <a:spLocks noGrp="1"/>
          </p:cNvSpPr>
          <p:nvPr>
            <p:ph type="pic" idx="3"/>
          </p:nvPr>
        </p:nvSpPr>
        <p:spPr>
          <a:xfrm>
            <a:off x="4895700" y="719333"/>
            <a:ext cx="6345200" cy="3780800"/>
          </a:xfrm>
          <a:prstGeom prst="rect">
            <a:avLst/>
          </a:prstGeom>
          <a:noFill/>
          <a:ln>
            <a:noFill/>
          </a:ln>
        </p:spPr>
        <p:txBody>
          <a:bodyPr/>
          <a:lstStyle/>
          <a:p>
            <a:endParaRPr lang="en-GB"/>
          </a:p>
        </p:txBody>
      </p:sp>
      <p:sp>
        <p:nvSpPr>
          <p:cNvPr id="123" name="Google Shape;123;p14"/>
          <p:cNvSpPr>
            <a:spLocks noGrp="1"/>
          </p:cNvSpPr>
          <p:nvPr>
            <p:ph type="pic" idx="4"/>
          </p:nvPr>
        </p:nvSpPr>
        <p:spPr>
          <a:xfrm>
            <a:off x="950967" y="3264533"/>
            <a:ext cx="3734800" cy="2874400"/>
          </a:xfrm>
          <a:prstGeom prst="rect">
            <a:avLst/>
          </a:prstGeom>
          <a:noFill/>
          <a:ln>
            <a:noFill/>
          </a:ln>
        </p:spPr>
        <p:txBody>
          <a:bodyPr/>
          <a:lstStyle/>
          <a:p>
            <a:endParaRPr lang="en-GB"/>
          </a:p>
        </p:txBody>
      </p:sp>
      <p:sp>
        <p:nvSpPr>
          <p:cNvPr id="124" name="Google Shape;124;p14"/>
          <p:cNvSpPr txBox="1">
            <a:spLocks noGrp="1"/>
          </p:cNvSpPr>
          <p:nvPr>
            <p:ph type="subTitle" idx="1"/>
          </p:nvPr>
        </p:nvSpPr>
        <p:spPr>
          <a:xfrm>
            <a:off x="7700667" y="4870667"/>
            <a:ext cx="3540400" cy="126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grpSp>
        <p:nvGrpSpPr>
          <p:cNvPr id="125" name="Google Shape;125;p14"/>
          <p:cNvGrpSpPr/>
          <p:nvPr/>
        </p:nvGrpSpPr>
        <p:grpSpPr>
          <a:xfrm>
            <a:off x="7399000" y="2956631"/>
            <a:ext cx="7084491" cy="6861268"/>
            <a:chOff x="5263075" y="2238848"/>
            <a:chExt cx="5313368" cy="5145951"/>
          </a:xfrm>
        </p:grpSpPr>
        <p:sp>
          <p:nvSpPr>
            <p:cNvPr id="126" name="Google Shape;126;p14"/>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27" name="Google Shape;127;p14"/>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28" name="Google Shape;128;p14"/>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129" name="Google Shape;129;p14"/>
          <p:cNvGrpSpPr/>
          <p:nvPr/>
        </p:nvGrpSpPr>
        <p:grpSpPr>
          <a:xfrm>
            <a:off x="-1249814" y="4156871"/>
            <a:ext cx="2466721" cy="3026543"/>
            <a:chOff x="5119300" y="3450025"/>
            <a:chExt cx="2148213" cy="2635749"/>
          </a:xfrm>
        </p:grpSpPr>
        <p:pic>
          <p:nvPicPr>
            <p:cNvPr id="130" name="Google Shape;130;p14"/>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131" name="Google Shape;131;p14"/>
            <p:cNvPicPr preferRelativeResize="0"/>
            <p:nvPr/>
          </p:nvPicPr>
          <p:blipFill>
            <a:blip r:embed="rId2">
              <a:alphaModFix/>
            </a:blip>
            <a:stretch>
              <a:fillRect/>
            </a:stretch>
          </p:blipFill>
          <p:spPr>
            <a:xfrm>
              <a:off x="5576500" y="4392300"/>
              <a:ext cx="1691013" cy="1693474"/>
            </a:xfrm>
            <a:prstGeom prst="rect">
              <a:avLst/>
            </a:prstGeom>
            <a:noFill/>
            <a:ln>
              <a:noFill/>
            </a:ln>
          </p:spPr>
        </p:pic>
      </p:grpSp>
      <p:grpSp>
        <p:nvGrpSpPr>
          <p:cNvPr id="132" name="Google Shape;132;p14"/>
          <p:cNvGrpSpPr/>
          <p:nvPr/>
        </p:nvGrpSpPr>
        <p:grpSpPr>
          <a:xfrm>
            <a:off x="7806302" y="-1828805"/>
            <a:ext cx="6366801" cy="3385461"/>
            <a:chOff x="5854726" y="-1371604"/>
            <a:chExt cx="4775101" cy="2539096"/>
          </a:xfrm>
        </p:grpSpPr>
        <p:pic>
          <p:nvPicPr>
            <p:cNvPr id="133" name="Google Shape;133;p14"/>
            <p:cNvPicPr preferRelativeResize="0"/>
            <p:nvPr/>
          </p:nvPicPr>
          <p:blipFill>
            <a:blip r:embed="rId3">
              <a:alphaModFix amt="21000"/>
            </a:blip>
            <a:stretch>
              <a:fillRect/>
            </a:stretch>
          </p:blipFill>
          <p:spPr>
            <a:xfrm>
              <a:off x="5854726" y="-1371604"/>
              <a:ext cx="4775101" cy="2539096"/>
            </a:xfrm>
            <a:prstGeom prst="rect">
              <a:avLst/>
            </a:prstGeom>
            <a:noFill/>
            <a:ln>
              <a:noFill/>
            </a:ln>
          </p:spPr>
        </p:pic>
        <p:pic>
          <p:nvPicPr>
            <p:cNvPr id="134" name="Google Shape;134;p14"/>
            <p:cNvPicPr preferRelativeResize="0"/>
            <p:nvPr/>
          </p:nvPicPr>
          <p:blipFill>
            <a:blip r:embed="rId4">
              <a:alphaModFix amt="79000"/>
            </a:blip>
            <a:stretch>
              <a:fillRect/>
            </a:stretch>
          </p:blipFill>
          <p:spPr>
            <a:xfrm>
              <a:off x="7739450" y="-1318753"/>
              <a:ext cx="2344349" cy="2346255"/>
            </a:xfrm>
            <a:prstGeom prst="rect">
              <a:avLst/>
            </a:prstGeom>
            <a:noFill/>
            <a:ln>
              <a:noFill/>
            </a:ln>
          </p:spPr>
        </p:pic>
      </p:grpSp>
      <p:sp>
        <p:nvSpPr>
          <p:cNvPr id="135" name="Google Shape;135;p14"/>
          <p:cNvSpPr txBox="1">
            <a:spLocks noGrp="1"/>
          </p:cNvSpPr>
          <p:nvPr>
            <p:ph type="title"/>
          </p:nvPr>
        </p:nvSpPr>
        <p:spPr>
          <a:xfrm>
            <a:off x="4895700" y="4870667"/>
            <a:ext cx="2804800" cy="12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Tree>
    <p:extLst>
      <p:ext uri="{BB962C8B-B14F-4D97-AF65-F5344CB8AC3E}">
        <p14:creationId xmlns:p14="http://schemas.microsoft.com/office/powerpoint/2010/main" val="2343126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36"/>
        <p:cNvGrpSpPr/>
        <p:nvPr/>
      </p:nvGrpSpPr>
      <p:grpSpPr>
        <a:xfrm>
          <a:off x="0" y="0"/>
          <a:ext cx="0" cy="0"/>
          <a:chOff x="0" y="0"/>
          <a:chExt cx="0" cy="0"/>
        </a:xfrm>
      </p:grpSpPr>
      <p:sp>
        <p:nvSpPr>
          <p:cNvPr id="137" name="Google Shape;137;p1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38" name="Google Shape;138;p15"/>
          <p:cNvSpPr txBox="1">
            <a:spLocks noGrp="1"/>
          </p:cNvSpPr>
          <p:nvPr>
            <p:ph type="body" idx="1"/>
          </p:nvPr>
        </p:nvSpPr>
        <p:spPr>
          <a:xfrm>
            <a:off x="960000" y="1621000"/>
            <a:ext cx="10272000" cy="13716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SzPts val="1200"/>
              <a:buFont typeface="Nunito Light"/>
              <a:buChar char="●"/>
              <a:defRPr/>
            </a:lvl1pPr>
            <a:lvl2pPr marL="1219170" lvl="1" indent="-406390" rtl="0">
              <a:lnSpc>
                <a:spcPct val="100000"/>
              </a:lnSpc>
              <a:spcBef>
                <a:spcPts val="0"/>
              </a:spcBef>
              <a:spcAft>
                <a:spcPts val="0"/>
              </a:spcAft>
              <a:buSzPts val="1200"/>
              <a:buFont typeface="Nunito Light"/>
              <a:buChar char="○"/>
              <a:defRPr/>
            </a:lvl2pPr>
            <a:lvl3pPr marL="1828754" lvl="2" indent="-406390" rtl="0">
              <a:lnSpc>
                <a:spcPct val="100000"/>
              </a:lnSpc>
              <a:spcBef>
                <a:spcPts val="0"/>
              </a:spcBef>
              <a:spcAft>
                <a:spcPts val="0"/>
              </a:spcAft>
              <a:buSzPts val="1200"/>
              <a:buFont typeface="Nunito Light"/>
              <a:buChar char="■"/>
              <a:defRPr/>
            </a:lvl3pPr>
            <a:lvl4pPr marL="2438339" lvl="3" indent="-406390" rtl="0">
              <a:lnSpc>
                <a:spcPct val="100000"/>
              </a:lnSpc>
              <a:spcBef>
                <a:spcPts val="0"/>
              </a:spcBef>
              <a:spcAft>
                <a:spcPts val="0"/>
              </a:spcAft>
              <a:buSzPts val="1200"/>
              <a:buFont typeface="Nunito Light"/>
              <a:buChar char="●"/>
              <a:defRPr/>
            </a:lvl4pPr>
            <a:lvl5pPr marL="3047924" lvl="4" indent="-406390" rtl="0">
              <a:lnSpc>
                <a:spcPct val="100000"/>
              </a:lnSpc>
              <a:spcBef>
                <a:spcPts val="0"/>
              </a:spcBef>
              <a:spcAft>
                <a:spcPts val="0"/>
              </a:spcAft>
              <a:buSzPts val="1200"/>
              <a:buFont typeface="Nunito Light"/>
              <a:buChar char="○"/>
              <a:defRPr/>
            </a:lvl5pPr>
            <a:lvl6pPr marL="3657509" lvl="5" indent="-406390" rtl="0">
              <a:lnSpc>
                <a:spcPct val="100000"/>
              </a:lnSpc>
              <a:spcBef>
                <a:spcPts val="0"/>
              </a:spcBef>
              <a:spcAft>
                <a:spcPts val="0"/>
              </a:spcAft>
              <a:buSzPts val="1200"/>
              <a:buFont typeface="Nunito Light"/>
              <a:buChar char="■"/>
              <a:defRPr/>
            </a:lvl6pPr>
            <a:lvl7pPr marL="4267093" lvl="6" indent="-406390" rtl="0">
              <a:lnSpc>
                <a:spcPct val="100000"/>
              </a:lnSpc>
              <a:spcBef>
                <a:spcPts val="0"/>
              </a:spcBef>
              <a:spcAft>
                <a:spcPts val="0"/>
              </a:spcAft>
              <a:buSzPts val="1200"/>
              <a:buFont typeface="Nunito Light"/>
              <a:buChar char="●"/>
              <a:defRPr/>
            </a:lvl7pPr>
            <a:lvl8pPr marL="4876678" lvl="7" indent="-406390" rtl="0">
              <a:lnSpc>
                <a:spcPct val="100000"/>
              </a:lnSpc>
              <a:spcBef>
                <a:spcPts val="0"/>
              </a:spcBef>
              <a:spcAft>
                <a:spcPts val="0"/>
              </a:spcAft>
              <a:buSzPts val="1200"/>
              <a:buFont typeface="Nunito Light"/>
              <a:buChar char="○"/>
              <a:defRPr/>
            </a:lvl8pPr>
            <a:lvl9pPr marL="5486263" lvl="8" indent="-406390" rtl="0">
              <a:lnSpc>
                <a:spcPct val="100000"/>
              </a:lnSpc>
              <a:spcBef>
                <a:spcPts val="0"/>
              </a:spcBef>
              <a:spcAft>
                <a:spcPts val="0"/>
              </a:spcAft>
              <a:buSzPts val="1200"/>
              <a:buFont typeface="Nunito Light"/>
              <a:buChar char="■"/>
              <a:defRPr/>
            </a:lvl9pPr>
          </a:lstStyle>
          <a:p>
            <a:pPr lvl="0"/>
            <a:r>
              <a:rPr lang="en-GB"/>
              <a:t>Click to edit Master text styles</a:t>
            </a:r>
          </a:p>
        </p:txBody>
      </p:sp>
      <p:cxnSp>
        <p:nvCxnSpPr>
          <p:cNvPr id="139" name="Google Shape;139;p15"/>
          <p:cNvCxnSpPr/>
          <p:nvPr/>
        </p:nvCxnSpPr>
        <p:spPr>
          <a:xfrm>
            <a:off x="1102600" y="547267"/>
            <a:ext cx="812800" cy="0"/>
          </a:xfrm>
          <a:prstGeom prst="straightConnector1">
            <a:avLst/>
          </a:prstGeom>
          <a:noFill/>
          <a:ln w="28575" cap="flat" cmpd="sng">
            <a:solidFill>
              <a:srgbClr val="EA5D59"/>
            </a:solidFill>
            <a:prstDash val="solid"/>
            <a:round/>
            <a:headEnd type="none" w="med" len="med"/>
            <a:tailEnd type="none" w="med" len="med"/>
          </a:ln>
        </p:spPr>
      </p:cxnSp>
    </p:spTree>
    <p:extLst>
      <p:ext uri="{BB962C8B-B14F-4D97-AF65-F5344CB8AC3E}">
        <p14:creationId xmlns:p14="http://schemas.microsoft.com/office/powerpoint/2010/main" val="40820508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40"/>
        <p:cNvGrpSpPr/>
        <p:nvPr/>
      </p:nvGrpSpPr>
      <p:grpSpPr>
        <a:xfrm>
          <a:off x="0" y="0"/>
          <a:ext cx="0" cy="0"/>
          <a:chOff x="0" y="0"/>
          <a:chExt cx="0" cy="0"/>
        </a:xfrm>
      </p:grpSpPr>
      <p:sp>
        <p:nvSpPr>
          <p:cNvPr id="141" name="Google Shape;141;p16"/>
          <p:cNvSpPr txBox="1">
            <a:spLocks noGrp="1"/>
          </p:cNvSpPr>
          <p:nvPr>
            <p:ph type="title"/>
          </p:nvPr>
        </p:nvSpPr>
        <p:spPr>
          <a:xfrm>
            <a:off x="3486733" y="593367"/>
            <a:ext cx="7745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42" name="Google Shape;142;p16"/>
          <p:cNvSpPr txBox="1">
            <a:spLocks noGrp="1"/>
          </p:cNvSpPr>
          <p:nvPr>
            <p:ph type="body" idx="1"/>
          </p:nvPr>
        </p:nvSpPr>
        <p:spPr>
          <a:xfrm>
            <a:off x="3486733" y="1618200"/>
            <a:ext cx="7442400" cy="3621600"/>
          </a:xfrm>
          <a:prstGeom prst="rect">
            <a:avLst/>
          </a:prstGeom>
        </p:spPr>
        <p:txBody>
          <a:bodyPr spcFirstLastPara="1" wrap="square" lIns="91425" tIns="91425" rIns="91425" bIns="91425" anchor="t" anchorCtr="0">
            <a:noAutofit/>
          </a:bodyPr>
          <a:lstStyle>
            <a:lvl1pPr marL="609585" lvl="0" indent="-423323" rtl="0">
              <a:lnSpc>
                <a:spcPct val="100000"/>
              </a:lnSpc>
              <a:spcBef>
                <a:spcPts val="0"/>
              </a:spcBef>
              <a:spcAft>
                <a:spcPts val="0"/>
              </a:spcAft>
              <a:buSzPts val="1400"/>
              <a:buFont typeface="Anaheim"/>
              <a:buChar char="●"/>
              <a:defRPr/>
            </a:lvl1pPr>
            <a:lvl2pPr marL="1219170" lvl="1" indent="-423323" rtl="0">
              <a:lnSpc>
                <a:spcPct val="100000"/>
              </a:lnSpc>
              <a:spcBef>
                <a:spcPts val="0"/>
              </a:spcBef>
              <a:spcAft>
                <a:spcPts val="0"/>
              </a:spcAft>
              <a:buSzPts val="1400"/>
              <a:buFont typeface="Anaheim"/>
              <a:buChar char="○"/>
              <a:defRPr/>
            </a:lvl2pPr>
            <a:lvl3pPr marL="1828754" lvl="2" indent="-423323" rtl="0">
              <a:lnSpc>
                <a:spcPct val="100000"/>
              </a:lnSpc>
              <a:spcBef>
                <a:spcPts val="0"/>
              </a:spcBef>
              <a:spcAft>
                <a:spcPts val="0"/>
              </a:spcAft>
              <a:buSzPts val="1400"/>
              <a:buFont typeface="Anaheim"/>
              <a:buChar char="■"/>
              <a:defRPr/>
            </a:lvl3pPr>
            <a:lvl4pPr marL="2438339" lvl="3" indent="-423323" rtl="0">
              <a:lnSpc>
                <a:spcPct val="100000"/>
              </a:lnSpc>
              <a:spcBef>
                <a:spcPts val="0"/>
              </a:spcBef>
              <a:spcAft>
                <a:spcPts val="0"/>
              </a:spcAft>
              <a:buSzPts val="1400"/>
              <a:buFont typeface="Anaheim"/>
              <a:buChar char="●"/>
              <a:defRPr/>
            </a:lvl4pPr>
            <a:lvl5pPr marL="3047924" lvl="4" indent="-423323" rtl="0">
              <a:lnSpc>
                <a:spcPct val="100000"/>
              </a:lnSpc>
              <a:spcBef>
                <a:spcPts val="0"/>
              </a:spcBef>
              <a:spcAft>
                <a:spcPts val="0"/>
              </a:spcAft>
              <a:buSzPts val="1400"/>
              <a:buFont typeface="Anaheim"/>
              <a:buChar char="○"/>
              <a:defRPr/>
            </a:lvl5pPr>
            <a:lvl6pPr marL="3657509" lvl="5" indent="-423323" rtl="0">
              <a:lnSpc>
                <a:spcPct val="100000"/>
              </a:lnSpc>
              <a:spcBef>
                <a:spcPts val="0"/>
              </a:spcBef>
              <a:spcAft>
                <a:spcPts val="0"/>
              </a:spcAft>
              <a:buSzPts val="1400"/>
              <a:buFont typeface="Anaheim"/>
              <a:buChar char="■"/>
              <a:defRPr/>
            </a:lvl6pPr>
            <a:lvl7pPr marL="4267093" lvl="6" indent="-423323" rtl="0">
              <a:lnSpc>
                <a:spcPct val="100000"/>
              </a:lnSpc>
              <a:spcBef>
                <a:spcPts val="0"/>
              </a:spcBef>
              <a:spcAft>
                <a:spcPts val="0"/>
              </a:spcAft>
              <a:buSzPts val="1400"/>
              <a:buFont typeface="Anaheim"/>
              <a:buChar char="●"/>
              <a:defRPr/>
            </a:lvl7pPr>
            <a:lvl8pPr marL="4876678" lvl="7" indent="-423323" rtl="0">
              <a:lnSpc>
                <a:spcPct val="100000"/>
              </a:lnSpc>
              <a:spcBef>
                <a:spcPts val="0"/>
              </a:spcBef>
              <a:spcAft>
                <a:spcPts val="0"/>
              </a:spcAft>
              <a:buSzPts val="1400"/>
              <a:buFont typeface="Anaheim"/>
              <a:buChar char="○"/>
              <a:defRPr/>
            </a:lvl8pPr>
            <a:lvl9pPr marL="5486263" lvl="8" indent="-423323" rtl="0">
              <a:lnSpc>
                <a:spcPct val="100000"/>
              </a:lnSpc>
              <a:spcBef>
                <a:spcPts val="0"/>
              </a:spcBef>
              <a:spcAft>
                <a:spcPts val="0"/>
              </a:spcAft>
              <a:buSzPts val="1400"/>
              <a:buFont typeface="Anaheim"/>
              <a:buChar char="■"/>
              <a:defRPr/>
            </a:lvl9pPr>
          </a:lstStyle>
          <a:p>
            <a:pPr lvl="0"/>
            <a:r>
              <a:rPr lang="en-GB"/>
              <a:t>Click to edit Master text styles</a:t>
            </a:r>
          </a:p>
        </p:txBody>
      </p:sp>
      <p:cxnSp>
        <p:nvCxnSpPr>
          <p:cNvPr id="143" name="Google Shape;143;p16"/>
          <p:cNvCxnSpPr/>
          <p:nvPr/>
        </p:nvCxnSpPr>
        <p:spPr>
          <a:xfrm>
            <a:off x="3642600" y="547267"/>
            <a:ext cx="812800" cy="0"/>
          </a:xfrm>
          <a:prstGeom prst="straightConnector1">
            <a:avLst/>
          </a:prstGeom>
          <a:noFill/>
          <a:ln w="28575" cap="flat" cmpd="sng">
            <a:solidFill>
              <a:schemeClr val="dk2"/>
            </a:solidFill>
            <a:prstDash val="solid"/>
            <a:round/>
            <a:headEnd type="none" w="med" len="med"/>
            <a:tailEnd type="none" w="med" len="med"/>
          </a:ln>
        </p:spPr>
      </p:cxnSp>
      <p:grpSp>
        <p:nvGrpSpPr>
          <p:cNvPr id="144" name="Google Shape;144;p16"/>
          <p:cNvGrpSpPr/>
          <p:nvPr/>
        </p:nvGrpSpPr>
        <p:grpSpPr>
          <a:xfrm>
            <a:off x="-1293982" y="-1583933"/>
            <a:ext cx="2864284" cy="3514332"/>
            <a:chOff x="5119300" y="3450025"/>
            <a:chExt cx="2148213" cy="2635749"/>
          </a:xfrm>
        </p:grpSpPr>
        <p:pic>
          <p:nvPicPr>
            <p:cNvPr id="145" name="Google Shape;145;p16"/>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146" name="Google Shape;146;p16"/>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147" name="Google Shape;147;p16"/>
          <p:cNvPicPr preferRelativeResize="0"/>
          <p:nvPr/>
        </p:nvPicPr>
        <p:blipFill rotWithShape="1">
          <a:blip r:embed="rId3">
            <a:alphaModFix amt="79000"/>
          </a:blip>
          <a:srcRect l="43842"/>
          <a:stretch/>
        </p:blipFill>
        <p:spPr>
          <a:xfrm>
            <a:off x="-54333" y="1098267"/>
            <a:ext cx="1755399" cy="3128332"/>
          </a:xfrm>
          <a:prstGeom prst="rect">
            <a:avLst/>
          </a:prstGeom>
          <a:noFill/>
          <a:ln>
            <a:noFill/>
          </a:ln>
        </p:spPr>
      </p:pic>
      <p:pic>
        <p:nvPicPr>
          <p:cNvPr id="148" name="Google Shape;148;p16"/>
          <p:cNvPicPr preferRelativeResize="0"/>
          <p:nvPr/>
        </p:nvPicPr>
        <p:blipFill rotWithShape="1">
          <a:blip r:embed="rId4">
            <a:alphaModFix amt="21000"/>
          </a:blip>
          <a:srcRect l="55932"/>
          <a:stretch/>
        </p:blipFill>
        <p:spPr>
          <a:xfrm>
            <a:off x="-54332" y="-84399"/>
            <a:ext cx="2805733" cy="3385465"/>
          </a:xfrm>
          <a:prstGeom prst="rect">
            <a:avLst/>
          </a:prstGeom>
          <a:noFill/>
          <a:ln>
            <a:noFill/>
          </a:ln>
        </p:spPr>
      </p:pic>
      <p:grpSp>
        <p:nvGrpSpPr>
          <p:cNvPr id="149" name="Google Shape;149;p16"/>
          <p:cNvGrpSpPr/>
          <p:nvPr/>
        </p:nvGrpSpPr>
        <p:grpSpPr>
          <a:xfrm>
            <a:off x="-2229400" y="960631"/>
            <a:ext cx="7084491" cy="6861268"/>
            <a:chOff x="-1900650" y="720473"/>
            <a:chExt cx="5313368" cy="5145951"/>
          </a:xfrm>
        </p:grpSpPr>
        <p:sp>
          <p:nvSpPr>
            <p:cNvPr id="150" name="Google Shape;150;p16"/>
            <p:cNvSpPr/>
            <p:nvPr/>
          </p:nvSpPr>
          <p:spPr>
            <a:xfrm flipH="1">
              <a:off x="-1591278" y="72047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51" name="Google Shape;151;p16"/>
            <p:cNvSpPr/>
            <p:nvPr/>
          </p:nvSpPr>
          <p:spPr>
            <a:xfrm flipH="1">
              <a:off x="-1633468" y="103249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52" name="Google Shape;152;p16"/>
            <p:cNvSpPr/>
            <p:nvPr/>
          </p:nvSpPr>
          <p:spPr>
            <a:xfrm flipH="1">
              <a:off x="-1900650" y="72047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2568484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53"/>
        <p:cNvGrpSpPr/>
        <p:nvPr/>
      </p:nvGrpSpPr>
      <p:grpSpPr>
        <a:xfrm>
          <a:off x="0" y="0"/>
          <a:ext cx="0" cy="0"/>
          <a:chOff x="0" y="0"/>
          <a:chExt cx="0" cy="0"/>
        </a:xfrm>
      </p:grpSpPr>
      <p:sp>
        <p:nvSpPr>
          <p:cNvPr id="154" name="Google Shape;154;p17"/>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55" name="Google Shape;155;p17"/>
          <p:cNvSpPr txBox="1">
            <a:spLocks noGrp="1"/>
          </p:cNvSpPr>
          <p:nvPr>
            <p:ph type="subTitle" idx="1"/>
          </p:nvPr>
        </p:nvSpPr>
        <p:spPr>
          <a:xfrm>
            <a:off x="950967" y="3439767"/>
            <a:ext cx="3040800" cy="186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56" name="Google Shape;156;p17"/>
          <p:cNvSpPr txBox="1">
            <a:spLocks noGrp="1"/>
          </p:cNvSpPr>
          <p:nvPr>
            <p:ph type="subTitle" idx="2"/>
          </p:nvPr>
        </p:nvSpPr>
        <p:spPr>
          <a:xfrm>
            <a:off x="4346267" y="3439767"/>
            <a:ext cx="3040800" cy="186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57" name="Google Shape;157;p17"/>
          <p:cNvSpPr txBox="1">
            <a:spLocks noGrp="1"/>
          </p:cNvSpPr>
          <p:nvPr>
            <p:ph type="subTitle" idx="3"/>
          </p:nvPr>
        </p:nvSpPr>
        <p:spPr>
          <a:xfrm>
            <a:off x="7742033" y="3439767"/>
            <a:ext cx="3040800" cy="186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58" name="Google Shape;158;p17"/>
          <p:cNvSpPr txBox="1">
            <a:spLocks noGrp="1"/>
          </p:cNvSpPr>
          <p:nvPr>
            <p:ph type="subTitle" idx="4"/>
          </p:nvPr>
        </p:nvSpPr>
        <p:spPr>
          <a:xfrm>
            <a:off x="950967" y="2612100"/>
            <a:ext cx="3040800" cy="70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59" name="Google Shape;159;p17"/>
          <p:cNvSpPr txBox="1">
            <a:spLocks noGrp="1"/>
          </p:cNvSpPr>
          <p:nvPr>
            <p:ph type="subTitle" idx="5"/>
          </p:nvPr>
        </p:nvSpPr>
        <p:spPr>
          <a:xfrm>
            <a:off x="4346272" y="2612100"/>
            <a:ext cx="3040800" cy="70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60" name="Google Shape;160;p17"/>
          <p:cNvSpPr txBox="1">
            <a:spLocks noGrp="1"/>
          </p:cNvSpPr>
          <p:nvPr>
            <p:ph type="subTitle" idx="6"/>
          </p:nvPr>
        </p:nvSpPr>
        <p:spPr>
          <a:xfrm>
            <a:off x="7742033" y="2612100"/>
            <a:ext cx="3040800" cy="70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grpSp>
        <p:nvGrpSpPr>
          <p:cNvPr id="161" name="Google Shape;161;p17"/>
          <p:cNvGrpSpPr/>
          <p:nvPr/>
        </p:nvGrpSpPr>
        <p:grpSpPr>
          <a:xfrm rot="10800000" flipH="1">
            <a:off x="6865600" y="-2965302"/>
            <a:ext cx="7084491" cy="6861268"/>
            <a:chOff x="5263075" y="2238848"/>
            <a:chExt cx="5313368" cy="5145951"/>
          </a:xfrm>
        </p:grpSpPr>
        <p:sp>
          <p:nvSpPr>
            <p:cNvPr id="162" name="Google Shape;162;p17"/>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63" name="Google Shape;163;p17"/>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64" name="Google Shape;164;p17"/>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165" name="Google Shape;165;p17"/>
          <p:cNvGrpSpPr/>
          <p:nvPr/>
        </p:nvGrpSpPr>
        <p:grpSpPr>
          <a:xfrm>
            <a:off x="83686" y="5261771"/>
            <a:ext cx="2466721" cy="3026543"/>
            <a:chOff x="5119300" y="3450025"/>
            <a:chExt cx="2148213" cy="2635749"/>
          </a:xfrm>
        </p:grpSpPr>
        <p:pic>
          <p:nvPicPr>
            <p:cNvPr id="166" name="Google Shape;166;p17"/>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167" name="Google Shape;167;p17"/>
            <p:cNvPicPr preferRelativeResize="0"/>
            <p:nvPr/>
          </p:nvPicPr>
          <p:blipFill>
            <a:blip r:embed="rId2">
              <a:alphaModFix/>
            </a:blip>
            <a:stretch>
              <a:fillRect/>
            </a:stretch>
          </p:blipFill>
          <p:spPr>
            <a:xfrm>
              <a:off x="5576500" y="4392300"/>
              <a:ext cx="1691013" cy="1693474"/>
            </a:xfrm>
            <a:prstGeom prst="rect">
              <a:avLst/>
            </a:prstGeom>
            <a:noFill/>
            <a:ln>
              <a:noFill/>
            </a:ln>
          </p:spPr>
        </p:pic>
      </p:grpSp>
      <p:cxnSp>
        <p:nvCxnSpPr>
          <p:cNvPr id="168" name="Google Shape;168;p17"/>
          <p:cNvCxnSpPr/>
          <p:nvPr/>
        </p:nvCxnSpPr>
        <p:spPr>
          <a:xfrm>
            <a:off x="1102600" y="547267"/>
            <a:ext cx="812800" cy="0"/>
          </a:xfrm>
          <a:prstGeom prst="straightConnector1">
            <a:avLst/>
          </a:prstGeom>
          <a:noFill/>
          <a:ln w="28575" cap="flat" cmpd="sng">
            <a:solidFill>
              <a:schemeClr val="dk2"/>
            </a:solidFill>
            <a:prstDash val="solid"/>
            <a:round/>
            <a:headEnd type="none" w="med" len="med"/>
            <a:tailEnd type="none" w="med" len="med"/>
          </a:ln>
        </p:spPr>
      </p:cxnSp>
      <p:pic>
        <p:nvPicPr>
          <p:cNvPr id="169" name="Google Shape;169;p17"/>
          <p:cNvPicPr preferRelativeResize="0"/>
          <p:nvPr/>
        </p:nvPicPr>
        <p:blipFill>
          <a:blip r:embed="rId3">
            <a:alphaModFix amt="21000"/>
          </a:blip>
          <a:stretch>
            <a:fillRect/>
          </a:stretch>
        </p:blipFill>
        <p:spPr>
          <a:xfrm rot="10800000" flipH="1">
            <a:off x="8057636" y="5543095"/>
            <a:ext cx="6366801" cy="3385461"/>
          </a:xfrm>
          <a:prstGeom prst="rect">
            <a:avLst/>
          </a:prstGeom>
          <a:noFill/>
          <a:ln>
            <a:noFill/>
          </a:ln>
        </p:spPr>
      </p:pic>
      <p:pic>
        <p:nvPicPr>
          <p:cNvPr id="170" name="Google Shape;170;p17"/>
          <p:cNvPicPr preferRelativeResize="0"/>
          <p:nvPr/>
        </p:nvPicPr>
        <p:blipFill>
          <a:blip r:embed="rId4">
            <a:alphaModFix amt="79000"/>
          </a:blip>
          <a:stretch>
            <a:fillRect/>
          </a:stretch>
        </p:blipFill>
        <p:spPr>
          <a:xfrm>
            <a:off x="10469001" y="5120149"/>
            <a:ext cx="3125799" cy="3128340"/>
          </a:xfrm>
          <a:prstGeom prst="rect">
            <a:avLst/>
          </a:prstGeom>
          <a:noFill/>
          <a:ln>
            <a:noFill/>
          </a:ln>
        </p:spPr>
      </p:pic>
    </p:spTree>
    <p:extLst>
      <p:ext uri="{BB962C8B-B14F-4D97-AF65-F5344CB8AC3E}">
        <p14:creationId xmlns:p14="http://schemas.microsoft.com/office/powerpoint/2010/main" val="8956594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71"/>
        <p:cNvGrpSpPr/>
        <p:nvPr/>
      </p:nvGrpSpPr>
      <p:grpSpPr>
        <a:xfrm>
          <a:off x="0" y="0"/>
          <a:ext cx="0" cy="0"/>
          <a:chOff x="0" y="0"/>
          <a:chExt cx="0" cy="0"/>
        </a:xfrm>
      </p:grpSpPr>
      <p:sp>
        <p:nvSpPr>
          <p:cNvPr id="172" name="Google Shape;172;p1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73" name="Google Shape;173;p18"/>
          <p:cNvSpPr txBox="1">
            <a:spLocks noGrp="1"/>
          </p:cNvSpPr>
          <p:nvPr>
            <p:ph type="subTitle" idx="1"/>
          </p:nvPr>
        </p:nvSpPr>
        <p:spPr>
          <a:xfrm>
            <a:off x="960000" y="2433467"/>
            <a:ext cx="3847200" cy="116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74" name="Google Shape;174;p18"/>
          <p:cNvSpPr txBox="1">
            <a:spLocks noGrp="1"/>
          </p:cNvSpPr>
          <p:nvPr>
            <p:ph type="subTitle" idx="2"/>
          </p:nvPr>
        </p:nvSpPr>
        <p:spPr>
          <a:xfrm>
            <a:off x="6062063" y="2433467"/>
            <a:ext cx="3847200" cy="116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75" name="Google Shape;175;p18"/>
          <p:cNvSpPr txBox="1">
            <a:spLocks noGrp="1"/>
          </p:cNvSpPr>
          <p:nvPr>
            <p:ph type="subTitle" idx="3"/>
          </p:nvPr>
        </p:nvSpPr>
        <p:spPr>
          <a:xfrm>
            <a:off x="960000" y="4444367"/>
            <a:ext cx="3847200" cy="116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76" name="Google Shape;176;p18"/>
          <p:cNvSpPr txBox="1">
            <a:spLocks noGrp="1"/>
          </p:cNvSpPr>
          <p:nvPr>
            <p:ph type="subTitle" idx="4"/>
          </p:nvPr>
        </p:nvSpPr>
        <p:spPr>
          <a:xfrm>
            <a:off x="6062063" y="4444367"/>
            <a:ext cx="3847200" cy="116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77" name="Google Shape;177;p18"/>
          <p:cNvSpPr txBox="1">
            <a:spLocks noGrp="1"/>
          </p:cNvSpPr>
          <p:nvPr>
            <p:ph type="subTitle" idx="5"/>
          </p:nvPr>
        </p:nvSpPr>
        <p:spPr>
          <a:xfrm>
            <a:off x="960000" y="1940733"/>
            <a:ext cx="38472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78" name="Google Shape;178;p18"/>
          <p:cNvSpPr txBox="1">
            <a:spLocks noGrp="1"/>
          </p:cNvSpPr>
          <p:nvPr>
            <p:ph type="subTitle" idx="6"/>
          </p:nvPr>
        </p:nvSpPr>
        <p:spPr>
          <a:xfrm>
            <a:off x="960000" y="3951733"/>
            <a:ext cx="38472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79" name="Google Shape;179;p18"/>
          <p:cNvSpPr txBox="1">
            <a:spLocks noGrp="1"/>
          </p:cNvSpPr>
          <p:nvPr>
            <p:ph type="subTitle" idx="7"/>
          </p:nvPr>
        </p:nvSpPr>
        <p:spPr>
          <a:xfrm>
            <a:off x="6062033" y="1940733"/>
            <a:ext cx="38472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80" name="Google Shape;180;p18"/>
          <p:cNvSpPr txBox="1">
            <a:spLocks noGrp="1"/>
          </p:cNvSpPr>
          <p:nvPr>
            <p:ph type="subTitle" idx="8"/>
          </p:nvPr>
        </p:nvSpPr>
        <p:spPr>
          <a:xfrm>
            <a:off x="6062033" y="3951733"/>
            <a:ext cx="38472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grpSp>
        <p:nvGrpSpPr>
          <p:cNvPr id="181" name="Google Shape;181;p18"/>
          <p:cNvGrpSpPr/>
          <p:nvPr/>
        </p:nvGrpSpPr>
        <p:grpSpPr>
          <a:xfrm>
            <a:off x="-1249814" y="4156871"/>
            <a:ext cx="2466721" cy="3026543"/>
            <a:chOff x="5119300" y="3450025"/>
            <a:chExt cx="2148213" cy="2635749"/>
          </a:xfrm>
        </p:grpSpPr>
        <p:pic>
          <p:nvPicPr>
            <p:cNvPr id="182" name="Google Shape;182;p18"/>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183" name="Google Shape;183;p18"/>
            <p:cNvPicPr preferRelativeResize="0"/>
            <p:nvPr/>
          </p:nvPicPr>
          <p:blipFill>
            <a:blip r:embed="rId2">
              <a:alphaModFix/>
            </a:blip>
            <a:stretch>
              <a:fillRect/>
            </a:stretch>
          </p:blipFill>
          <p:spPr>
            <a:xfrm>
              <a:off x="5576500" y="4392300"/>
              <a:ext cx="1691013" cy="1693474"/>
            </a:xfrm>
            <a:prstGeom prst="rect">
              <a:avLst/>
            </a:prstGeom>
            <a:noFill/>
            <a:ln>
              <a:noFill/>
            </a:ln>
          </p:spPr>
        </p:pic>
      </p:grpSp>
      <p:grpSp>
        <p:nvGrpSpPr>
          <p:cNvPr id="184" name="Google Shape;184;p18"/>
          <p:cNvGrpSpPr/>
          <p:nvPr/>
        </p:nvGrpSpPr>
        <p:grpSpPr>
          <a:xfrm>
            <a:off x="7907000" y="2347031"/>
            <a:ext cx="7084491" cy="6861268"/>
            <a:chOff x="5263075" y="2238848"/>
            <a:chExt cx="5313368" cy="5145951"/>
          </a:xfrm>
        </p:grpSpPr>
        <p:sp>
          <p:nvSpPr>
            <p:cNvPr id="185" name="Google Shape;185;p18"/>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86" name="Google Shape;186;p18"/>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87" name="Google Shape;187;p18"/>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cxnSp>
        <p:nvCxnSpPr>
          <p:cNvPr id="188" name="Google Shape;188;p18"/>
          <p:cNvCxnSpPr/>
          <p:nvPr/>
        </p:nvCxnSpPr>
        <p:spPr>
          <a:xfrm>
            <a:off x="1102600" y="547267"/>
            <a:ext cx="812800" cy="0"/>
          </a:xfrm>
          <a:prstGeom prst="straightConnector1">
            <a:avLst/>
          </a:prstGeom>
          <a:noFill/>
          <a:ln w="28575" cap="flat" cmpd="sng">
            <a:solidFill>
              <a:schemeClr val="dk2"/>
            </a:solidFill>
            <a:prstDash val="solid"/>
            <a:round/>
            <a:headEnd type="none" w="med" len="med"/>
            <a:tailEnd type="none" w="med" len="med"/>
          </a:ln>
        </p:spPr>
      </p:cxnSp>
      <p:pic>
        <p:nvPicPr>
          <p:cNvPr id="189" name="Google Shape;189;p18"/>
          <p:cNvPicPr preferRelativeResize="0"/>
          <p:nvPr/>
        </p:nvPicPr>
        <p:blipFill>
          <a:blip r:embed="rId3">
            <a:alphaModFix amt="79000"/>
          </a:blip>
          <a:stretch>
            <a:fillRect/>
          </a:stretch>
        </p:blipFill>
        <p:spPr>
          <a:xfrm>
            <a:off x="10319267" y="-1758337"/>
            <a:ext cx="3125799" cy="3128340"/>
          </a:xfrm>
          <a:prstGeom prst="rect">
            <a:avLst/>
          </a:prstGeom>
          <a:noFill/>
          <a:ln>
            <a:noFill/>
          </a:ln>
        </p:spPr>
      </p:pic>
      <p:pic>
        <p:nvPicPr>
          <p:cNvPr id="190" name="Google Shape;190;p18"/>
          <p:cNvPicPr preferRelativeResize="0"/>
          <p:nvPr/>
        </p:nvPicPr>
        <p:blipFill>
          <a:blip r:embed="rId4">
            <a:alphaModFix amt="21000"/>
          </a:blip>
          <a:stretch>
            <a:fillRect/>
          </a:stretch>
        </p:blipFill>
        <p:spPr>
          <a:xfrm>
            <a:off x="7806302" y="-1828805"/>
            <a:ext cx="6366801" cy="3385461"/>
          </a:xfrm>
          <a:prstGeom prst="rect">
            <a:avLst/>
          </a:prstGeom>
          <a:noFill/>
          <a:ln>
            <a:noFill/>
          </a:ln>
        </p:spPr>
      </p:pic>
    </p:spTree>
    <p:extLst>
      <p:ext uri="{BB962C8B-B14F-4D97-AF65-F5344CB8AC3E}">
        <p14:creationId xmlns:p14="http://schemas.microsoft.com/office/powerpoint/2010/main" val="2814276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91"/>
        <p:cNvGrpSpPr/>
        <p:nvPr/>
      </p:nvGrpSpPr>
      <p:grpSpPr>
        <a:xfrm>
          <a:off x="0" y="0"/>
          <a:ext cx="0" cy="0"/>
          <a:chOff x="0" y="0"/>
          <a:chExt cx="0" cy="0"/>
        </a:xfrm>
      </p:grpSpPr>
      <p:sp>
        <p:nvSpPr>
          <p:cNvPr id="192" name="Google Shape;192;p1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93" name="Google Shape;193;p19"/>
          <p:cNvSpPr txBox="1">
            <a:spLocks noGrp="1"/>
          </p:cNvSpPr>
          <p:nvPr>
            <p:ph type="subTitle" idx="1"/>
          </p:nvPr>
        </p:nvSpPr>
        <p:spPr>
          <a:xfrm>
            <a:off x="960000" y="2280215"/>
            <a:ext cx="27460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94" name="Google Shape;194;p19"/>
          <p:cNvSpPr txBox="1">
            <a:spLocks noGrp="1"/>
          </p:cNvSpPr>
          <p:nvPr>
            <p:ph type="subTitle" idx="2"/>
          </p:nvPr>
        </p:nvSpPr>
        <p:spPr>
          <a:xfrm>
            <a:off x="4162400" y="2280215"/>
            <a:ext cx="27460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95" name="Google Shape;195;p19"/>
          <p:cNvSpPr txBox="1">
            <a:spLocks noGrp="1"/>
          </p:cNvSpPr>
          <p:nvPr>
            <p:ph type="subTitle" idx="3"/>
          </p:nvPr>
        </p:nvSpPr>
        <p:spPr>
          <a:xfrm>
            <a:off x="960000" y="4587267"/>
            <a:ext cx="27460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96" name="Google Shape;196;p19"/>
          <p:cNvSpPr txBox="1">
            <a:spLocks noGrp="1"/>
          </p:cNvSpPr>
          <p:nvPr>
            <p:ph type="subTitle" idx="4"/>
          </p:nvPr>
        </p:nvSpPr>
        <p:spPr>
          <a:xfrm>
            <a:off x="4162400" y="4587267"/>
            <a:ext cx="27460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97" name="Google Shape;197;p19"/>
          <p:cNvSpPr txBox="1">
            <a:spLocks noGrp="1"/>
          </p:cNvSpPr>
          <p:nvPr>
            <p:ph type="subTitle" idx="5"/>
          </p:nvPr>
        </p:nvSpPr>
        <p:spPr>
          <a:xfrm>
            <a:off x="7364800" y="2280215"/>
            <a:ext cx="27460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98" name="Google Shape;198;p19"/>
          <p:cNvSpPr txBox="1">
            <a:spLocks noGrp="1"/>
          </p:cNvSpPr>
          <p:nvPr>
            <p:ph type="subTitle" idx="6"/>
          </p:nvPr>
        </p:nvSpPr>
        <p:spPr>
          <a:xfrm>
            <a:off x="7364800" y="4587267"/>
            <a:ext cx="27460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99" name="Google Shape;199;p19"/>
          <p:cNvSpPr txBox="1">
            <a:spLocks noGrp="1"/>
          </p:cNvSpPr>
          <p:nvPr>
            <p:ph type="subTitle" idx="7"/>
          </p:nvPr>
        </p:nvSpPr>
        <p:spPr>
          <a:xfrm>
            <a:off x="960000" y="1781700"/>
            <a:ext cx="27460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200" name="Google Shape;200;p19"/>
          <p:cNvSpPr txBox="1">
            <a:spLocks noGrp="1"/>
          </p:cNvSpPr>
          <p:nvPr>
            <p:ph type="subTitle" idx="8"/>
          </p:nvPr>
        </p:nvSpPr>
        <p:spPr>
          <a:xfrm>
            <a:off x="4162400" y="1781700"/>
            <a:ext cx="27460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201" name="Google Shape;201;p19"/>
          <p:cNvSpPr txBox="1">
            <a:spLocks noGrp="1"/>
          </p:cNvSpPr>
          <p:nvPr>
            <p:ph type="subTitle" idx="9"/>
          </p:nvPr>
        </p:nvSpPr>
        <p:spPr>
          <a:xfrm>
            <a:off x="7364800" y="1781700"/>
            <a:ext cx="27460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202" name="Google Shape;202;p19"/>
          <p:cNvSpPr txBox="1">
            <a:spLocks noGrp="1"/>
          </p:cNvSpPr>
          <p:nvPr>
            <p:ph type="subTitle" idx="13"/>
          </p:nvPr>
        </p:nvSpPr>
        <p:spPr>
          <a:xfrm>
            <a:off x="960000" y="4084469"/>
            <a:ext cx="27460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203" name="Google Shape;203;p19"/>
          <p:cNvSpPr txBox="1">
            <a:spLocks noGrp="1"/>
          </p:cNvSpPr>
          <p:nvPr>
            <p:ph type="subTitle" idx="14"/>
          </p:nvPr>
        </p:nvSpPr>
        <p:spPr>
          <a:xfrm>
            <a:off x="4162400" y="4084469"/>
            <a:ext cx="27460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204" name="Google Shape;204;p19"/>
          <p:cNvSpPr txBox="1">
            <a:spLocks noGrp="1"/>
          </p:cNvSpPr>
          <p:nvPr>
            <p:ph type="subTitle" idx="15"/>
          </p:nvPr>
        </p:nvSpPr>
        <p:spPr>
          <a:xfrm>
            <a:off x="7364800" y="4084469"/>
            <a:ext cx="27460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grpSp>
        <p:nvGrpSpPr>
          <p:cNvPr id="205" name="Google Shape;205;p19"/>
          <p:cNvGrpSpPr/>
          <p:nvPr/>
        </p:nvGrpSpPr>
        <p:grpSpPr>
          <a:xfrm rot="10800000" flipH="1">
            <a:off x="6865600" y="-2965302"/>
            <a:ext cx="7084491" cy="6861268"/>
            <a:chOff x="5263075" y="2238848"/>
            <a:chExt cx="5313368" cy="5145951"/>
          </a:xfrm>
        </p:grpSpPr>
        <p:sp>
          <p:nvSpPr>
            <p:cNvPr id="206" name="Google Shape;206;p19"/>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07" name="Google Shape;207;p19"/>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08" name="Google Shape;208;p19"/>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pic>
        <p:nvPicPr>
          <p:cNvPr id="209" name="Google Shape;209;p19"/>
          <p:cNvPicPr preferRelativeResize="0"/>
          <p:nvPr/>
        </p:nvPicPr>
        <p:blipFill>
          <a:blip r:embed="rId2">
            <a:alphaModFix amt="21000"/>
          </a:blip>
          <a:stretch>
            <a:fillRect/>
          </a:stretch>
        </p:blipFill>
        <p:spPr>
          <a:xfrm rot="10800000" flipH="1">
            <a:off x="9114402" y="5321895"/>
            <a:ext cx="6366801" cy="3385461"/>
          </a:xfrm>
          <a:prstGeom prst="rect">
            <a:avLst/>
          </a:prstGeom>
          <a:noFill/>
          <a:ln>
            <a:noFill/>
          </a:ln>
        </p:spPr>
      </p:pic>
      <p:pic>
        <p:nvPicPr>
          <p:cNvPr id="210" name="Google Shape;210;p19"/>
          <p:cNvPicPr preferRelativeResize="0"/>
          <p:nvPr/>
        </p:nvPicPr>
        <p:blipFill>
          <a:blip r:embed="rId3">
            <a:alphaModFix amt="79000"/>
          </a:blip>
          <a:stretch>
            <a:fillRect/>
          </a:stretch>
        </p:blipFill>
        <p:spPr>
          <a:xfrm>
            <a:off x="10141467" y="4962449"/>
            <a:ext cx="3125799" cy="3128340"/>
          </a:xfrm>
          <a:prstGeom prst="rect">
            <a:avLst/>
          </a:prstGeom>
          <a:noFill/>
          <a:ln>
            <a:noFill/>
          </a:ln>
        </p:spPr>
      </p:pic>
      <p:cxnSp>
        <p:nvCxnSpPr>
          <p:cNvPr id="211" name="Google Shape;211;p19"/>
          <p:cNvCxnSpPr/>
          <p:nvPr/>
        </p:nvCxnSpPr>
        <p:spPr>
          <a:xfrm>
            <a:off x="1102600" y="547267"/>
            <a:ext cx="812800"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37998013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212"/>
        <p:cNvGrpSpPr/>
        <p:nvPr/>
      </p:nvGrpSpPr>
      <p:grpSpPr>
        <a:xfrm>
          <a:off x="0" y="0"/>
          <a:ext cx="0" cy="0"/>
          <a:chOff x="0" y="0"/>
          <a:chExt cx="0" cy="0"/>
        </a:xfrm>
      </p:grpSpPr>
      <p:sp>
        <p:nvSpPr>
          <p:cNvPr id="213" name="Google Shape;213;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cxnSp>
        <p:nvCxnSpPr>
          <p:cNvPr id="214" name="Google Shape;214;p20"/>
          <p:cNvCxnSpPr/>
          <p:nvPr/>
        </p:nvCxnSpPr>
        <p:spPr>
          <a:xfrm>
            <a:off x="1102600" y="547267"/>
            <a:ext cx="812800" cy="0"/>
          </a:xfrm>
          <a:prstGeom prst="straightConnector1">
            <a:avLst/>
          </a:prstGeom>
          <a:noFill/>
          <a:ln w="28575" cap="flat" cmpd="sng">
            <a:solidFill>
              <a:schemeClr val="dk2"/>
            </a:solidFill>
            <a:prstDash val="solid"/>
            <a:round/>
            <a:headEnd type="none" w="med" len="med"/>
            <a:tailEnd type="none" w="med" len="med"/>
          </a:ln>
        </p:spPr>
      </p:cxnSp>
      <p:grpSp>
        <p:nvGrpSpPr>
          <p:cNvPr id="215" name="Google Shape;215;p20"/>
          <p:cNvGrpSpPr/>
          <p:nvPr/>
        </p:nvGrpSpPr>
        <p:grpSpPr>
          <a:xfrm>
            <a:off x="8512743" y="2920953"/>
            <a:ext cx="6072117" cy="5880792"/>
            <a:chOff x="5263075" y="2238848"/>
            <a:chExt cx="5313368" cy="5145951"/>
          </a:xfrm>
        </p:grpSpPr>
        <p:sp>
          <p:nvSpPr>
            <p:cNvPr id="216" name="Google Shape;216;p20"/>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17" name="Google Shape;217;p20"/>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18" name="Google Shape;218;p20"/>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219" name="Google Shape;219;p20"/>
          <p:cNvGrpSpPr/>
          <p:nvPr/>
        </p:nvGrpSpPr>
        <p:grpSpPr>
          <a:xfrm>
            <a:off x="-1249814" y="4156871"/>
            <a:ext cx="2466721" cy="3026543"/>
            <a:chOff x="5119300" y="3450025"/>
            <a:chExt cx="2148213" cy="2635749"/>
          </a:xfrm>
        </p:grpSpPr>
        <p:pic>
          <p:nvPicPr>
            <p:cNvPr id="220" name="Google Shape;220;p20"/>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221" name="Google Shape;221;p20"/>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222" name="Google Shape;222;p20"/>
          <p:cNvPicPr preferRelativeResize="0"/>
          <p:nvPr/>
        </p:nvPicPr>
        <p:blipFill>
          <a:blip r:embed="rId3">
            <a:alphaModFix amt="21000"/>
          </a:blip>
          <a:stretch>
            <a:fillRect/>
          </a:stretch>
        </p:blipFill>
        <p:spPr>
          <a:xfrm>
            <a:off x="7806302" y="-1828805"/>
            <a:ext cx="6366801" cy="3385461"/>
          </a:xfrm>
          <a:prstGeom prst="rect">
            <a:avLst/>
          </a:prstGeom>
          <a:noFill/>
          <a:ln>
            <a:noFill/>
          </a:ln>
        </p:spPr>
      </p:pic>
    </p:spTree>
    <p:extLst>
      <p:ext uri="{BB962C8B-B14F-4D97-AF65-F5344CB8AC3E}">
        <p14:creationId xmlns:p14="http://schemas.microsoft.com/office/powerpoint/2010/main" val="26216006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23"/>
        <p:cNvGrpSpPr/>
        <p:nvPr/>
      </p:nvGrpSpPr>
      <p:grpSpPr>
        <a:xfrm>
          <a:off x="0" y="0"/>
          <a:ext cx="0" cy="0"/>
          <a:chOff x="0" y="0"/>
          <a:chExt cx="0" cy="0"/>
        </a:xfrm>
      </p:grpSpPr>
      <p:sp>
        <p:nvSpPr>
          <p:cNvPr id="224" name="Google Shape;224;p21"/>
          <p:cNvSpPr txBox="1">
            <a:spLocks noGrp="1"/>
          </p:cNvSpPr>
          <p:nvPr>
            <p:ph type="title"/>
          </p:nvPr>
        </p:nvSpPr>
        <p:spPr>
          <a:xfrm>
            <a:off x="951033" y="1285305"/>
            <a:ext cx="5930800" cy="1240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72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225" name="Google Shape;225;p21"/>
          <p:cNvSpPr txBox="1">
            <a:spLocks noGrp="1"/>
          </p:cNvSpPr>
          <p:nvPr>
            <p:ph type="subTitle" idx="1"/>
          </p:nvPr>
        </p:nvSpPr>
        <p:spPr>
          <a:xfrm>
            <a:off x="950967" y="2454600"/>
            <a:ext cx="5930800" cy="141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20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226" name="Google Shape;226;p21"/>
          <p:cNvSpPr txBox="1"/>
          <p:nvPr/>
        </p:nvSpPr>
        <p:spPr>
          <a:xfrm>
            <a:off x="950967" y="4637500"/>
            <a:ext cx="5060800" cy="10080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600" b="1">
                <a:solidFill>
                  <a:schemeClr val="dk1"/>
                </a:solidFill>
                <a:latin typeface="Golos Text"/>
                <a:ea typeface="Golos Text"/>
                <a:cs typeface="Golos Text"/>
                <a:sym typeface="Golos Text"/>
              </a:rPr>
              <a:t>CREDITS:</a:t>
            </a:r>
            <a:r>
              <a:rPr lang="en" sz="1600">
                <a:solidFill>
                  <a:schemeClr val="dk1"/>
                </a:solidFill>
                <a:latin typeface="Golos Text"/>
                <a:ea typeface="Golos Text"/>
                <a:cs typeface="Golos Text"/>
                <a:sym typeface="Golos Text"/>
              </a:rPr>
              <a:t> This presentation template was created by </a:t>
            </a:r>
            <a:r>
              <a:rPr lang="en" sz="1600" b="1" u="sng">
                <a:solidFill>
                  <a:schemeClr val="dk1"/>
                </a:solidFill>
                <a:latin typeface="Golos Text"/>
                <a:ea typeface="Golos Text"/>
                <a:cs typeface="Golos Text"/>
                <a:sym typeface="Golos Text"/>
                <a:hlinkClick r:id="rId2">
                  <a:extLst>
                    <a:ext uri="{A12FA001-AC4F-418D-AE19-62706E023703}">
                      <ahyp:hlinkClr xmlns:ahyp="http://schemas.microsoft.com/office/drawing/2018/hyperlinkcolor" val="tx"/>
                    </a:ext>
                  </a:extLst>
                </a:hlinkClick>
              </a:rPr>
              <a:t>Slidesgo</a:t>
            </a:r>
            <a:r>
              <a:rPr lang="en" sz="1600">
                <a:solidFill>
                  <a:schemeClr val="dk1"/>
                </a:solidFill>
                <a:latin typeface="Golos Text"/>
                <a:ea typeface="Golos Text"/>
                <a:cs typeface="Golos Text"/>
                <a:sym typeface="Golos Text"/>
              </a:rPr>
              <a:t>, and includes icons by </a:t>
            </a:r>
            <a:r>
              <a:rPr lang="en" sz="1600" b="1" u="sng">
                <a:solidFill>
                  <a:schemeClr val="dk1"/>
                </a:solidFill>
                <a:latin typeface="Golos Text"/>
                <a:ea typeface="Golos Text"/>
                <a:cs typeface="Golos Text"/>
                <a:sym typeface="Golos Text"/>
                <a:hlinkClick r:id="rId3">
                  <a:extLst>
                    <a:ext uri="{A12FA001-AC4F-418D-AE19-62706E023703}">
                      <ahyp:hlinkClr xmlns:ahyp="http://schemas.microsoft.com/office/drawing/2018/hyperlinkcolor" val="tx"/>
                    </a:ext>
                  </a:extLst>
                </a:hlinkClick>
              </a:rPr>
              <a:t>Flaticon</a:t>
            </a:r>
            <a:r>
              <a:rPr lang="en" sz="1600">
                <a:solidFill>
                  <a:schemeClr val="dk1"/>
                </a:solidFill>
                <a:latin typeface="Golos Text"/>
                <a:ea typeface="Golos Text"/>
                <a:cs typeface="Golos Text"/>
                <a:sym typeface="Golos Text"/>
              </a:rPr>
              <a:t>, and infographics &amp; images by </a:t>
            </a:r>
            <a:r>
              <a:rPr lang="en" sz="1600" b="1" u="sng">
                <a:solidFill>
                  <a:schemeClr val="dk1"/>
                </a:solidFill>
                <a:latin typeface="Golos Text"/>
                <a:ea typeface="Golos Text"/>
                <a:cs typeface="Golos Text"/>
                <a:sym typeface="Golos Text"/>
                <a:hlinkClick r:id="rId4">
                  <a:extLst>
                    <a:ext uri="{A12FA001-AC4F-418D-AE19-62706E023703}">
                      <ahyp:hlinkClr xmlns:ahyp="http://schemas.microsoft.com/office/drawing/2018/hyperlinkcolor" val="tx"/>
                    </a:ext>
                  </a:extLst>
                </a:hlinkClick>
              </a:rPr>
              <a:t>Freepik</a:t>
            </a:r>
            <a:r>
              <a:rPr lang="en" sz="1600" u="sng">
                <a:solidFill>
                  <a:schemeClr val="dk1"/>
                </a:solidFill>
                <a:latin typeface="Golos Text"/>
                <a:ea typeface="Golos Text"/>
                <a:cs typeface="Golos Text"/>
                <a:sym typeface="Golos Text"/>
              </a:rPr>
              <a:t> </a:t>
            </a:r>
            <a:endParaRPr sz="1600" b="1" u="sng">
              <a:solidFill>
                <a:schemeClr val="dk1"/>
              </a:solidFill>
              <a:latin typeface="Golos Text"/>
              <a:ea typeface="Golos Text"/>
              <a:cs typeface="Golos Text"/>
              <a:sym typeface="Golos Text"/>
            </a:endParaRPr>
          </a:p>
        </p:txBody>
      </p:sp>
    </p:spTree>
    <p:extLst>
      <p:ext uri="{BB962C8B-B14F-4D97-AF65-F5344CB8AC3E}">
        <p14:creationId xmlns:p14="http://schemas.microsoft.com/office/powerpoint/2010/main" val="22045244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27"/>
        <p:cNvGrpSpPr/>
        <p:nvPr/>
      </p:nvGrpSpPr>
      <p:grpSpPr>
        <a:xfrm>
          <a:off x="0" y="0"/>
          <a:ext cx="0" cy="0"/>
          <a:chOff x="0" y="0"/>
          <a:chExt cx="0" cy="0"/>
        </a:xfrm>
      </p:grpSpPr>
      <p:grpSp>
        <p:nvGrpSpPr>
          <p:cNvPr id="228" name="Google Shape;228;p22"/>
          <p:cNvGrpSpPr/>
          <p:nvPr/>
        </p:nvGrpSpPr>
        <p:grpSpPr>
          <a:xfrm rot="10800000" flipH="1">
            <a:off x="6560800" y="-1847702"/>
            <a:ext cx="7084491" cy="6861268"/>
            <a:chOff x="5263075" y="2238848"/>
            <a:chExt cx="5313368" cy="5145951"/>
          </a:xfrm>
        </p:grpSpPr>
        <p:sp>
          <p:nvSpPr>
            <p:cNvPr id="229" name="Google Shape;229;p22"/>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30" name="Google Shape;230;p22"/>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31" name="Google Shape;231;p22"/>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232" name="Google Shape;232;p22"/>
          <p:cNvGrpSpPr/>
          <p:nvPr/>
        </p:nvGrpSpPr>
        <p:grpSpPr>
          <a:xfrm>
            <a:off x="-480097" y="4823271"/>
            <a:ext cx="2466721" cy="3026543"/>
            <a:chOff x="5119300" y="3450025"/>
            <a:chExt cx="2148213" cy="2635749"/>
          </a:xfrm>
        </p:grpSpPr>
        <p:pic>
          <p:nvPicPr>
            <p:cNvPr id="233" name="Google Shape;233;p22"/>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234" name="Google Shape;234;p22"/>
            <p:cNvPicPr preferRelativeResize="0"/>
            <p:nvPr/>
          </p:nvPicPr>
          <p:blipFill>
            <a:blip r:embed="rId2">
              <a:alphaModFix/>
            </a:blip>
            <a:stretch>
              <a:fillRect/>
            </a:stretch>
          </p:blipFill>
          <p:spPr>
            <a:xfrm>
              <a:off x="5576500" y="4392300"/>
              <a:ext cx="1691013" cy="1693474"/>
            </a:xfrm>
            <a:prstGeom prst="rect">
              <a:avLst/>
            </a:prstGeom>
            <a:noFill/>
            <a:ln>
              <a:noFill/>
            </a:ln>
          </p:spPr>
        </p:pic>
      </p:grpSp>
      <p:grpSp>
        <p:nvGrpSpPr>
          <p:cNvPr id="235" name="Google Shape;235;p22"/>
          <p:cNvGrpSpPr/>
          <p:nvPr/>
        </p:nvGrpSpPr>
        <p:grpSpPr>
          <a:xfrm>
            <a:off x="9694469" y="5368728"/>
            <a:ext cx="6366801" cy="3385461"/>
            <a:chOff x="6835801" y="3991421"/>
            <a:chExt cx="4775101" cy="2539096"/>
          </a:xfrm>
        </p:grpSpPr>
        <p:pic>
          <p:nvPicPr>
            <p:cNvPr id="236" name="Google Shape;236;p22"/>
            <p:cNvPicPr preferRelativeResize="0"/>
            <p:nvPr/>
          </p:nvPicPr>
          <p:blipFill>
            <a:blip r:embed="rId3">
              <a:alphaModFix amt="21000"/>
            </a:blip>
            <a:stretch>
              <a:fillRect/>
            </a:stretch>
          </p:blipFill>
          <p:spPr>
            <a:xfrm rot="10800000" flipH="1">
              <a:off x="6835801" y="3991421"/>
              <a:ext cx="4775101" cy="2539096"/>
            </a:xfrm>
            <a:prstGeom prst="rect">
              <a:avLst/>
            </a:prstGeom>
            <a:noFill/>
            <a:ln>
              <a:noFill/>
            </a:ln>
          </p:spPr>
        </p:pic>
        <p:pic>
          <p:nvPicPr>
            <p:cNvPr id="237" name="Google Shape;237;p22"/>
            <p:cNvPicPr preferRelativeResize="0"/>
            <p:nvPr/>
          </p:nvPicPr>
          <p:blipFill>
            <a:blip r:embed="rId4">
              <a:alphaModFix amt="79000"/>
            </a:blip>
            <a:stretch>
              <a:fillRect/>
            </a:stretch>
          </p:blipFill>
          <p:spPr>
            <a:xfrm>
              <a:off x="7501325" y="4109461"/>
              <a:ext cx="2344349" cy="2346255"/>
            </a:xfrm>
            <a:prstGeom prst="rect">
              <a:avLst/>
            </a:prstGeom>
            <a:noFill/>
            <a:ln>
              <a:noFill/>
            </a:ln>
          </p:spPr>
        </p:pic>
      </p:grpSp>
    </p:spTree>
    <p:extLst>
      <p:ext uri="{BB962C8B-B14F-4D97-AF65-F5344CB8AC3E}">
        <p14:creationId xmlns:p14="http://schemas.microsoft.com/office/powerpoint/2010/main" val="788716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38"/>
        <p:cNvGrpSpPr/>
        <p:nvPr/>
      </p:nvGrpSpPr>
      <p:grpSpPr>
        <a:xfrm>
          <a:off x="0" y="0"/>
          <a:ext cx="0" cy="0"/>
          <a:chOff x="0" y="0"/>
          <a:chExt cx="0" cy="0"/>
        </a:xfrm>
      </p:grpSpPr>
      <p:grpSp>
        <p:nvGrpSpPr>
          <p:cNvPr id="239" name="Google Shape;239;p23"/>
          <p:cNvGrpSpPr/>
          <p:nvPr/>
        </p:nvGrpSpPr>
        <p:grpSpPr>
          <a:xfrm>
            <a:off x="-1293982" y="-1583933"/>
            <a:ext cx="2864284" cy="3514332"/>
            <a:chOff x="5119300" y="3450025"/>
            <a:chExt cx="2148213" cy="2635749"/>
          </a:xfrm>
        </p:grpSpPr>
        <p:pic>
          <p:nvPicPr>
            <p:cNvPr id="240" name="Google Shape;240;p23"/>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241" name="Google Shape;241;p23"/>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242" name="Google Shape;242;p23"/>
          <p:cNvPicPr preferRelativeResize="0"/>
          <p:nvPr/>
        </p:nvPicPr>
        <p:blipFill rotWithShape="1">
          <a:blip r:embed="rId3">
            <a:alphaModFix amt="21000"/>
          </a:blip>
          <a:srcRect l="55932"/>
          <a:stretch/>
        </p:blipFill>
        <p:spPr>
          <a:xfrm>
            <a:off x="-54332" y="-84399"/>
            <a:ext cx="2805733" cy="3385465"/>
          </a:xfrm>
          <a:prstGeom prst="rect">
            <a:avLst/>
          </a:prstGeom>
          <a:noFill/>
          <a:ln>
            <a:noFill/>
          </a:ln>
        </p:spPr>
      </p:pic>
      <p:grpSp>
        <p:nvGrpSpPr>
          <p:cNvPr id="243" name="Google Shape;243;p23"/>
          <p:cNvGrpSpPr/>
          <p:nvPr/>
        </p:nvGrpSpPr>
        <p:grpSpPr>
          <a:xfrm>
            <a:off x="-2229400" y="960631"/>
            <a:ext cx="7084491" cy="6861268"/>
            <a:chOff x="-1900650" y="720473"/>
            <a:chExt cx="5313368" cy="5145951"/>
          </a:xfrm>
        </p:grpSpPr>
        <p:sp>
          <p:nvSpPr>
            <p:cNvPr id="244" name="Google Shape;244;p23"/>
            <p:cNvSpPr/>
            <p:nvPr/>
          </p:nvSpPr>
          <p:spPr>
            <a:xfrm flipH="1">
              <a:off x="-1591278" y="72047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45" name="Google Shape;245;p23"/>
            <p:cNvSpPr/>
            <p:nvPr/>
          </p:nvSpPr>
          <p:spPr>
            <a:xfrm flipH="1">
              <a:off x="-1633468" y="103249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46" name="Google Shape;246;p23"/>
            <p:cNvSpPr/>
            <p:nvPr/>
          </p:nvSpPr>
          <p:spPr>
            <a:xfrm flipH="1">
              <a:off x="-1900650" y="72047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pic>
        <p:nvPicPr>
          <p:cNvPr id="247" name="Google Shape;247;p23"/>
          <p:cNvPicPr preferRelativeResize="0"/>
          <p:nvPr/>
        </p:nvPicPr>
        <p:blipFill>
          <a:blip r:embed="rId4">
            <a:alphaModFix amt="79000"/>
          </a:blip>
          <a:stretch>
            <a:fillRect/>
          </a:stretch>
        </p:blipFill>
        <p:spPr>
          <a:xfrm>
            <a:off x="-735400" y="-766318"/>
            <a:ext cx="3125799" cy="3128340"/>
          </a:xfrm>
          <a:prstGeom prst="rect">
            <a:avLst/>
          </a:prstGeom>
          <a:noFill/>
          <a:ln>
            <a:noFill/>
          </a:ln>
        </p:spPr>
      </p:pic>
    </p:spTree>
    <p:extLst>
      <p:ext uri="{BB962C8B-B14F-4D97-AF65-F5344CB8AC3E}">
        <p14:creationId xmlns:p14="http://schemas.microsoft.com/office/powerpoint/2010/main" val="26671927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60530-2DAB-21A7-A72D-9397755AA7E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44FFF0E-FAC4-69DA-FFCF-C1EC8229B3F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7A4513E-887D-BA47-1B94-B20B23762ED9}"/>
              </a:ext>
            </a:extLst>
          </p:cNvPr>
          <p:cNvSpPr>
            <a:spLocks noGrp="1"/>
          </p:cNvSpPr>
          <p:nvPr>
            <p:ph type="dt" sz="half" idx="10"/>
          </p:nvPr>
        </p:nvSpPr>
        <p:spPr/>
        <p:txBody>
          <a:bodyPr/>
          <a:lstStyle/>
          <a:p>
            <a:fld id="{4CE36787-1671-4CF7-BE5A-DDD3156D71C9}" type="datetimeFigureOut">
              <a:rPr lang="en-GB" smtClean="0"/>
              <a:t>14/06/2026</a:t>
            </a:fld>
            <a:endParaRPr lang="en-GB"/>
          </a:p>
        </p:txBody>
      </p:sp>
      <p:sp>
        <p:nvSpPr>
          <p:cNvPr id="5" name="Footer Placeholder 4">
            <a:extLst>
              <a:ext uri="{FF2B5EF4-FFF2-40B4-BE49-F238E27FC236}">
                <a16:creationId xmlns:a16="http://schemas.microsoft.com/office/drawing/2014/main" id="{859097F2-F084-9369-7D28-BD28E467C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D3E842C-F283-8CBF-91D8-E6362FBD63E8}"/>
              </a:ext>
            </a:extLst>
          </p:cNvPr>
          <p:cNvSpPr>
            <a:spLocks noGrp="1"/>
          </p:cNvSpPr>
          <p:nvPr>
            <p:ph type="sldNum" sz="quarter" idx="12"/>
          </p:nvPr>
        </p:nvSpPr>
        <p:spPr/>
        <p:txBody>
          <a:bodyPr/>
          <a:lstStyle/>
          <a:p>
            <a:fld id="{98E48770-F7C1-4F41-A612-F49530A777BA}" type="slidenum">
              <a:rPr lang="en-GB" smtClean="0"/>
              <a:t>‹#›</a:t>
            </a:fld>
            <a:endParaRPr lang="en-GB"/>
          </a:p>
        </p:txBody>
      </p:sp>
    </p:spTree>
    <p:extLst>
      <p:ext uri="{BB962C8B-B14F-4D97-AF65-F5344CB8AC3E}">
        <p14:creationId xmlns:p14="http://schemas.microsoft.com/office/powerpoint/2010/main" val="4690158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51"/>
        <p:cNvGrpSpPr/>
        <p:nvPr/>
      </p:nvGrpSpPr>
      <p:grpSpPr>
        <a:xfrm>
          <a:off x="0" y="0"/>
          <a:ext cx="0" cy="0"/>
          <a:chOff x="0" y="0"/>
          <a:chExt cx="0" cy="0"/>
        </a:xfrm>
      </p:grpSpPr>
    </p:spTree>
    <p:extLst>
      <p:ext uri="{BB962C8B-B14F-4D97-AF65-F5344CB8AC3E}">
        <p14:creationId xmlns:p14="http://schemas.microsoft.com/office/powerpoint/2010/main" val="30686345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52"/>
        <p:cNvGrpSpPr/>
        <p:nvPr/>
      </p:nvGrpSpPr>
      <p:grpSpPr>
        <a:xfrm>
          <a:off x="0" y="0"/>
          <a:ext cx="0" cy="0"/>
          <a:chOff x="0" y="0"/>
          <a:chExt cx="0" cy="0"/>
        </a:xfrm>
      </p:grpSpPr>
      <p:sp>
        <p:nvSpPr>
          <p:cNvPr id="253" name="Google Shape;253;p26"/>
          <p:cNvSpPr txBox="1">
            <a:spLocks noGrp="1"/>
          </p:cNvSpPr>
          <p:nvPr>
            <p:ph type="title"/>
          </p:nvPr>
        </p:nvSpPr>
        <p:spPr>
          <a:xfrm>
            <a:off x="955700" y="681200"/>
            <a:ext cx="10280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GB"/>
              <a:t>Click to edit Master title style</a:t>
            </a:r>
            <a:endParaRPr/>
          </a:p>
        </p:txBody>
      </p:sp>
    </p:spTree>
    <p:extLst>
      <p:ext uri="{BB962C8B-B14F-4D97-AF65-F5344CB8AC3E}">
        <p14:creationId xmlns:p14="http://schemas.microsoft.com/office/powerpoint/2010/main" val="40740488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1424500"/>
            <a:ext cx="7013200" cy="26180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067"/>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GB"/>
              <a:t>Click to edit Master title style</a:t>
            </a:r>
            <a:endParaRPr/>
          </a:p>
        </p:txBody>
      </p:sp>
      <p:sp>
        <p:nvSpPr>
          <p:cNvPr id="10" name="Google Shape;10;p2"/>
          <p:cNvSpPr txBox="1">
            <a:spLocks noGrp="1"/>
          </p:cNvSpPr>
          <p:nvPr>
            <p:ph type="subTitle" idx="1"/>
          </p:nvPr>
        </p:nvSpPr>
        <p:spPr>
          <a:xfrm>
            <a:off x="950967" y="4140833"/>
            <a:ext cx="3218800" cy="916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2000">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GB"/>
              <a:t>Click to edit Master subtitle style</a:t>
            </a:r>
            <a:endParaRPr/>
          </a:p>
        </p:txBody>
      </p:sp>
    </p:spTree>
    <p:extLst>
      <p:ext uri="{BB962C8B-B14F-4D97-AF65-F5344CB8AC3E}">
        <p14:creationId xmlns:p14="http://schemas.microsoft.com/office/powerpoint/2010/main" val="12753098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5510533" y="3211267"/>
            <a:ext cx="5734800" cy="21396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6667"/>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GB"/>
              <a:t>Click to edit Master title style</a:t>
            </a:r>
            <a:endParaRPr/>
          </a:p>
        </p:txBody>
      </p:sp>
      <p:sp>
        <p:nvSpPr>
          <p:cNvPr id="13" name="Google Shape;13;p3"/>
          <p:cNvSpPr txBox="1">
            <a:spLocks noGrp="1"/>
          </p:cNvSpPr>
          <p:nvPr>
            <p:ph type="title" idx="2" hasCustomPrompt="1"/>
          </p:nvPr>
        </p:nvSpPr>
        <p:spPr>
          <a:xfrm>
            <a:off x="5510533" y="1714567"/>
            <a:ext cx="1934400" cy="13992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Tree>
    <p:extLst>
      <p:ext uri="{BB962C8B-B14F-4D97-AF65-F5344CB8AC3E}">
        <p14:creationId xmlns:p14="http://schemas.microsoft.com/office/powerpoint/2010/main" val="25584804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6" name="Google Shape;16;p4"/>
          <p:cNvSpPr txBox="1">
            <a:spLocks noGrp="1"/>
          </p:cNvSpPr>
          <p:nvPr>
            <p:ph type="body" idx="1"/>
          </p:nvPr>
        </p:nvSpPr>
        <p:spPr>
          <a:xfrm>
            <a:off x="960000" y="1621001"/>
            <a:ext cx="10272000" cy="4620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SzPts val="1200"/>
              <a:buFont typeface="Nunito Light"/>
              <a:buChar char="●"/>
              <a:defRPr/>
            </a:lvl1pPr>
            <a:lvl2pPr marL="1219170" lvl="1" indent="-406390" rtl="0">
              <a:lnSpc>
                <a:spcPct val="100000"/>
              </a:lnSpc>
              <a:spcBef>
                <a:spcPts val="0"/>
              </a:spcBef>
              <a:spcAft>
                <a:spcPts val="0"/>
              </a:spcAft>
              <a:buSzPts val="1200"/>
              <a:buFont typeface="Nunito Light"/>
              <a:buChar char="○"/>
              <a:defRPr/>
            </a:lvl2pPr>
            <a:lvl3pPr marL="1828754" lvl="2" indent="-406390" rtl="0">
              <a:lnSpc>
                <a:spcPct val="100000"/>
              </a:lnSpc>
              <a:spcBef>
                <a:spcPts val="0"/>
              </a:spcBef>
              <a:spcAft>
                <a:spcPts val="0"/>
              </a:spcAft>
              <a:buSzPts val="1200"/>
              <a:buFont typeface="Nunito Light"/>
              <a:buChar char="■"/>
              <a:defRPr/>
            </a:lvl3pPr>
            <a:lvl4pPr marL="2438339" lvl="3" indent="-406390" rtl="0">
              <a:lnSpc>
                <a:spcPct val="100000"/>
              </a:lnSpc>
              <a:spcBef>
                <a:spcPts val="0"/>
              </a:spcBef>
              <a:spcAft>
                <a:spcPts val="0"/>
              </a:spcAft>
              <a:buSzPts val="1200"/>
              <a:buFont typeface="Nunito Light"/>
              <a:buChar char="●"/>
              <a:defRPr/>
            </a:lvl4pPr>
            <a:lvl5pPr marL="3047924" lvl="4" indent="-406390" rtl="0">
              <a:lnSpc>
                <a:spcPct val="100000"/>
              </a:lnSpc>
              <a:spcBef>
                <a:spcPts val="0"/>
              </a:spcBef>
              <a:spcAft>
                <a:spcPts val="0"/>
              </a:spcAft>
              <a:buSzPts val="1200"/>
              <a:buFont typeface="Nunito Light"/>
              <a:buChar char="○"/>
              <a:defRPr/>
            </a:lvl5pPr>
            <a:lvl6pPr marL="3657509" lvl="5" indent="-406390" rtl="0">
              <a:lnSpc>
                <a:spcPct val="100000"/>
              </a:lnSpc>
              <a:spcBef>
                <a:spcPts val="0"/>
              </a:spcBef>
              <a:spcAft>
                <a:spcPts val="0"/>
              </a:spcAft>
              <a:buSzPts val="1200"/>
              <a:buFont typeface="Nunito Light"/>
              <a:buChar char="■"/>
              <a:defRPr/>
            </a:lvl6pPr>
            <a:lvl7pPr marL="4267093" lvl="6" indent="-406390" rtl="0">
              <a:lnSpc>
                <a:spcPct val="100000"/>
              </a:lnSpc>
              <a:spcBef>
                <a:spcPts val="0"/>
              </a:spcBef>
              <a:spcAft>
                <a:spcPts val="0"/>
              </a:spcAft>
              <a:buSzPts val="1200"/>
              <a:buFont typeface="Nunito Light"/>
              <a:buChar char="●"/>
              <a:defRPr/>
            </a:lvl7pPr>
            <a:lvl8pPr marL="4876678" lvl="7" indent="-406390" rtl="0">
              <a:lnSpc>
                <a:spcPct val="100000"/>
              </a:lnSpc>
              <a:spcBef>
                <a:spcPts val="0"/>
              </a:spcBef>
              <a:spcAft>
                <a:spcPts val="0"/>
              </a:spcAft>
              <a:buSzPts val="1200"/>
              <a:buFont typeface="Nunito Light"/>
              <a:buChar char="○"/>
              <a:defRPr/>
            </a:lvl8pPr>
            <a:lvl9pPr marL="5486263" lvl="8" indent="-406390" rtl="0">
              <a:lnSpc>
                <a:spcPct val="100000"/>
              </a:lnSpc>
              <a:spcBef>
                <a:spcPts val="0"/>
              </a:spcBef>
              <a:spcAft>
                <a:spcPts val="0"/>
              </a:spcAft>
              <a:buSzPts val="1200"/>
              <a:buFont typeface="Nunito Light"/>
              <a:buChar char="■"/>
              <a:defRPr/>
            </a:lvl9pPr>
          </a:lstStyle>
          <a:p>
            <a:pPr lvl="0"/>
            <a:r>
              <a:rPr lang="en-GB"/>
              <a:t>Click to edit Master text styles</a:t>
            </a:r>
          </a:p>
        </p:txBody>
      </p:sp>
      <p:pic>
        <p:nvPicPr>
          <p:cNvPr id="17" name="Google Shape;17;p4"/>
          <p:cNvPicPr preferRelativeResize="0"/>
          <p:nvPr/>
        </p:nvPicPr>
        <p:blipFill>
          <a:blip r:embed="rId2">
            <a:alphaModFix amt="21000"/>
          </a:blip>
          <a:stretch>
            <a:fillRect/>
          </a:stretch>
        </p:blipFill>
        <p:spPr>
          <a:xfrm>
            <a:off x="7806302" y="-1828805"/>
            <a:ext cx="6366801" cy="3385461"/>
          </a:xfrm>
          <a:prstGeom prst="rect">
            <a:avLst/>
          </a:prstGeom>
          <a:noFill/>
          <a:ln>
            <a:noFill/>
          </a:ln>
        </p:spPr>
      </p:pic>
      <p:pic>
        <p:nvPicPr>
          <p:cNvPr id="18" name="Google Shape;18;p4"/>
          <p:cNvPicPr preferRelativeResize="0"/>
          <p:nvPr/>
        </p:nvPicPr>
        <p:blipFill>
          <a:blip r:embed="rId3">
            <a:alphaModFix amt="79000"/>
          </a:blip>
          <a:stretch>
            <a:fillRect/>
          </a:stretch>
        </p:blipFill>
        <p:spPr>
          <a:xfrm>
            <a:off x="10319267" y="-1758337"/>
            <a:ext cx="3125799" cy="3128340"/>
          </a:xfrm>
          <a:prstGeom prst="rect">
            <a:avLst/>
          </a:prstGeom>
          <a:noFill/>
          <a:ln>
            <a:noFill/>
          </a:ln>
        </p:spPr>
      </p:pic>
      <p:grpSp>
        <p:nvGrpSpPr>
          <p:cNvPr id="19" name="Google Shape;19;p4"/>
          <p:cNvGrpSpPr/>
          <p:nvPr/>
        </p:nvGrpSpPr>
        <p:grpSpPr>
          <a:xfrm>
            <a:off x="-1249814" y="4156871"/>
            <a:ext cx="2466721" cy="3026543"/>
            <a:chOff x="5119300" y="3450025"/>
            <a:chExt cx="2148213" cy="2635749"/>
          </a:xfrm>
        </p:grpSpPr>
        <p:pic>
          <p:nvPicPr>
            <p:cNvPr id="20" name="Google Shape;20;p4"/>
            <p:cNvPicPr preferRelativeResize="0"/>
            <p:nvPr/>
          </p:nvPicPr>
          <p:blipFill>
            <a:blip r:embed="rId4">
              <a:alphaModFix/>
            </a:blip>
            <a:stretch>
              <a:fillRect/>
            </a:stretch>
          </p:blipFill>
          <p:spPr>
            <a:xfrm>
              <a:off x="5119300" y="3450025"/>
              <a:ext cx="1691013" cy="1693474"/>
            </a:xfrm>
            <a:prstGeom prst="rect">
              <a:avLst/>
            </a:prstGeom>
            <a:noFill/>
            <a:ln>
              <a:noFill/>
            </a:ln>
          </p:spPr>
        </p:pic>
        <p:pic>
          <p:nvPicPr>
            <p:cNvPr id="21" name="Google Shape;21;p4"/>
            <p:cNvPicPr preferRelativeResize="0"/>
            <p:nvPr/>
          </p:nvPicPr>
          <p:blipFill>
            <a:blip r:embed="rId4">
              <a:alphaModFix/>
            </a:blip>
            <a:stretch>
              <a:fillRect/>
            </a:stretch>
          </p:blipFill>
          <p:spPr>
            <a:xfrm>
              <a:off x="5576500" y="4392300"/>
              <a:ext cx="1691013" cy="1693474"/>
            </a:xfrm>
            <a:prstGeom prst="rect">
              <a:avLst/>
            </a:prstGeom>
            <a:noFill/>
            <a:ln>
              <a:noFill/>
            </a:ln>
          </p:spPr>
        </p:pic>
      </p:grpSp>
      <p:grpSp>
        <p:nvGrpSpPr>
          <p:cNvPr id="22" name="Google Shape;22;p4"/>
          <p:cNvGrpSpPr/>
          <p:nvPr/>
        </p:nvGrpSpPr>
        <p:grpSpPr>
          <a:xfrm>
            <a:off x="7907000" y="2347031"/>
            <a:ext cx="7084491" cy="6861268"/>
            <a:chOff x="5263075" y="2238848"/>
            <a:chExt cx="5313368" cy="5145951"/>
          </a:xfrm>
        </p:grpSpPr>
        <p:sp>
          <p:nvSpPr>
            <p:cNvPr id="23" name="Google Shape;23;p4"/>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4" name="Google Shape;24;p4"/>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5" name="Google Shape;25;p4"/>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cxnSp>
        <p:nvCxnSpPr>
          <p:cNvPr id="26" name="Google Shape;26;p4"/>
          <p:cNvCxnSpPr/>
          <p:nvPr/>
        </p:nvCxnSpPr>
        <p:spPr>
          <a:xfrm>
            <a:off x="1102600" y="547267"/>
            <a:ext cx="812800"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36046120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7"/>
        <p:cNvGrpSpPr/>
        <p:nvPr/>
      </p:nvGrpSpPr>
      <p:grpSpPr>
        <a:xfrm>
          <a:off x="0" y="0"/>
          <a:ext cx="0" cy="0"/>
          <a:chOff x="0" y="0"/>
          <a:chExt cx="0" cy="0"/>
        </a:xfrm>
      </p:grpSpPr>
      <p:sp>
        <p:nvSpPr>
          <p:cNvPr id="28" name="Google Shape;28;p5"/>
          <p:cNvSpPr txBox="1">
            <a:spLocks noGrp="1"/>
          </p:cNvSpPr>
          <p:nvPr>
            <p:ph type="subTitle" idx="1"/>
          </p:nvPr>
        </p:nvSpPr>
        <p:spPr>
          <a:xfrm>
            <a:off x="6040933" y="3864001"/>
            <a:ext cx="3876400" cy="192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29" name="Google Shape;29;p5"/>
          <p:cNvSpPr txBox="1">
            <a:spLocks noGrp="1"/>
          </p:cNvSpPr>
          <p:nvPr>
            <p:ph type="subTitle" idx="2"/>
          </p:nvPr>
        </p:nvSpPr>
        <p:spPr>
          <a:xfrm>
            <a:off x="950967" y="3864001"/>
            <a:ext cx="3876400" cy="192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30" name="Google Shape;30;p5"/>
          <p:cNvSpPr txBox="1">
            <a:spLocks noGrp="1"/>
          </p:cNvSpPr>
          <p:nvPr>
            <p:ph type="subTitle" idx="3"/>
          </p:nvPr>
        </p:nvSpPr>
        <p:spPr>
          <a:xfrm>
            <a:off x="950967" y="2997533"/>
            <a:ext cx="3876400" cy="74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31" name="Google Shape;31;p5"/>
          <p:cNvSpPr txBox="1">
            <a:spLocks noGrp="1"/>
          </p:cNvSpPr>
          <p:nvPr>
            <p:ph type="subTitle" idx="4"/>
          </p:nvPr>
        </p:nvSpPr>
        <p:spPr>
          <a:xfrm>
            <a:off x="6040936" y="2997533"/>
            <a:ext cx="3876400" cy="74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32" name="Google Shape;32;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grpSp>
        <p:nvGrpSpPr>
          <p:cNvPr id="33" name="Google Shape;33;p5"/>
          <p:cNvGrpSpPr/>
          <p:nvPr/>
        </p:nvGrpSpPr>
        <p:grpSpPr>
          <a:xfrm>
            <a:off x="7907000" y="2347031"/>
            <a:ext cx="7084491" cy="6861268"/>
            <a:chOff x="5263075" y="2238848"/>
            <a:chExt cx="5313368" cy="5145951"/>
          </a:xfrm>
        </p:grpSpPr>
        <p:sp>
          <p:nvSpPr>
            <p:cNvPr id="34" name="Google Shape;34;p5"/>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5" name="Google Shape;35;p5"/>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36" name="Google Shape;36;p5"/>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37" name="Google Shape;37;p5"/>
          <p:cNvGrpSpPr/>
          <p:nvPr/>
        </p:nvGrpSpPr>
        <p:grpSpPr>
          <a:xfrm>
            <a:off x="-1249814" y="4156871"/>
            <a:ext cx="2466721" cy="3026543"/>
            <a:chOff x="5119300" y="3450025"/>
            <a:chExt cx="2148213" cy="2635749"/>
          </a:xfrm>
        </p:grpSpPr>
        <p:pic>
          <p:nvPicPr>
            <p:cNvPr id="38" name="Google Shape;38;p5"/>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39" name="Google Shape;39;p5"/>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40" name="Google Shape;40;p5"/>
          <p:cNvPicPr preferRelativeResize="0"/>
          <p:nvPr/>
        </p:nvPicPr>
        <p:blipFill>
          <a:blip r:embed="rId3">
            <a:alphaModFix amt="21000"/>
          </a:blip>
          <a:stretch>
            <a:fillRect/>
          </a:stretch>
        </p:blipFill>
        <p:spPr>
          <a:xfrm>
            <a:off x="7806302" y="-1828805"/>
            <a:ext cx="6366801" cy="3385461"/>
          </a:xfrm>
          <a:prstGeom prst="rect">
            <a:avLst/>
          </a:prstGeom>
          <a:noFill/>
          <a:ln>
            <a:noFill/>
          </a:ln>
        </p:spPr>
      </p:pic>
      <p:pic>
        <p:nvPicPr>
          <p:cNvPr id="41" name="Google Shape;41;p5"/>
          <p:cNvPicPr preferRelativeResize="0"/>
          <p:nvPr/>
        </p:nvPicPr>
        <p:blipFill>
          <a:blip r:embed="rId4">
            <a:alphaModFix amt="79000"/>
          </a:blip>
          <a:stretch>
            <a:fillRect/>
          </a:stretch>
        </p:blipFill>
        <p:spPr>
          <a:xfrm>
            <a:off x="10319267" y="-1758337"/>
            <a:ext cx="3125799" cy="3128340"/>
          </a:xfrm>
          <a:prstGeom prst="rect">
            <a:avLst/>
          </a:prstGeom>
          <a:noFill/>
          <a:ln>
            <a:noFill/>
          </a:ln>
        </p:spPr>
      </p:pic>
      <p:cxnSp>
        <p:nvCxnSpPr>
          <p:cNvPr id="42" name="Google Shape;42;p5"/>
          <p:cNvCxnSpPr/>
          <p:nvPr/>
        </p:nvCxnSpPr>
        <p:spPr>
          <a:xfrm>
            <a:off x="1102600" y="547267"/>
            <a:ext cx="812800"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7052998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6"/>
        <p:cNvGrpSpPr/>
        <p:nvPr/>
      </p:nvGrpSpPr>
      <p:grpSpPr>
        <a:xfrm>
          <a:off x="0" y="0"/>
          <a:ext cx="0" cy="0"/>
          <a:chOff x="0" y="0"/>
          <a:chExt cx="0" cy="0"/>
        </a:xfrm>
      </p:grpSpPr>
      <p:sp>
        <p:nvSpPr>
          <p:cNvPr id="57" name="Google Shape;57;p7"/>
          <p:cNvSpPr txBox="1">
            <a:spLocks noGrp="1"/>
          </p:cNvSpPr>
          <p:nvPr>
            <p:ph type="title"/>
          </p:nvPr>
        </p:nvSpPr>
        <p:spPr>
          <a:xfrm>
            <a:off x="950967" y="1830167"/>
            <a:ext cx="5145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58" name="Google Shape;58;p7"/>
          <p:cNvSpPr txBox="1">
            <a:spLocks noGrp="1"/>
          </p:cNvSpPr>
          <p:nvPr>
            <p:ph type="subTitle" idx="1"/>
          </p:nvPr>
        </p:nvSpPr>
        <p:spPr>
          <a:xfrm>
            <a:off x="950967" y="2772033"/>
            <a:ext cx="5145200" cy="238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r>
              <a:rPr lang="en-GB"/>
              <a:t>Click to edit Master subtitle style</a:t>
            </a:r>
            <a:endParaRPr/>
          </a:p>
        </p:txBody>
      </p:sp>
      <p:sp>
        <p:nvSpPr>
          <p:cNvPr id="59" name="Google Shape;59;p7"/>
          <p:cNvSpPr>
            <a:spLocks noGrp="1"/>
          </p:cNvSpPr>
          <p:nvPr>
            <p:ph type="pic" idx="2"/>
          </p:nvPr>
        </p:nvSpPr>
        <p:spPr>
          <a:xfrm>
            <a:off x="6579800" y="0"/>
            <a:ext cx="5612400" cy="6858000"/>
          </a:xfrm>
          <a:prstGeom prst="rect">
            <a:avLst/>
          </a:prstGeom>
          <a:noFill/>
          <a:ln>
            <a:noFill/>
          </a:ln>
        </p:spPr>
        <p:txBody>
          <a:bodyPr/>
          <a:lstStyle/>
          <a:p>
            <a:endParaRPr lang="en-GB"/>
          </a:p>
        </p:txBody>
      </p:sp>
      <p:pic>
        <p:nvPicPr>
          <p:cNvPr id="60" name="Google Shape;60;p7"/>
          <p:cNvPicPr preferRelativeResize="0"/>
          <p:nvPr/>
        </p:nvPicPr>
        <p:blipFill>
          <a:blip r:embed="rId2">
            <a:alphaModFix amt="21000"/>
          </a:blip>
          <a:stretch>
            <a:fillRect/>
          </a:stretch>
        </p:blipFill>
        <p:spPr>
          <a:xfrm>
            <a:off x="-3115698" y="-1854205"/>
            <a:ext cx="6366801" cy="3385461"/>
          </a:xfrm>
          <a:prstGeom prst="rect">
            <a:avLst/>
          </a:prstGeom>
          <a:noFill/>
          <a:ln>
            <a:noFill/>
          </a:ln>
        </p:spPr>
      </p:pic>
      <p:grpSp>
        <p:nvGrpSpPr>
          <p:cNvPr id="61" name="Google Shape;61;p7"/>
          <p:cNvGrpSpPr/>
          <p:nvPr/>
        </p:nvGrpSpPr>
        <p:grpSpPr>
          <a:xfrm>
            <a:off x="-1249814" y="4156871"/>
            <a:ext cx="2466721" cy="3026543"/>
            <a:chOff x="5119300" y="3450025"/>
            <a:chExt cx="2148213" cy="2635749"/>
          </a:xfrm>
        </p:grpSpPr>
        <p:pic>
          <p:nvPicPr>
            <p:cNvPr id="62" name="Google Shape;62;p7"/>
            <p:cNvPicPr preferRelativeResize="0"/>
            <p:nvPr/>
          </p:nvPicPr>
          <p:blipFill>
            <a:blip r:embed="rId3">
              <a:alphaModFix/>
            </a:blip>
            <a:stretch>
              <a:fillRect/>
            </a:stretch>
          </p:blipFill>
          <p:spPr>
            <a:xfrm>
              <a:off x="5119300" y="3450025"/>
              <a:ext cx="1691013" cy="1693474"/>
            </a:xfrm>
            <a:prstGeom prst="rect">
              <a:avLst/>
            </a:prstGeom>
            <a:noFill/>
            <a:ln>
              <a:noFill/>
            </a:ln>
          </p:spPr>
        </p:pic>
        <p:pic>
          <p:nvPicPr>
            <p:cNvPr id="63" name="Google Shape;63;p7"/>
            <p:cNvPicPr preferRelativeResize="0"/>
            <p:nvPr/>
          </p:nvPicPr>
          <p:blipFill>
            <a:blip r:embed="rId3">
              <a:alphaModFix/>
            </a:blip>
            <a:stretch>
              <a:fillRect/>
            </a:stretch>
          </p:blipFill>
          <p:spPr>
            <a:xfrm>
              <a:off x="5576500" y="4392300"/>
              <a:ext cx="1691013" cy="1693474"/>
            </a:xfrm>
            <a:prstGeom prst="rect">
              <a:avLst/>
            </a:prstGeom>
            <a:noFill/>
            <a:ln>
              <a:noFill/>
            </a:ln>
          </p:spPr>
        </p:pic>
      </p:grpSp>
      <p:pic>
        <p:nvPicPr>
          <p:cNvPr id="64" name="Google Shape;64;p7"/>
          <p:cNvPicPr preferRelativeResize="0"/>
          <p:nvPr/>
        </p:nvPicPr>
        <p:blipFill>
          <a:blip r:embed="rId4">
            <a:alphaModFix amt="79000"/>
          </a:blip>
          <a:stretch>
            <a:fillRect/>
          </a:stretch>
        </p:blipFill>
        <p:spPr>
          <a:xfrm>
            <a:off x="-1009133" y="-1854203"/>
            <a:ext cx="3125799" cy="3128340"/>
          </a:xfrm>
          <a:prstGeom prst="rect">
            <a:avLst/>
          </a:prstGeom>
          <a:noFill/>
          <a:ln>
            <a:noFill/>
          </a:ln>
        </p:spPr>
      </p:pic>
    </p:spTree>
    <p:extLst>
      <p:ext uri="{BB962C8B-B14F-4D97-AF65-F5344CB8AC3E}">
        <p14:creationId xmlns:p14="http://schemas.microsoft.com/office/powerpoint/2010/main" val="36649118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5"/>
        <p:cNvGrpSpPr/>
        <p:nvPr/>
      </p:nvGrpSpPr>
      <p:grpSpPr>
        <a:xfrm>
          <a:off x="0" y="0"/>
          <a:ext cx="0" cy="0"/>
          <a:chOff x="0" y="0"/>
          <a:chExt cx="0" cy="0"/>
        </a:xfrm>
      </p:grpSpPr>
      <p:sp>
        <p:nvSpPr>
          <p:cNvPr id="66" name="Google Shape;66;p8"/>
          <p:cNvSpPr txBox="1">
            <a:spLocks noGrp="1"/>
          </p:cNvSpPr>
          <p:nvPr>
            <p:ph type="title"/>
          </p:nvPr>
        </p:nvSpPr>
        <p:spPr>
          <a:xfrm>
            <a:off x="1095533" y="1742800"/>
            <a:ext cx="6010800" cy="33724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GB"/>
              <a:t>Click to edit Master title style</a:t>
            </a:r>
            <a:endParaRPr/>
          </a:p>
        </p:txBody>
      </p:sp>
      <p:grpSp>
        <p:nvGrpSpPr>
          <p:cNvPr id="67" name="Google Shape;67;p8"/>
          <p:cNvGrpSpPr/>
          <p:nvPr/>
        </p:nvGrpSpPr>
        <p:grpSpPr>
          <a:xfrm>
            <a:off x="6383000" y="2347031"/>
            <a:ext cx="7084491" cy="6861268"/>
            <a:chOff x="5263075" y="2238848"/>
            <a:chExt cx="5313368" cy="5145951"/>
          </a:xfrm>
        </p:grpSpPr>
        <p:sp>
          <p:nvSpPr>
            <p:cNvPr id="68" name="Google Shape;68;p8"/>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69" name="Google Shape;69;p8"/>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70" name="Google Shape;70;p8"/>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71" name="Google Shape;71;p8"/>
          <p:cNvGrpSpPr/>
          <p:nvPr/>
        </p:nvGrpSpPr>
        <p:grpSpPr>
          <a:xfrm>
            <a:off x="-1249814" y="4156871"/>
            <a:ext cx="2466721" cy="3026543"/>
            <a:chOff x="5119300" y="3450025"/>
            <a:chExt cx="2148213" cy="2635749"/>
          </a:xfrm>
        </p:grpSpPr>
        <p:pic>
          <p:nvPicPr>
            <p:cNvPr id="72" name="Google Shape;72;p8"/>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73" name="Google Shape;73;p8"/>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74" name="Google Shape;74;p8"/>
          <p:cNvPicPr preferRelativeResize="0"/>
          <p:nvPr/>
        </p:nvPicPr>
        <p:blipFill>
          <a:blip r:embed="rId3">
            <a:alphaModFix amt="21000"/>
          </a:blip>
          <a:stretch>
            <a:fillRect/>
          </a:stretch>
        </p:blipFill>
        <p:spPr>
          <a:xfrm>
            <a:off x="7806302" y="-1828805"/>
            <a:ext cx="6366801" cy="3385461"/>
          </a:xfrm>
          <a:prstGeom prst="rect">
            <a:avLst/>
          </a:prstGeom>
          <a:noFill/>
          <a:ln>
            <a:noFill/>
          </a:ln>
        </p:spPr>
      </p:pic>
      <p:pic>
        <p:nvPicPr>
          <p:cNvPr id="75" name="Google Shape;75;p8"/>
          <p:cNvPicPr preferRelativeResize="0"/>
          <p:nvPr/>
        </p:nvPicPr>
        <p:blipFill>
          <a:blip r:embed="rId4">
            <a:alphaModFix amt="79000"/>
          </a:blip>
          <a:stretch>
            <a:fillRect/>
          </a:stretch>
        </p:blipFill>
        <p:spPr>
          <a:xfrm>
            <a:off x="10319267" y="-1758337"/>
            <a:ext cx="3125799" cy="3128340"/>
          </a:xfrm>
          <a:prstGeom prst="rect">
            <a:avLst/>
          </a:prstGeom>
          <a:noFill/>
          <a:ln>
            <a:noFill/>
          </a:ln>
        </p:spPr>
      </p:pic>
    </p:spTree>
    <p:extLst>
      <p:ext uri="{BB962C8B-B14F-4D97-AF65-F5344CB8AC3E}">
        <p14:creationId xmlns:p14="http://schemas.microsoft.com/office/powerpoint/2010/main" val="4015658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6"/>
        <p:cNvGrpSpPr/>
        <p:nvPr/>
      </p:nvGrpSpPr>
      <p:grpSpPr>
        <a:xfrm>
          <a:off x="0" y="0"/>
          <a:ext cx="0" cy="0"/>
          <a:chOff x="0" y="0"/>
          <a:chExt cx="0" cy="0"/>
        </a:xfrm>
      </p:grpSpPr>
      <p:sp>
        <p:nvSpPr>
          <p:cNvPr id="77" name="Google Shape;77;p9"/>
          <p:cNvSpPr txBox="1">
            <a:spLocks noGrp="1"/>
          </p:cNvSpPr>
          <p:nvPr>
            <p:ph type="title"/>
          </p:nvPr>
        </p:nvSpPr>
        <p:spPr>
          <a:xfrm>
            <a:off x="950967" y="1566267"/>
            <a:ext cx="6497200" cy="26192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r>
              <a:rPr lang="en-GB"/>
              <a:t>Click to edit Master title style</a:t>
            </a:r>
            <a:endParaRPr/>
          </a:p>
        </p:txBody>
      </p:sp>
      <p:sp>
        <p:nvSpPr>
          <p:cNvPr id="78" name="Google Shape;78;p9"/>
          <p:cNvSpPr txBox="1">
            <a:spLocks noGrp="1"/>
          </p:cNvSpPr>
          <p:nvPr>
            <p:ph type="subTitle" idx="1"/>
          </p:nvPr>
        </p:nvSpPr>
        <p:spPr>
          <a:xfrm>
            <a:off x="950967" y="4185467"/>
            <a:ext cx="6497200" cy="89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2133"/>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r>
              <a:rPr lang="en-GB"/>
              <a:t>Click to edit Master subtitle style</a:t>
            </a:r>
            <a:endParaRPr/>
          </a:p>
        </p:txBody>
      </p:sp>
      <p:grpSp>
        <p:nvGrpSpPr>
          <p:cNvPr id="79" name="Google Shape;79;p9"/>
          <p:cNvGrpSpPr/>
          <p:nvPr/>
        </p:nvGrpSpPr>
        <p:grpSpPr>
          <a:xfrm rot="10800000" flipH="1">
            <a:off x="6865600" y="-2965302"/>
            <a:ext cx="7084491" cy="6861268"/>
            <a:chOff x="5263075" y="2238848"/>
            <a:chExt cx="5313368" cy="5145951"/>
          </a:xfrm>
        </p:grpSpPr>
        <p:sp>
          <p:nvSpPr>
            <p:cNvPr id="80" name="Google Shape;80;p9"/>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81" name="Google Shape;81;p9"/>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82" name="Google Shape;82;p9"/>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83" name="Google Shape;83;p9"/>
          <p:cNvGrpSpPr/>
          <p:nvPr/>
        </p:nvGrpSpPr>
        <p:grpSpPr>
          <a:xfrm>
            <a:off x="-480097" y="4823271"/>
            <a:ext cx="2466721" cy="3026543"/>
            <a:chOff x="5119300" y="3450025"/>
            <a:chExt cx="2148213" cy="2635749"/>
          </a:xfrm>
        </p:grpSpPr>
        <p:pic>
          <p:nvPicPr>
            <p:cNvPr id="84" name="Google Shape;84;p9"/>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85" name="Google Shape;85;p9"/>
            <p:cNvPicPr preferRelativeResize="0"/>
            <p:nvPr/>
          </p:nvPicPr>
          <p:blipFill>
            <a:blip r:embed="rId2">
              <a:alphaModFix/>
            </a:blip>
            <a:stretch>
              <a:fillRect/>
            </a:stretch>
          </p:blipFill>
          <p:spPr>
            <a:xfrm>
              <a:off x="5576500" y="4392300"/>
              <a:ext cx="1691013" cy="1693474"/>
            </a:xfrm>
            <a:prstGeom prst="rect">
              <a:avLst/>
            </a:prstGeom>
            <a:noFill/>
            <a:ln>
              <a:noFill/>
            </a:ln>
          </p:spPr>
        </p:pic>
      </p:grpSp>
      <p:grpSp>
        <p:nvGrpSpPr>
          <p:cNvPr id="86" name="Google Shape;86;p9"/>
          <p:cNvGrpSpPr/>
          <p:nvPr/>
        </p:nvGrpSpPr>
        <p:grpSpPr>
          <a:xfrm>
            <a:off x="9694469" y="5368728"/>
            <a:ext cx="6366801" cy="3385461"/>
            <a:chOff x="6835801" y="3991421"/>
            <a:chExt cx="4775101" cy="2539096"/>
          </a:xfrm>
        </p:grpSpPr>
        <p:pic>
          <p:nvPicPr>
            <p:cNvPr id="87" name="Google Shape;87;p9"/>
            <p:cNvPicPr preferRelativeResize="0"/>
            <p:nvPr/>
          </p:nvPicPr>
          <p:blipFill>
            <a:blip r:embed="rId3">
              <a:alphaModFix amt="21000"/>
            </a:blip>
            <a:stretch>
              <a:fillRect/>
            </a:stretch>
          </p:blipFill>
          <p:spPr>
            <a:xfrm rot="10800000" flipH="1">
              <a:off x="6835801" y="3991421"/>
              <a:ext cx="4775101" cy="2539096"/>
            </a:xfrm>
            <a:prstGeom prst="rect">
              <a:avLst/>
            </a:prstGeom>
            <a:noFill/>
            <a:ln>
              <a:noFill/>
            </a:ln>
          </p:spPr>
        </p:pic>
        <p:pic>
          <p:nvPicPr>
            <p:cNvPr id="88" name="Google Shape;88;p9"/>
            <p:cNvPicPr preferRelativeResize="0"/>
            <p:nvPr/>
          </p:nvPicPr>
          <p:blipFill>
            <a:blip r:embed="rId4">
              <a:alphaModFix amt="79000"/>
            </a:blip>
            <a:stretch>
              <a:fillRect/>
            </a:stretch>
          </p:blipFill>
          <p:spPr>
            <a:xfrm>
              <a:off x="7501325" y="4109461"/>
              <a:ext cx="2344349" cy="2346255"/>
            </a:xfrm>
            <a:prstGeom prst="rect">
              <a:avLst/>
            </a:prstGeom>
            <a:noFill/>
            <a:ln>
              <a:noFill/>
            </a:ln>
          </p:spPr>
        </p:pic>
      </p:grpSp>
    </p:spTree>
    <p:extLst>
      <p:ext uri="{BB962C8B-B14F-4D97-AF65-F5344CB8AC3E}">
        <p14:creationId xmlns:p14="http://schemas.microsoft.com/office/powerpoint/2010/main" val="5835717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96"/>
        <p:cNvGrpSpPr/>
        <p:nvPr/>
      </p:nvGrpSpPr>
      <p:grpSpPr>
        <a:xfrm>
          <a:off x="0" y="0"/>
          <a:ext cx="0" cy="0"/>
          <a:chOff x="0" y="0"/>
          <a:chExt cx="0" cy="0"/>
        </a:xfrm>
      </p:grpSpPr>
      <p:grpSp>
        <p:nvGrpSpPr>
          <p:cNvPr id="97" name="Google Shape;97;p13"/>
          <p:cNvGrpSpPr/>
          <p:nvPr/>
        </p:nvGrpSpPr>
        <p:grpSpPr>
          <a:xfrm>
            <a:off x="-1598782" y="-1583933"/>
            <a:ext cx="2864284" cy="3514332"/>
            <a:chOff x="5119300" y="3450025"/>
            <a:chExt cx="2148213" cy="2635749"/>
          </a:xfrm>
        </p:grpSpPr>
        <p:pic>
          <p:nvPicPr>
            <p:cNvPr id="98" name="Google Shape;98;p13"/>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99" name="Google Shape;99;p13"/>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100" name="Google Shape;100;p13"/>
          <p:cNvPicPr preferRelativeResize="0"/>
          <p:nvPr/>
        </p:nvPicPr>
        <p:blipFill rotWithShape="1">
          <a:blip r:embed="rId3">
            <a:alphaModFix amt="79000"/>
          </a:blip>
          <a:srcRect l="43842"/>
          <a:stretch/>
        </p:blipFill>
        <p:spPr>
          <a:xfrm>
            <a:off x="-359133" y="1098267"/>
            <a:ext cx="1755399" cy="3128332"/>
          </a:xfrm>
          <a:prstGeom prst="rect">
            <a:avLst/>
          </a:prstGeom>
          <a:noFill/>
          <a:ln>
            <a:noFill/>
          </a:ln>
        </p:spPr>
      </p:pic>
      <p:sp>
        <p:nvSpPr>
          <p:cNvPr id="101" name="Google Shape;101;p13"/>
          <p:cNvSpPr txBox="1">
            <a:spLocks noGrp="1"/>
          </p:cNvSpPr>
          <p:nvPr>
            <p:ph type="title"/>
          </p:nvPr>
        </p:nvSpPr>
        <p:spPr>
          <a:xfrm>
            <a:off x="3182467" y="593367"/>
            <a:ext cx="80496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02" name="Google Shape;102;p13"/>
          <p:cNvSpPr txBox="1">
            <a:spLocks noGrp="1"/>
          </p:cNvSpPr>
          <p:nvPr>
            <p:ph type="title" idx="2" hasCustomPrompt="1"/>
          </p:nvPr>
        </p:nvSpPr>
        <p:spPr>
          <a:xfrm>
            <a:off x="3182467" y="1706097"/>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03" name="Google Shape;103;p13"/>
          <p:cNvSpPr txBox="1">
            <a:spLocks noGrp="1"/>
          </p:cNvSpPr>
          <p:nvPr>
            <p:ph type="title" idx="3" hasCustomPrompt="1"/>
          </p:nvPr>
        </p:nvSpPr>
        <p:spPr>
          <a:xfrm>
            <a:off x="3182467" y="3617336"/>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04" name="Google Shape;104;p13"/>
          <p:cNvSpPr txBox="1">
            <a:spLocks noGrp="1"/>
          </p:cNvSpPr>
          <p:nvPr>
            <p:ph type="title" idx="4" hasCustomPrompt="1"/>
          </p:nvPr>
        </p:nvSpPr>
        <p:spPr>
          <a:xfrm>
            <a:off x="5968700" y="1706097"/>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05" name="Google Shape;105;p13"/>
          <p:cNvSpPr txBox="1">
            <a:spLocks noGrp="1"/>
          </p:cNvSpPr>
          <p:nvPr>
            <p:ph type="title" idx="5" hasCustomPrompt="1"/>
          </p:nvPr>
        </p:nvSpPr>
        <p:spPr>
          <a:xfrm>
            <a:off x="5968700" y="3617336"/>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06" name="Google Shape;106;p13"/>
          <p:cNvSpPr txBox="1">
            <a:spLocks noGrp="1"/>
          </p:cNvSpPr>
          <p:nvPr>
            <p:ph type="title" idx="6" hasCustomPrompt="1"/>
          </p:nvPr>
        </p:nvSpPr>
        <p:spPr>
          <a:xfrm>
            <a:off x="8754933" y="1706097"/>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07" name="Google Shape;107;p13"/>
          <p:cNvSpPr txBox="1">
            <a:spLocks noGrp="1"/>
          </p:cNvSpPr>
          <p:nvPr>
            <p:ph type="title" idx="7" hasCustomPrompt="1"/>
          </p:nvPr>
        </p:nvSpPr>
        <p:spPr>
          <a:xfrm>
            <a:off x="8754933" y="3617336"/>
            <a:ext cx="979600" cy="763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08" name="Google Shape;108;p13"/>
          <p:cNvSpPr txBox="1">
            <a:spLocks noGrp="1"/>
          </p:cNvSpPr>
          <p:nvPr>
            <p:ph type="subTitle" idx="1"/>
          </p:nvPr>
        </p:nvSpPr>
        <p:spPr>
          <a:xfrm>
            <a:off x="3182467" y="2499567"/>
            <a:ext cx="2480000" cy="105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09" name="Google Shape;109;p13"/>
          <p:cNvSpPr txBox="1">
            <a:spLocks noGrp="1"/>
          </p:cNvSpPr>
          <p:nvPr>
            <p:ph type="subTitle" idx="8"/>
          </p:nvPr>
        </p:nvSpPr>
        <p:spPr>
          <a:xfrm>
            <a:off x="5968700" y="2499567"/>
            <a:ext cx="2480000" cy="105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10" name="Google Shape;110;p13"/>
          <p:cNvSpPr txBox="1">
            <a:spLocks noGrp="1"/>
          </p:cNvSpPr>
          <p:nvPr>
            <p:ph type="subTitle" idx="9"/>
          </p:nvPr>
        </p:nvSpPr>
        <p:spPr>
          <a:xfrm>
            <a:off x="8754933" y="2499567"/>
            <a:ext cx="2480000" cy="105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11" name="Google Shape;111;p13"/>
          <p:cNvSpPr txBox="1">
            <a:spLocks noGrp="1"/>
          </p:cNvSpPr>
          <p:nvPr>
            <p:ph type="subTitle" idx="13"/>
          </p:nvPr>
        </p:nvSpPr>
        <p:spPr>
          <a:xfrm>
            <a:off x="3182467" y="4410700"/>
            <a:ext cx="2480000" cy="105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12" name="Google Shape;112;p13"/>
          <p:cNvSpPr txBox="1">
            <a:spLocks noGrp="1"/>
          </p:cNvSpPr>
          <p:nvPr>
            <p:ph type="subTitle" idx="14"/>
          </p:nvPr>
        </p:nvSpPr>
        <p:spPr>
          <a:xfrm>
            <a:off x="5968700" y="4410700"/>
            <a:ext cx="2480000" cy="105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13" name="Google Shape;113;p13"/>
          <p:cNvSpPr txBox="1">
            <a:spLocks noGrp="1"/>
          </p:cNvSpPr>
          <p:nvPr>
            <p:ph type="subTitle" idx="15"/>
          </p:nvPr>
        </p:nvSpPr>
        <p:spPr>
          <a:xfrm>
            <a:off x="8754933" y="4410700"/>
            <a:ext cx="2480000" cy="105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sz="3200" b="1">
                <a:latin typeface="Raleway"/>
                <a:ea typeface="Raleway"/>
                <a:cs typeface="Raleway"/>
                <a:sym typeface="Raleway"/>
              </a:defRPr>
            </a:lvl2pPr>
            <a:lvl3pPr lvl="2" rtl="0">
              <a:lnSpc>
                <a:spcPct val="100000"/>
              </a:lnSpc>
              <a:spcBef>
                <a:spcPts val="0"/>
              </a:spcBef>
              <a:spcAft>
                <a:spcPts val="0"/>
              </a:spcAft>
              <a:buSzPts val="2400"/>
              <a:buFont typeface="Raleway"/>
              <a:buNone/>
              <a:defRPr sz="3200" b="1">
                <a:latin typeface="Raleway"/>
                <a:ea typeface="Raleway"/>
                <a:cs typeface="Raleway"/>
                <a:sym typeface="Raleway"/>
              </a:defRPr>
            </a:lvl3pPr>
            <a:lvl4pPr lvl="3" rtl="0">
              <a:lnSpc>
                <a:spcPct val="100000"/>
              </a:lnSpc>
              <a:spcBef>
                <a:spcPts val="0"/>
              </a:spcBef>
              <a:spcAft>
                <a:spcPts val="0"/>
              </a:spcAft>
              <a:buSzPts val="2400"/>
              <a:buFont typeface="Raleway"/>
              <a:buNone/>
              <a:defRPr sz="3200" b="1">
                <a:latin typeface="Raleway"/>
                <a:ea typeface="Raleway"/>
                <a:cs typeface="Raleway"/>
                <a:sym typeface="Raleway"/>
              </a:defRPr>
            </a:lvl4pPr>
            <a:lvl5pPr lvl="4" rtl="0">
              <a:lnSpc>
                <a:spcPct val="100000"/>
              </a:lnSpc>
              <a:spcBef>
                <a:spcPts val="0"/>
              </a:spcBef>
              <a:spcAft>
                <a:spcPts val="0"/>
              </a:spcAft>
              <a:buSzPts val="2400"/>
              <a:buFont typeface="Raleway"/>
              <a:buNone/>
              <a:defRPr sz="3200" b="1">
                <a:latin typeface="Raleway"/>
                <a:ea typeface="Raleway"/>
                <a:cs typeface="Raleway"/>
                <a:sym typeface="Raleway"/>
              </a:defRPr>
            </a:lvl5pPr>
            <a:lvl6pPr lvl="5" rtl="0">
              <a:lnSpc>
                <a:spcPct val="100000"/>
              </a:lnSpc>
              <a:spcBef>
                <a:spcPts val="0"/>
              </a:spcBef>
              <a:spcAft>
                <a:spcPts val="0"/>
              </a:spcAft>
              <a:buSzPts val="2400"/>
              <a:buFont typeface="Raleway"/>
              <a:buNone/>
              <a:defRPr sz="3200" b="1">
                <a:latin typeface="Raleway"/>
                <a:ea typeface="Raleway"/>
                <a:cs typeface="Raleway"/>
                <a:sym typeface="Raleway"/>
              </a:defRPr>
            </a:lvl6pPr>
            <a:lvl7pPr lvl="6" rtl="0">
              <a:lnSpc>
                <a:spcPct val="100000"/>
              </a:lnSpc>
              <a:spcBef>
                <a:spcPts val="0"/>
              </a:spcBef>
              <a:spcAft>
                <a:spcPts val="0"/>
              </a:spcAft>
              <a:buSzPts val="2400"/>
              <a:buFont typeface="Raleway"/>
              <a:buNone/>
              <a:defRPr sz="3200" b="1">
                <a:latin typeface="Raleway"/>
                <a:ea typeface="Raleway"/>
                <a:cs typeface="Raleway"/>
                <a:sym typeface="Raleway"/>
              </a:defRPr>
            </a:lvl7pPr>
            <a:lvl8pPr lvl="7" rtl="0">
              <a:lnSpc>
                <a:spcPct val="100000"/>
              </a:lnSpc>
              <a:spcBef>
                <a:spcPts val="0"/>
              </a:spcBef>
              <a:spcAft>
                <a:spcPts val="0"/>
              </a:spcAft>
              <a:buSzPts val="2400"/>
              <a:buFont typeface="Raleway"/>
              <a:buNone/>
              <a:defRPr sz="3200" b="1">
                <a:latin typeface="Raleway"/>
                <a:ea typeface="Raleway"/>
                <a:cs typeface="Raleway"/>
                <a:sym typeface="Raleway"/>
              </a:defRPr>
            </a:lvl8pPr>
            <a:lvl9pPr lvl="8"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pic>
        <p:nvPicPr>
          <p:cNvPr id="114" name="Google Shape;114;p13"/>
          <p:cNvPicPr preferRelativeResize="0"/>
          <p:nvPr/>
        </p:nvPicPr>
        <p:blipFill rotWithShape="1">
          <a:blip r:embed="rId4">
            <a:alphaModFix amt="21000"/>
          </a:blip>
          <a:srcRect l="55932"/>
          <a:stretch/>
        </p:blipFill>
        <p:spPr>
          <a:xfrm>
            <a:off x="-359132" y="-84399"/>
            <a:ext cx="2805733" cy="3385465"/>
          </a:xfrm>
          <a:prstGeom prst="rect">
            <a:avLst/>
          </a:prstGeom>
          <a:noFill/>
          <a:ln>
            <a:noFill/>
          </a:ln>
        </p:spPr>
      </p:pic>
      <p:grpSp>
        <p:nvGrpSpPr>
          <p:cNvPr id="115" name="Google Shape;115;p13"/>
          <p:cNvGrpSpPr/>
          <p:nvPr/>
        </p:nvGrpSpPr>
        <p:grpSpPr>
          <a:xfrm>
            <a:off x="-2534200" y="960631"/>
            <a:ext cx="7084491" cy="6861268"/>
            <a:chOff x="-1900650" y="720473"/>
            <a:chExt cx="5313368" cy="5145951"/>
          </a:xfrm>
        </p:grpSpPr>
        <p:sp>
          <p:nvSpPr>
            <p:cNvPr id="116" name="Google Shape;116;p13"/>
            <p:cNvSpPr/>
            <p:nvPr/>
          </p:nvSpPr>
          <p:spPr>
            <a:xfrm flipH="1">
              <a:off x="-1591278" y="72047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17" name="Google Shape;117;p13"/>
            <p:cNvSpPr/>
            <p:nvPr/>
          </p:nvSpPr>
          <p:spPr>
            <a:xfrm flipH="1">
              <a:off x="-1633468" y="103249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18" name="Google Shape;118;p13"/>
            <p:cNvSpPr/>
            <p:nvPr/>
          </p:nvSpPr>
          <p:spPr>
            <a:xfrm flipH="1">
              <a:off x="-1900650" y="72047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cxnSp>
        <p:nvCxnSpPr>
          <p:cNvPr id="119" name="Google Shape;119;p13"/>
          <p:cNvCxnSpPr/>
          <p:nvPr/>
        </p:nvCxnSpPr>
        <p:spPr>
          <a:xfrm>
            <a:off x="3337800" y="547267"/>
            <a:ext cx="812800"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37953306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20"/>
        <p:cNvGrpSpPr/>
        <p:nvPr/>
      </p:nvGrpSpPr>
      <p:grpSpPr>
        <a:xfrm>
          <a:off x="0" y="0"/>
          <a:ext cx="0" cy="0"/>
          <a:chOff x="0" y="0"/>
          <a:chExt cx="0" cy="0"/>
        </a:xfrm>
      </p:grpSpPr>
      <p:sp>
        <p:nvSpPr>
          <p:cNvPr id="121" name="Google Shape;121;p14"/>
          <p:cNvSpPr>
            <a:spLocks noGrp="1"/>
          </p:cNvSpPr>
          <p:nvPr>
            <p:ph type="pic" idx="2"/>
          </p:nvPr>
        </p:nvSpPr>
        <p:spPr>
          <a:xfrm>
            <a:off x="950967" y="719333"/>
            <a:ext cx="3734800" cy="2335200"/>
          </a:xfrm>
          <a:prstGeom prst="rect">
            <a:avLst/>
          </a:prstGeom>
          <a:noFill/>
          <a:ln>
            <a:noFill/>
          </a:ln>
        </p:spPr>
        <p:txBody>
          <a:bodyPr/>
          <a:lstStyle/>
          <a:p>
            <a:endParaRPr lang="en-GB"/>
          </a:p>
        </p:txBody>
      </p:sp>
      <p:sp>
        <p:nvSpPr>
          <p:cNvPr id="122" name="Google Shape;122;p14"/>
          <p:cNvSpPr>
            <a:spLocks noGrp="1"/>
          </p:cNvSpPr>
          <p:nvPr>
            <p:ph type="pic" idx="3"/>
          </p:nvPr>
        </p:nvSpPr>
        <p:spPr>
          <a:xfrm>
            <a:off x="4895700" y="719333"/>
            <a:ext cx="6345200" cy="3780800"/>
          </a:xfrm>
          <a:prstGeom prst="rect">
            <a:avLst/>
          </a:prstGeom>
          <a:noFill/>
          <a:ln>
            <a:noFill/>
          </a:ln>
        </p:spPr>
        <p:txBody>
          <a:bodyPr/>
          <a:lstStyle/>
          <a:p>
            <a:endParaRPr lang="en-GB"/>
          </a:p>
        </p:txBody>
      </p:sp>
      <p:sp>
        <p:nvSpPr>
          <p:cNvPr id="123" name="Google Shape;123;p14"/>
          <p:cNvSpPr>
            <a:spLocks noGrp="1"/>
          </p:cNvSpPr>
          <p:nvPr>
            <p:ph type="pic" idx="4"/>
          </p:nvPr>
        </p:nvSpPr>
        <p:spPr>
          <a:xfrm>
            <a:off x="950967" y="3264533"/>
            <a:ext cx="3734800" cy="2874400"/>
          </a:xfrm>
          <a:prstGeom prst="rect">
            <a:avLst/>
          </a:prstGeom>
          <a:noFill/>
          <a:ln>
            <a:noFill/>
          </a:ln>
        </p:spPr>
        <p:txBody>
          <a:bodyPr/>
          <a:lstStyle/>
          <a:p>
            <a:endParaRPr lang="en-GB"/>
          </a:p>
        </p:txBody>
      </p:sp>
      <p:sp>
        <p:nvSpPr>
          <p:cNvPr id="124" name="Google Shape;124;p14"/>
          <p:cNvSpPr txBox="1">
            <a:spLocks noGrp="1"/>
          </p:cNvSpPr>
          <p:nvPr>
            <p:ph type="subTitle" idx="1"/>
          </p:nvPr>
        </p:nvSpPr>
        <p:spPr>
          <a:xfrm>
            <a:off x="7700667" y="4870667"/>
            <a:ext cx="3540400" cy="126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grpSp>
        <p:nvGrpSpPr>
          <p:cNvPr id="125" name="Google Shape;125;p14"/>
          <p:cNvGrpSpPr/>
          <p:nvPr/>
        </p:nvGrpSpPr>
        <p:grpSpPr>
          <a:xfrm>
            <a:off x="7399000" y="2956631"/>
            <a:ext cx="7084491" cy="6861268"/>
            <a:chOff x="5263075" y="2238848"/>
            <a:chExt cx="5313368" cy="5145951"/>
          </a:xfrm>
        </p:grpSpPr>
        <p:sp>
          <p:nvSpPr>
            <p:cNvPr id="126" name="Google Shape;126;p14"/>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27" name="Google Shape;127;p14"/>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28" name="Google Shape;128;p14"/>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129" name="Google Shape;129;p14"/>
          <p:cNvGrpSpPr/>
          <p:nvPr/>
        </p:nvGrpSpPr>
        <p:grpSpPr>
          <a:xfrm>
            <a:off x="-1249814" y="4156871"/>
            <a:ext cx="2466721" cy="3026543"/>
            <a:chOff x="5119300" y="3450025"/>
            <a:chExt cx="2148213" cy="2635749"/>
          </a:xfrm>
        </p:grpSpPr>
        <p:pic>
          <p:nvPicPr>
            <p:cNvPr id="130" name="Google Shape;130;p14"/>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131" name="Google Shape;131;p14"/>
            <p:cNvPicPr preferRelativeResize="0"/>
            <p:nvPr/>
          </p:nvPicPr>
          <p:blipFill>
            <a:blip r:embed="rId2">
              <a:alphaModFix/>
            </a:blip>
            <a:stretch>
              <a:fillRect/>
            </a:stretch>
          </p:blipFill>
          <p:spPr>
            <a:xfrm>
              <a:off x="5576500" y="4392300"/>
              <a:ext cx="1691013" cy="1693474"/>
            </a:xfrm>
            <a:prstGeom prst="rect">
              <a:avLst/>
            </a:prstGeom>
            <a:noFill/>
            <a:ln>
              <a:noFill/>
            </a:ln>
          </p:spPr>
        </p:pic>
      </p:grpSp>
      <p:grpSp>
        <p:nvGrpSpPr>
          <p:cNvPr id="132" name="Google Shape;132;p14"/>
          <p:cNvGrpSpPr/>
          <p:nvPr/>
        </p:nvGrpSpPr>
        <p:grpSpPr>
          <a:xfrm>
            <a:off x="7806302" y="-1828805"/>
            <a:ext cx="6366801" cy="3385461"/>
            <a:chOff x="5854726" y="-1371604"/>
            <a:chExt cx="4775101" cy="2539096"/>
          </a:xfrm>
        </p:grpSpPr>
        <p:pic>
          <p:nvPicPr>
            <p:cNvPr id="133" name="Google Shape;133;p14"/>
            <p:cNvPicPr preferRelativeResize="0"/>
            <p:nvPr/>
          </p:nvPicPr>
          <p:blipFill>
            <a:blip r:embed="rId3">
              <a:alphaModFix amt="21000"/>
            </a:blip>
            <a:stretch>
              <a:fillRect/>
            </a:stretch>
          </p:blipFill>
          <p:spPr>
            <a:xfrm>
              <a:off x="5854726" y="-1371604"/>
              <a:ext cx="4775101" cy="2539096"/>
            </a:xfrm>
            <a:prstGeom prst="rect">
              <a:avLst/>
            </a:prstGeom>
            <a:noFill/>
            <a:ln>
              <a:noFill/>
            </a:ln>
          </p:spPr>
        </p:pic>
        <p:pic>
          <p:nvPicPr>
            <p:cNvPr id="134" name="Google Shape;134;p14"/>
            <p:cNvPicPr preferRelativeResize="0"/>
            <p:nvPr/>
          </p:nvPicPr>
          <p:blipFill>
            <a:blip r:embed="rId4">
              <a:alphaModFix amt="79000"/>
            </a:blip>
            <a:stretch>
              <a:fillRect/>
            </a:stretch>
          </p:blipFill>
          <p:spPr>
            <a:xfrm>
              <a:off x="7739450" y="-1318753"/>
              <a:ext cx="2344349" cy="2346255"/>
            </a:xfrm>
            <a:prstGeom prst="rect">
              <a:avLst/>
            </a:prstGeom>
            <a:noFill/>
            <a:ln>
              <a:noFill/>
            </a:ln>
          </p:spPr>
        </p:pic>
      </p:grpSp>
      <p:sp>
        <p:nvSpPr>
          <p:cNvPr id="135" name="Google Shape;135;p14"/>
          <p:cNvSpPr txBox="1">
            <a:spLocks noGrp="1"/>
          </p:cNvSpPr>
          <p:nvPr>
            <p:ph type="title"/>
          </p:nvPr>
        </p:nvSpPr>
        <p:spPr>
          <a:xfrm>
            <a:off x="4895700" y="4870667"/>
            <a:ext cx="2804800" cy="12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Tree>
    <p:extLst>
      <p:ext uri="{BB962C8B-B14F-4D97-AF65-F5344CB8AC3E}">
        <p14:creationId xmlns:p14="http://schemas.microsoft.com/office/powerpoint/2010/main" val="27498752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53"/>
        <p:cNvGrpSpPr/>
        <p:nvPr/>
      </p:nvGrpSpPr>
      <p:grpSpPr>
        <a:xfrm>
          <a:off x="0" y="0"/>
          <a:ext cx="0" cy="0"/>
          <a:chOff x="0" y="0"/>
          <a:chExt cx="0" cy="0"/>
        </a:xfrm>
      </p:grpSpPr>
      <p:sp>
        <p:nvSpPr>
          <p:cNvPr id="154" name="Google Shape;154;p17"/>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55" name="Google Shape;155;p17"/>
          <p:cNvSpPr txBox="1">
            <a:spLocks noGrp="1"/>
          </p:cNvSpPr>
          <p:nvPr>
            <p:ph type="subTitle" idx="1"/>
          </p:nvPr>
        </p:nvSpPr>
        <p:spPr>
          <a:xfrm>
            <a:off x="950967" y="3439767"/>
            <a:ext cx="3040800" cy="186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56" name="Google Shape;156;p17"/>
          <p:cNvSpPr txBox="1">
            <a:spLocks noGrp="1"/>
          </p:cNvSpPr>
          <p:nvPr>
            <p:ph type="subTitle" idx="2"/>
          </p:nvPr>
        </p:nvSpPr>
        <p:spPr>
          <a:xfrm>
            <a:off x="4346267" y="3439767"/>
            <a:ext cx="3040800" cy="186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57" name="Google Shape;157;p17"/>
          <p:cNvSpPr txBox="1">
            <a:spLocks noGrp="1"/>
          </p:cNvSpPr>
          <p:nvPr>
            <p:ph type="subTitle" idx="3"/>
          </p:nvPr>
        </p:nvSpPr>
        <p:spPr>
          <a:xfrm>
            <a:off x="7742033" y="3439767"/>
            <a:ext cx="3040800" cy="186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58" name="Google Shape;158;p17"/>
          <p:cNvSpPr txBox="1">
            <a:spLocks noGrp="1"/>
          </p:cNvSpPr>
          <p:nvPr>
            <p:ph type="subTitle" idx="4"/>
          </p:nvPr>
        </p:nvSpPr>
        <p:spPr>
          <a:xfrm>
            <a:off x="950967" y="2612100"/>
            <a:ext cx="3040800" cy="70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59" name="Google Shape;159;p17"/>
          <p:cNvSpPr txBox="1">
            <a:spLocks noGrp="1"/>
          </p:cNvSpPr>
          <p:nvPr>
            <p:ph type="subTitle" idx="5"/>
          </p:nvPr>
        </p:nvSpPr>
        <p:spPr>
          <a:xfrm>
            <a:off x="4346272" y="2612100"/>
            <a:ext cx="3040800" cy="70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60" name="Google Shape;160;p17"/>
          <p:cNvSpPr txBox="1">
            <a:spLocks noGrp="1"/>
          </p:cNvSpPr>
          <p:nvPr>
            <p:ph type="subTitle" idx="6"/>
          </p:nvPr>
        </p:nvSpPr>
        <p:spPr>
          <a:xfrm>
            <a:off x="7742033" y="2612100"/>
            <a:ext cx="3040800" cy="70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grpSp>
        <p:nvGrpSpPr>
          <p:cNvPr id="161" name="Google Shape;161;p17"/>
          <p:cNvGrpSpPr/>
          <p:nvPr/>
        </p:nvGrpSpPr>
        <p:grpSpPr>
          <a:xfrm rot="10800000" flipH="1">
            <a:off x="6865600" y="-2965302"/>
            <a:ext cx="7084491" cy="6861268"/>
            <a:chOff x="5263075" y="2238848"/>
            <a:chExt cx="5313368" cy="5145951"/>
          </a:xfrm>
        </p:grpSpPr>
        <p:sp>
          <p:nvSpPr>
            <p:cNvPr id="162" name="Google Shape;162;p17"/>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63" name="Google Shape;163;p17"/>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64" name="Google Shape;164;p17"/>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165" name="Google Shape;165;p17"/>
          <p:cNvGrpSpPr/>
          <p:nvPr/>
        </p:nvGrpSpPr>
        <p:grpSpPr>
          <a:xfrm>
            <a:off x="83686" y="5261771"/>
            <a:ext cx="2466721" cy="3026543"/>
            <a:chOff x="5119300" y="3450025"/>
            <a:chExt cx="2148213" cy="2635749"/>
          </a:xfrm>
        </p:grpSpPr>
        <p:pic>
          <p:nvPicPr>
            <p:cNvPr id="166" name="Google Shape;166;p17"/>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167" name="Google Shape;167;p17"/>
            <p:cNvPicPr preferRelativeResize="0"/>
            <p:nvPr/>
          </p:nvPicPr>
          <p:blipFill>
            <a:blip r:embed="rId2">
              <a:alphaModFix/>
            </a:blip>
            <a:stretch>
              <a:fillRect/>
            </a:stretch>
          </p:blipFill>
          <p:spPr>
            <a:xfrm>
              <a:off x="5576500" y="4392300"/>
              <a:ext cx="1691013" cy="1693474"/>
            </a:xfrm>
            <a:prstGeom prst="rect">
              <a:avLst/>
            </a:prstGeom>
            <a:noFill/>
            <a:ln>
              <a:noFill/>
            </a:ln>
          </p:spPr>
        </p:pic>
      </p:grpSp>
      <p:cxnSp>
        <p:nvCxnSpPr>
          <p:cNvPr id="168" name="Google Shape;168;p17"/>
          <p:cNvCxnSpPr/>
          <p:nvPr/>
        </p:nvCxnSpPr>
        <p:spPr>
          <a:xfrm>
            <a:off x="1102600" y="547267"/>
            <a:ext cx="812800" cy="0"/>
          </a:xfrm>
          <a:prstGeom prst="straightConnector1">
            <a:avLst/>
          </a:prstGeom>
          <a:noFill/>
          <a:ln w="28575" cap="flat" cmpd="sng">
            <a:solidFill>
              <a:schemeClr val="dk2"/>
            </a:solidFill>
            <a:prstDash val="solid"/>
            <a:round/>
            <a:headEnd type="none" w="med" len="med"/>
            <a:tailEnd type="none" w="med" len="med"/>
          </a:ln>
        </p:spPr>
      </p:cxnSp>
      <p:pic>
        <p:nvPicPr>
          <p:cNvPr id="169" name="Google Shape;169;p17"/>
          <p:cNvPicPr preferRelativeResize="0"/>
          <p:nvPr/>
        </p:nvPicPr>
        <p:blipFill>
          <a:blip r:embed="rId3">
            <a:alphaModFix amt="21000"/>
          </a:blip>
          <a:stretch>
            <a:fillRect/>
          </a:stretch>
        </p:blipFill>
        <p:spPr>
          <a:xfrm rot="10800000" flipH="1">
            <a:off x="8057636" y="5543095"/>
            <a:ext cx="6366801" cy="3385461"/>
          </a:xfrm>
          <a:prstGeom prst="rect">
            <a:avLst/>
          </a:prstGeom>
          <a:noFill/>
          <a:ln>
            <a:noFill/>
          </a:ln>
        </p:spPr>
      </p:pic>
      <p:pic>
        <p:nvPicPr>
          <p:cNvPr id="170" name="Google Shape;170;p17"/>
          <p:cNvPicPr preferRelativeResize="0"/>
          <p:nvPr/>
        </p:nvPicPr>
        <p:blipFill>
          <a:blip r:embed="rId4">
            <a:alphaModFix amt="79000"/>
          </a:blip>
          <a:stretch>
            <a:fillRect/>
          </a:stretch>
        </p:blipFill>
        <p:spPr>
          <a:xfrm>
            <a:off x="10469001" y="5120149"/>
            <a:ext cx="3125799" cy="3128340"/>
          </a:xfrm>
          <a:prstGeom prst="rect">
            <a:avLst/>
          </a:prstGeom>
          <a:noFill/>
          <a:ln>
            <a:noFill/>
          </a:ln>
        </p:spPr>
      </p:pic>
    </p:spTree>
    <p:extLst>
      <p:ext uri="{BB962C8B-B14F-4D97-AF65-F5344CB8AC3E}">
        <p14:creationId xmlns:p14="http://schemas.microsoft.com/office/powerpoint/2010/main" val="11822333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71"/>
        <p:cNvGrpSpPr/>
        <p:nvPr/>
      </p:nvGrpSpPr>
      <p:grpSpPr>
        <a:xfrm>
          <a:off x="0" y="0"/>
          <a:ext cx="0" cy="0"/>
          <a:chOff x="0" y="0"/>
          <a:chExt cx="0" cy="0"/>
        </a:xfrm>
      </p:grpSpPr>
      <p:sp>
        <p:nvSpPr>
          <p:cNvPr id="172" name="Google Shape;172;p1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173" name="Google Shape;173;p18"/>
          <p:cNvSpPr txBox="1">
            <a:spLocks noGrp="1"/>
          </p:cNvSpPr>
          <p:nvPr>
            <p:ph type="subTitle" idx="1"/>
          </p:nvPr>
        </p:nvSpPr>
        <p:spPr>
          <a:xfrm>
            <a:off x="960000" y="2433467"/>
            <a:ext cx="3847200" cy="116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74" name="Google Shape;174;p18"/>
          <p:cNvSpPr txBox="1">
            <a:spLocks noGrp="1"/>
          </p:cNvSpPr>
          <p:nvPr>
            <p:ph type="subTitle" idx="2"/>
          </p:nvPr>
        </p:nvSpPr>
        <p:spPr>
          <a:xfrm>
            <a:off x="6062063" y="2433467"/>
            <a:ext cx="3847200" cy="116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75" name="Google Shape;175;p18"/>
          <p:cNvSpPr txBox="1">
            <a:spLocks noGrp="1"/>
          </p:cNvSpPr>
          <p:nvPr>
            <p:ph type="subTitle" idx="3"/>
          </p:nvPr>
        </p:nvSpPr>
        <p:spPr>
          <a:xfrm>
            <a:off x="960000" y="4444367"/>
            <a:ext cx="3847200" cy="116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76" name="Google Shape;176;p18"/>
          <p:cNvSpPr txBox="1">
            <a:spLocks noGrp="1"/>
          </p:cNvSpPr>
          <p:nvPr>
            <p:ph type="subTitle" idx="4"/>
          </p:nvPr>
        </p:nvSpPr>
        <p:spPr>
          <a:xfrm>
            <a:off x="6062063" y="4444367"/>
            <a:ext cx="3847200" cy="116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177" name="Google Shape;177;p18"/>
          <p:cNvSpPr txBox="1">
            <a:spLocks noGrp="1"/>
          </p:cNvSpPr>
          <p:nvPr>
            <p:ph type="subTitle" idx="5"/>
          </p:nvPr>
        </p:nvSpPr>
        <p:spPr>
          <a:xfrm>
            <a:off x="960000" y="1940733"/>
            <a:ext cx="38472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78" name="Google Shape;178;p18"/>
          <p:cNvSpPr txBox="1">
            <a:spLocks noGrp="1"/>
          </p:cNvSpPr>
          <p:nvPr>
            <p:ph type="subTitle" idx="6"/>
          </p:nvPr>
        </p:nvSpPr>
        <p:spPr>
          <a:xfrm>
            <a:off x="960000" y="3951733"/>
            <a:ext cx="38472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79" name="Google Shape;179;p18"/>
          <p:cNvSpPr txBox="1">
            <a:spLocks noGrp="1"/>
          </p:cNvSpPr>
          <p:nvPr>
            <p:ph type="subTitle" idx="7"/>
          </p:nvPr>
        </p:nvSpPr>
        <p:spPr>
          <a:xfrm>
            <a:off x="6062033" y="1940733"/>
            <a:ext cx="38472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sp>
        <p:nvSpPr>
          <p:cNvPr id="180" name="Google Shape;180;p18"/>
          <p:cNvSpPr txBox="1">
            <a:spLocks noGrp="1"/>
          </p:cNvSpPr>
          <p:nvPr>
            <p:ph type="subTitle" idx="8"/>
          </p:nvPr>
        </p:nvSpPr>
        <p:spPr>
          <a:xfrm>
            <a:off x="6062033" y="3951733"/>
            <a:ext cx="38472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2400" b="1">
                <a:solidFill>
                  <a:schemeClr val="dk1"/>
                </a:solidFill>
                <a:latin typeface="Hind"/>
                <a:ea typeface="Hind"/>
                <a:cs typeface="Hind"/>
                <a:sym typeface="Hind"/>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r>
              <a:rPr lang="en-GB"/>
              <a:t>Click to edit Master subtitle style</a:t>
            </a:r>
            <a:endParaRPr/>
          </a:p>
        </p:txBody>
      </p:sp>
      <p:grpSp>
        <p:nvGrpSpPr>
          <p:cNvPr id="181" name="Google Shape;181;p18"/>
          <p:cNvGrpSpPr/>
          <p:nvPr/>
        </p:nvGrpSpPr>
        <p:grpSpPr>
          <a:xfrm>
            <a:off x="-1249814" y="4156871"/>
            <a:ext cx="2466721" cy="3026543"/>
            <a:chOff x="5119300" y="3450025"/>
            <a:chExt cx="2148213" cy="2635749"/>
          </a:xfrm>
        </p:grpSpPr>
        <p:pic>
          <p:nvPicPr>
            <p:cNvPr id="182" name="Google Shape;182;p18"/>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183" name="Google Shape;183;p18"/>
            <p:cNvPicPr preferRelativeResize="0"/>
            <p:nvPr/>
          </p:nvPicPr>
          <p:blipFill>
            <a:blip r:embed="rId2">
              <a:alphaModFix/>
            </a:blip>
            <a:stretch>
              <a:fillRect/>
            </a:stretch>
          </p:blipFill>
          <p:spPr>
            <a:xfrm>
              <a:off x="5576500" y="4392300"/>
              <a:ext cx="1691013" cy="1693474"/>
            </a:xfrm>
            <a:prstGeom prst="rect">
              <a:avLst/>
            </a:prstGeom>
            <a:noFill/>
            <a:ln>
              <a:noFill/>
            </a:ln>
          </p:spPr>
        </p:pic>
      </p:grpSp>
      <p:grpSp>
        <p:nvGrpSpPr>
          <p:cNvPr id="184" name="Google Shape;184;p18"/>
          <p:cNvGrpSpPr/>
          <p:nvPr/>
        </p:nvGrpSpPr>
        <p:grpSpPr>
          <a:xfrm>
            <a:off x="7907000" y="2347031"/>
            <a:ext cx="7084491" cy="6861268"/>
            <a:chOff x="5263075" y="2238848"/>
            <a:chExt cx="5313368" cy="5145951"/>
          </a:xfrm>
        </p:grpSpPr>
        <p:sp>
          <p:nvSpPr>
            <p:cNvPr id="185" name="Google Shape;185;p18"/>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86" name="Google Shape;186;p18"/>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87" name="Google Shape;187;p18"/>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cxnSp>
        <p:nvCxnSpPr>
          <p:cNvPr id="188" name="Google Shape;188;p18"/>
          <p:cNvCxnSpPr/>
          <p:nvPr/>
        </p:nvCxnSpPr>
        <p:spPr>
          <a:xfrm>
            <a:off x="1102600" y="547267"/>
            <a:ext cx="812800" cy="0"/>
          </a:xfrm>
          <a:prstGeom prst="straightConnector1">
            <a:avLst/>
          </a:prstGeom>
          <a:noFill/>
          <a:ln w="28575" cap="flat" cmpd="sng">
            <a:solidFill>
              <a:schemeClr val="dk2"/>
            </a:solidFill>
            <a:prstDash val="solid"/>
            <a:round/>
            <a:headEnd type="none" w="med" len="med"/>
            <a:tailEnd type="none" w="med" len="med"/>
          </a:ln>
        </p:spPr>
      </p:cxnSp>
      <p:pic>
        <p:nvPicPr>
          <p:cNvPr id="189" name="Google Shape;189;p18"/>
          <p:cNvPicPr preferRelativeResize="0"/>
          <p:nvPr/>
        </p:nvPicPr>
        <p:blipFill>
          <a:blip r:embed="rId3">
            <a:alphaModFix amt="79000"/>
          </a:blip>
          <a:stretch>
            <a:fillRect/>
          </a:stretch>
        </p:blipFill>
        <p:spPr>
          <a:xfrm>
            <a:off x="10319267" y="-1758337"/>
            <a:ext cx="3125799" cy="3128340"/>
          </a:xfrm>
          <a:prstGeom prst="rect">
            <a:avLst/>
          </a:prstGeom>
          <a:noFill/>
          <a:ln>
            <a:noFill/>
          </a:ln>
        </p:spPr>
      </p:pic>
      <p:pic>
        <p:nvPicPr>
          <p:cNvPr id="190" name="Google Shape;190;p18"/>
          <p:cNvPicPr preferRelativeResize="0"/>
          <p:nvPr/>
        </p:nvPicPr>
        <p:blipFill>
          <a:blip r:embed="rId4">
            <a:alphaModFix amt="21000"/>
          </a:blip>
          <a:stretch>
            <a:fillRect/>
          </a:stretch>
        </p:blipFill>
        <p:spPr>
          <a:xfrm>
            <a:off x="7806302" y="-1828805"/>
            <a:ext cx="6366801" cy="3385461"/>
          </a:xfrm>
          <a:prstGeom prst="rect">
            <a:avLst/>
          </a:prstGeom>
          <a:noFill/>
          <a:ln>
            <a:noFill/>
          </a:ln>
        </p:spPr>
      </p:pic>
    </p:spTree>
    <p:extLst>
      <p:ext uri="{BB962C8B-B14F-4D97-AF65-F5344CB8AC3E}">
        <p14:creationId xmlns:p14="http://schemas.microsoft.com/office/powerpoint/2010/main" val="29252112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212"/>
        <p:cNvGrpSpPr/>
        <p:nvPr/>
      </p:nvGrpSpPr>
      <p:grpSpPr>
        <a:xfrm>
          <a:off x="0" y="0"/>
          <a:ext cx="0" cy="0"/>
          <a:chOff x="0" y="0"/>
          <a:chExt cx="0" cy="0"/>
        </a:xfrm>
      </p:grpSpPr>
      <p:sp>
        <p:nvSpPr>
          <p:cNvPr id="213" name="Google Shape;213;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cxnSp>
        <p:nvCxnSpPr>
          <p:cNvPr id="214" name="Google Shape;214;p20"/>
          <p:cNvCxnSpPr/>
          <p:nvPr/>
        </p:nvCxnSpPr>
        <p:spPr>
          <a:xfrm>
            <a:off x="1102600" y="547267"/>
            <a:ext cx="812800" cy="0"/>
          </a:xfrm>
          <a:prstGeom prst="straightConnector1">
            <a:avLst/>
          </a:prstGeom>
          <a:noFill/>
          <a:ln w="28575" cap="flat" cmpd="sng">
            <a:solidFill>
              <a:schemeClr val="dk2"/>
            </a:solidFill>
            <a:prstDash val="solid"/>
            <a:round/>
            <a:headEnd type="none" w="med" len="med"/>
            <a:tailEnd type="none" w="med" len="med"/>
          </a:ln>
        </p:spPr>
      </p:cxnSp>
      <p:grpSp>
        <p:nvGrpSpPr>
          <p:cNvPr id="215" name="Google Shape;215;p20"/>
          <p:cNvGrpSpPr/>
          <p:nvPr/>
        </p:nvGrpSpPr>
        <p:grpSpPr>
          <a:xfrm>
            <a:off x="8512743" y="2920953"/>
            <a:ext cx="6072117" cy="5880792"/>
            <a:chOff x="5263075" y="2238848"/>
            <a:chExt cx="5313368" cy="5145951"/>
          </a:xfrm>
        </p:grpSpPr>
        <p:sp>
          <p:nvSpPr>
            <p:cNvPr id="216" name="Google Shape;216;p20"/>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17" name="Google Shape;217;p20"/>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18" name="Google Shape;218;p20"/>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219" name="Google Shape;219;p20"/>
          <p:cNvGrpSpPr/>
          <p:nvPr/>
        </p:nvGrpSpPr>
        <p:grpSpPr>
          <a:xfrm>
            <a:off x="-1249814" y="4156871"/>
            <a:ext cx="2466721" cy="3026543"/>
            <a:chOff x="5119300" y="3450025"/>
            <a:chExt cx="2148213" cy="2635749"/>
          </a:xfrm>
        </p:grpSpPr>
        <p:pic>
          <p:nvPicPr>
            <p:cNvPr id="220" name="Google Shape;220;p20"/>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221" name="Google Shape;221;p20"/>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222" name="Google Shape;222;p20"/>
          <p:cNvPicPr preferRelativeResize="0"/>
          <p:nvPr/>
        </p:nvPicPr>
        <p:blipFill>
          <a:blip r:embed="rId3">
            <a:alphaModFix amt="21000"/>
          </a:blip>
          <a:stretch>
            <a:fillRect/>
          </a:stretch>
        </p:blipFill>
        <p:spPr>
          <a:xfrm>
            <a:off x="7806302" y="-1828805"/>
            <a:ext cx="6366801" cy="3385461"/>
          </a:xfrm>
          <a:prstGeom prst="rect">
            <a:avLst/>
          </a:prstGeom>
          <a:noFill/>
          <a:ln>
            <a:noFill/>
          </a:ln>
        </p:spPr>
      </p:pic>
    </p:spTree>
    <p:extLst>
      <p:ext uri="{BB962C8B-B14F-4D97-AF65-F5344CB8AC3E}">
        <p14:creationId xmlns:p14="http://schemas.microsoft.com/office/powerpoint/2010/main" val="15299707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23"/>
        <p:cNvGrpSpPr/>
        <p:nvPr/>
      </p:nvGrpSpPr>
      <p:grpSpPr>
        <a:xfrm>
          <a:off x="0" y="0"/>
          <a:ext cx="0" cy="0"/>
          <a:chOff x="0" y="0"/>
          <a:chExt cx="0" cy="0"/>
        </a:xfrm>
      </p:grpSpPr>
      <p:sp>
        <p:nvSpPr>
          <p:cNvPr id="224" name="Google Shape;224;p21"/>
          <p:cNvSpPr txBox="1">
            <a:spLocks noGrp="1"/>
          </p:cNvSpPr>
          <p:nvPr>
            <p:ph type="title"/>
          </p:nvPr>
        </p:nvSpPr>
        <p:spPr>
          <a:xfrm>
            <a:off x="951033" y="1285305"/>
            <a:ext cx="5930800" cy="1240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72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GB"/>
              <a:t>Click to edit Master title style</a:t>
            </a:r>
            <a:endParaRPr/>
          </a:p>
        </p:txBody>
      </p:sp>
      <p:sp>
        <p:nvSpPr>
          <p:cNvPr id="225" name="Google Shape;225;p21"/>
          <p:cNvSpPr txBox="1">
            <a:spLocks noGrp="1"/>
          </p:cNvSpPr>
          <p:nvPr>
            <p:ph type="subTitle" idx="1"/>
          </p:nvPr>
        </p:nvSpPr>
        <p:spPr>
          <a:xfrm>
            <a:off x="950967" y="2454600"/>
            <a:ext cx="5930800" cy="141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20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GB"/>
              <a:t>Click to edit Master subtitle style</a:t>
            </a:r>
            <a:endParaRPr/>
          </a:p>
        </p:txBody>
      </p:sp>
      <p:sp>
        <p:nvSpPr>
          <p:cNvPr id="226" name="Google Shape;226;p21"/>
          <p:cNvSpPr txBox="1"/>
          <p:nvPr/>
        </p:nvSpPr>
        <p:spPr>
          <a:xfrm>
            <a:off x="950967" y="4637500"/>
            <a:ext cx="5060800" cy="10080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600" b="1">
                <a:solidFill>
                  <a:schemeClr val="dk1"/>
                </a:solidFill>
                <a:latin typeface="Golos Text"/>
                <a:ea typeface="Golos Text"/>
                <a:cs typeface="Golos Text"/>
                <a:sym typeface="Golos Text"/>
              </a:rPr>
              <a:t>CREDITS:</a:t>
            </a:r>
            <a:r>
              <a:rPr lang="en" sz="1600">
                <a:solidFill>
                  <a:schemeClr val="dk1"/>
                </a:solidFill>
                <a:latin typeface="Golos Text"/>
                <a:ea typeface="Golos Text"/>
                <a:cs typeface="Golos Text"/>
                <a:sym typeface="Golos Text"/>
              </a:rPr>
              <a:t> This presentation template was created by </a:t>
            </a:r>
            <a:r>
              <a:rPr lang="en" sz="1600" b="1" u="sng">
                <a:solidFill>
                  <a:schemeClr val="dk1"/>
                </a:solidFill>
                <a:latin typeface="Golos Text"/>
                <a:ea typeface="Golos Text"/>
                <a:cs typeface="Golos Text"/>
                <a:sym typeface="Golos Text"/>
                <a:hlinkClick r:id="rId2">
                  <a:extLst>
                    <a:ext uri="{A12FA001-AC4F-418D-AE19-62706E023703}">
                      <ahyp:hlinkClr xmlns:ahyp="http://schemas.microsoft.com/office/drawing/2018/hyperlinkcolor" val="tx"/>
                    </a:ext>
                  </a:extLst>
                </a:hlinkClick>
              </a:rPr>
              <a:t>Slidesgo</a:t>
            </a:r>
            <a:r>
              <a:rPr lang="en" sz="1600">
                <a:solidFill>
                  <a:schemeClr val="dk1"/>
                </a:solidFill>
                <a:latin typeface="Golos Text"/>
                <a:ea typeface="Golos Text"/>
                <a:cs typeface="Golos Text"/>
                <a:sym typeface="Golos Text"/>
              </a:rPr>
              <a:t>, and includes icons by </a:t>
            </a:r>
            <a:r>
              <a:rPr lang="en" sz="1600" b="1" u="sng">
                <a:solidFill>
                  <a:schemeClr val="dk1"/>
                </a:solidFill>
                <a:latin typeface="Golos Text"/>
                <a:ea typeface="Golos Text"/>
                <a:cs typeface="Golos Text"/>
                <a:sym typeface="Golos Text"/>
                <a:hlinkClick r:id="rId3">
                  <a:extLst>
                    <a:ext uri="{A12FA001-AC4F-418D-AE19-62706E023703}">
                      <ahyp:hlinkClr xmlns:ahyp="http://schemas.microsoft.com/office/drawing/2018/hyperlinkcolor" val="tx"/>
                    </a:ext>
                  </a:extLst>
                </a:hlinkClick>
              </a:rPr>
              <a:t>Flaticon</a:t>
            </a:r>
            <a:r>
              <a:rPr lang="en" sz="1600">
                <a:solidFill>
                  <a:schemeClr val="dk1"/>
                </a:solidFill>
                <a:latin typeface="Golos Text"/>
                <a:ea typeface="Golos Text"/>
                <a:cs typeface="Golos Text"/>
                <a:sym typeface="Golos Text"/>
              </a:rPr>
              <a:t>, and infographics &amp; images by </a:t>
            </a:r>
            <a:r>
              <a:rPr lang="en" sz="1600" b="1" u="sng">
                <a:solidFill>
                  <a:schemeClr val="dk1"/>
                </a:solidFill>
                <a:latin typeface="Golos Text"/>
                <a:ea typeface="Golos Text"/>
                <a:cs typeface="Golos Text"/>
                <a:sym typeface="Golos Text"/>
                <a:hlinkClick r:id="rId4">
                  <a:extLst>
                    <a:ext uri="{A12FA001-AC4F-418D-AE19-62706E023703}">
                      <ahyp:hlinkClr xmlns:ahyp="http://schemas.microsoft.com/office/drawing/2018/hyperlinkcolor" val="tx"/>
                    </a:ext>
                  </a:extLst>
                </a:hlinkClick>
              </a:rPr>
              <a:t>Freepik</a:t>
            </a:r>
            <a:r>
              <a:rPr lang="en" sz="1600" u="sng">
                <a:solidFill>
                  <a:schemeClr val="dk1"/>
                </a:solidFill>
                <a:latin typeface="Golos Text"/>
                <a:ea typeface="Golos Text"/>
                <a:cs typeface="Golos Text"/>
                <a:sym typeface="Golos Text"/>
              </a:rPr>
              <a:t> </a:t>
            </a:r>
            <a:endParaRPr sz="1600" b="1" u="sng">
              <a:solidFill>
                <a:schemeClr val="dk1"/>
              </a:solidFill>
              <a:latin typeface="Golos Text"/>
              <a:ea typeface="Golos Text"/>
              <a:cs typeface="Golos Text"/>
              <a:sym typeface="Golos Text"/>
            </a:endParaRPr>
          </a:p>
        </p:txBody>
      </p:sp>
    </p:spTree>
    <p:extLst>
      <p:ext uri="{BB962C8B-B14F-4D97-AF65-F5344CB8AC3E}">
        <p14:creationId xmlns:p14="http://schemas.microsoft.com/office/powerpoint/2010/main" val="425114694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27"/>
        <p:cNvGrpSpPr/>
        <p:nvPr/>
      </p:nvGrpSpPr>
      <p:grpSpPr>
        <a:xfrm>
          <a:off x="0" y="0"/>
          <a:ext cx="0" cy="0"/>
          <a:chOff x="0" y="0"/>
          <a:chExt cx="0" cy="0"/>
        </a:xfrm>
      </p:grpSpPr>
      <p:grpSp>
        <p:nvGrpSpPr>
          <p:cNvPr id="228" name="Google Shape;228;p22"/>
          <p:cNvGrpSpPr/>
          <p:nvPr/>
        </p:nvGrpSpPr>
        <p:grpSpPr>
          <a:xfrm rot="10800000" flipH="1">
            <a:off x="6560800" y="-1847702"/>
            <a:ext cx="7084491" cy="6861268"/>
            <a:chOff x="5263075" y="2238848"/>
            <a:chExt cx="5313368" cy="5145951"/>
          </a:xfrm>
        </p:grpSpPr>
        <p:sp>
          <p:nvSpPr>
            <p:cNvPr id="229" name="Google Shape;229;p22"/>
            <p:cNvSpPr/>
            <p:nvPr/>
          </p:nvSpPr>
          <p:spPr>
            <a:xfrm>
              <a:off x="5263075" y="2238848"/>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30" name="Google Shape;230;p22"/>
            <p:cNvSpPr/>
            <p:nvPr/>
          </p:nvSpPr>
          <p:spPr>
            <a:xfrm>
              <a:off x="5305376" y="2550869"/>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31" name="Google Shape;231;p22"/>
            <p:cNvSpPr/>
            <p:nvPr/>
          </p:nvSpPr>
          <p:spPr>
            <a:xfrm>
              <a:off x="5305374" y="2238850"/>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232" name="Google Shape;232;p22"/>
          <p:cNvGrpSpPr/>
          <p:nvPr/>
        </p:nvGrpSpPr>
        <p:grpSpPr>
          <a:xfrm>
            <a:off x="-480097" y="4823271"/>
            <a:ext cx="2466721" cy="3026543"/>
            <a:chOff x="5119300" y="3450025"/>
            <a:chExt cx="2148213" cy="2635749"/>
          </a:xfrm>
        </p:grpSpPr>
        <p:pic>
          <p:nvPicPr>
            <p:cNvPr id="233" name="Google Shape;233;p22"/>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234" name="Google Shape;234;p22"/>
            <p:cNvPicPr preferRelativeResize="0"/>
            <p:nvPr/>
          </p:nvPicPr>
          <p:blipFill>
            <a:blip r:embed="rId2">
              <a:alphaModFix/>
            </a:blip>
            <a:stretch>
              <a:fillRect/>
            </a:stretch>
          </p:blipFill>
          <p:spPr>
            <a:xfrm>
              <a:off x="5576500" y="4392300"/>
              <a:ext cx="1691013" cy="1693474"/>
            </a:xfrm>
            <a:prstGeom prst="rect">
              <a:avLst/>
            </a:prstGeom>
            <a:noFill/>
            <a:ln>
              <a:noFill/>
            </a:ln>
          </p:spPr>
        </p:pic>
      </p:grpSp>
      <p:grpSp>
        <p:nvGrpSpPr>
          <p:cNvPr id="235" name="Google Shape;235;p22"/>
          <p:cNvGrpSpPr/>
          <p:nvPr/>
        </p:nvGrpSpPr>
        <p:grpSpPr>
          <a:xfrm>
            <a:off x="9694469" y="5368728"/>
            <a:ext cx="6366801" cy="3385461"/>
            <a:chOff x="6835801" y="3991421"/>
            <a:chExt cx="4775101" cy="2539096"/>
          </a:xfrm>
        </p:grpSpPr>
        <p:pic>
          <p:nvPicPr>
            <p:cNvPr id="236" name="Google Shape;236;p22"/>
            <p:cNvPicPr preferRelativeResize="0"/>
            <p:nvPr/>
          </p:nvPicPr>
          <p:blipFill>
            <a:blip r:embed="rId3">
              <a:alphaModFix amt="21000"/>
            </a:blip>
            <a:stretch>
              <a:fillRect/>
            </a:stretch>
          </p:blipFill>
          <p:spPr>
            <a:xfrm rot="10800000" flipH="1">
              <a:off x="6835801" y="3991421"/>
              <a:ext cx="4775101" cy="2539096"/>
            </a:xfrm>
            <a:prstGeom prst="rect">
              <a:avLst/>
            </a:prstGeom>
            <a:noFill/>
            <a:ln>
              <a:noFill/>
            </a:ln>
          </p:spPr>
        </p:pic>
        <p:pic>
          <p:nvPicPr>
            <p:cNvPr id="237" name="Google Shape;237;p22"/>
            <p:cNvPicPr preferRelativeResize="0"/>
            <p:nvPr/>
          </p:nvPicPr>
          <p:blipFill>
            <a:blip r:embed="rId4">
              <a:alphaModFix amt="79000"/>
            </a:blip>
            <a:stretch>
              <a:fillRect/>
            </a:stretch>
          </p:blipFill>
          <p:spPr>
            <a:xfrm>
              <a:off x="7501325" y="4109461"/>
              <a:ext cx="2344349" cy="2346255"/>
            </a:xfrm>
            <a:prstGeom prst="rect">
              <a:avLst/>
            </a:prstGeom>
            <a:noFill/>
            <a:ln>
              <a:noFill/>
            </a:ln>
          </p:spPr>
        </p:pic>
      </p:grpSp>
    </p:spTree>
    <p:extLst>
      <p:ext uri="{BB962C8B-B14F-4D97-AF65-F5344CB8AC3E}">
        <p14:creationId xmlns:p14="http://schemas.microsoft.com/office/powerpoint/2010/main" val="819818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38"/>
        <p:cNvGrpSpPr/>
        <p:nvPr/>
      </p:nvGrpSpPr>
      <p:grpSpPr>
        <a:xfrm>
          <a:off x="0" y="0"/>
          <a:ext cx="0" cy="0"/>
          <a:chOff x="0" y="0"/>
          <a:chExt cx="0" cy="0"/>
        </a:xfrm>
      </p:grpSpPr>
      <p:grpSp>
        <p:nvGrpSpPr>
          <p:cNvPr id="239" name="Google Shape;239;p23"/>
          <p:cNvGrpSpPr/>
          <p:nvPr/>
        </p:nvGrpSpPr>
        <p:grpSpPr>
          <a:xfrm>
            <a:off x="-1293982" y="-1583933"/>
            <a:ext cx="2864284" cy="3514332"/>
            <a:chOff x="5119300" y="3450025"/>
            <a:chExt cx="2148213" cy="2635749"/>
          </a:xfrm>
        </p:grpSpPr>
        <p:pic>
          <p:nvPicPr>
            <p:cNvPr id="240" name="Google Shape;240;p23"/>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241" name="Google Shape;241;p23"/>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242" name="Google Shape;242;p23"/>
          <p:cNvPicPr preferRelativeResize="0"/>
          <p:nvPr/>
        </p:nvPicPr>
        <p:blipFill rotWithShape="1">
          <a:blip r:embed="rId3">
            <a:alphaModFix amt="21000"/>
          </a:blip>
          <a:srcRect l="55932"/>
          <a:stretch/>
        </p:blipFill>
        <p:spPr>
          <a:xfrm>
            <a:off x="-54332" y="-84399"/>
            <a:ext cx="2805733" cy="3385465"/>
          </a:xfrm>
          <a:prstGeom prst="rect">
            <a:avLst/>
          </a:prstGeom>
          <a:noFill/>
          <a:ln>
            <a:noFill/>
          </a:ln>
        </p:spPr>
      </p:pic>
      <p:grpSp>
        <p:nvGrpSpPr>
          <p:cNvPr id="243" name="Google Shape;243;p23"/>
          <p:cNvGrpSpPr/>
          <p:nvPr/>
        </p:nvGrpSpPr>
        <p:grpSpPr>
          <a:xfrm>
            <a:off x="-2229400" y="960631"/>
            <a:ext cx="7084491" cy="6861268"/>
            <a:chOff x="-1900650" y="720473"/>
            <a:chExt cx="5313368" cy="5145951"/>
          </a:xfrm>
        </p:grpSpPr>
        <p:sp>
          <p:nvSpPr>
            <p:cNvPr id="244" name="Google Shape;244;p23"/>
            <p:cNvSpPr/>
            <p:nvPr/>
          </p:nvSpPr>
          <p:spPr>
            <a:xfrm flipH="1">
              <a:off x="-1591278" y="72047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45" name="Google Shape;245;p23"/>
            <p:cNvSpPr/>
            <p:nvPr/>
          </p:nvSpPr>
          <p:spPr>
            <a:xfrm flipH="1">
              <a:off x="-1633468" y="103249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246" name="Google Shape;246;p23"/>
            <p:cNvSpPr/>
            <p:nvPr/>
          </p:nvSpPr>
          <p:spPr>
            <a:xfrm flipH="1">
              <a:off x="-1900650" y="72047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pic>
        <p:nvPicPr>
          <p:cNvPr id="247" name="Google Shape;247;p23"/>
          <p:cNvPicPr preferRelativeResize="0"/>
          <p:nvPr/>
        </p:nvPicPr>
        <p:blipFill>
          <a:blip r:embed="rId4">
            <a:alphaModFix amt="79000"/>
          </a:blip>
          <a:stretch>
            <a:fillRect/>
          </a:stretch>
        </p:blipFill>
        <p:spPr>
          <a:xfrm>
            <a:off x="-735400" y="-766318"/>
            <a:ext cx="3125799" cy="3128340"/>
          </a:xfrm>
          <a:prstGeom prst="rect">
            <a:avLst/>
          </a:prstGeom>
          <a:noFill/>
          <a:ln>
            <a:noFill/>
          </a:ln>
        </p:spPr>
      </p:pic>
    </p:spTree>
    <p:extLst>
      <p:ext uri="{BB962C8B-B14F-4D97-AF65-F5344CB8AC3E}">
        <p14:creationId xmlns:p14="http://schemas.microsoft.com/office/powerpoint/2010/main" val="16447264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51"/>
        <p:cNvGrpSpPr/>
        <p:nvPr/>
      </p:nvGrpSpPr>
      <p:grpSpPr>
        <a:xfrm>
          <a:off x="0" y="0"/>
          <a:ext cx="0" cy="0"/>
          <a:chOff x="0" y="0"/>
          <a:chExt cx="0" cy="0"/>
        </a:xfrm>
      </p:grpSpPr>
    </p:spTree>
    <p:extLst>
      <p:ext uri="{BB962C8B-B14F-4D97-AF65-F5344CB8AC3E}">
        <p14:creationId xmlns:p14="http://schemas.microsoft.com/office/powerpoint/2010/main" val="15038239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52"/>
        <p:cNvGrpSpPr/>
        <p:nvPr/>
      </p:nvGrpSpPr>
      <p:grpSpPr>
        <a:xfrm>
          <a:off x="0" y="0"/>
          <a:ext cx="0" cy="0"/>
          <a:chOff x="0" y="0"/>
          <a:chExt cx="0" cy="0"/>
        </a:xfrm>
      </p:grpSpPr>
      <p:sp>
        <p:nvSpPr>
          <p:cNvPr id="253" name="Google Shape;253;p26"/>
          <p:cNvSpPr txBox="1">
            <a:spLocks noGrp="1"/>
          </p:cNvSpPr>
          <p:nvPr>
            <p:ph type="title"/>
          </p:nvPr>
        </p:nvSpPr>
        <p:spPr>
          <a:xfrm>
            <a:off x="955700" y="681200"/>
            <a:ext cx="10280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GB"/>
              <a:t>Click to edit Master title style</a:t>
            </a:r>
            <a:endParaRPr/>
          </a:p>
        </p:txBody>
      </p:sp>
    </p:spTree>
    <p:extLst>
      <p:ext uri="{BB962C8B-B14F-4D97-AF65-F5344CB8AC3E}">
        <p14:creationId xmlns:p14="http://schemas.microsoft.com/office/powerpoint/2010/main" val="2324680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theme" Target="../theme/theme3.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Hind"/>
              <a:buNone/>
              <a:defRPr sz="2800" b="1">
                <a:solidFill>
                  <a:schemeClr val="dk1"/>
                </a:solidFill>
                <a:latin typeface="Hind"/>
                <a:ea typeface="Hind"/>
                <a:cs typeface="Hind"/>
                <a:sym typeface="Hind"/>
              </a:defRPr>
            </a:lvl1pPr>
            <a:lvl2pPr lvl="1"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2pPr>
            <a:lvl3pPr lvl="2"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3pPr>
            <a:lvl4pPr lvl="3"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4pPr>
            <a:lvl5pPr lvl="4"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5pPr>
            <a:lvl6pPr lvl="5"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6pPr>
            <a:lvl7pPr lvl="6"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7pPr>
            <a:lvl8pPr lvl="7"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8pPr>
            <a:lvl9pPr lvl="8"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1pPr>
            <a:lvl2pPr marL="914400" lvl="1"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2pPr>
            <a:lvl3pPr marL="1371600" lvl="2"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3pPr>
            <a:lvl4pPr marL="1828800" lvl="3"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4pPr>
            <a:lvl5pPr marL="2286000" lvl="4"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5pPr>
            <a:lvl6pPr marL="2743200" lvl="5"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6pPr>
            <a:lvl7pPr marL="3200400" lvl="6"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7pPr>
            <a:lvl8pPr marL="3657600" lvl="7"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8pPr>
            <a:lvl9pPr marL="4114800" lvl="8"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9pPr>
          </a:lstStyle>
          <a:p>
            <a:endParaRPr/>
          </a:p>
        </p:txBody>
      </p:sp>
    </p:spTree>
    <p:extLst>
      <p:ext uri="{BB962C8B-B14F-4D97-AF65-F5344CB8AC3E}">
        <p14:creationId xmlns:p14="http://schemas.microsoft.com/office/powerpoint/2010/main" val="2652116839"/>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48"/>
        <p:cNvGrpSpPr/>
        <p:nvPr/>
      </p:nvGrpSpPr>
      <p:grpSpPr>
        <a:xfrm>
          <a:off x="0" y="0"/>
          <a:ext cx="0" cy="0"/>
          <a:chOff x="0" y="0"/>
          <a:chExt cx="0" cy="0"/>
        </a:xfrm>
      </p:grpSpPr>
      <p:sp>
        <p:nvSpPr>
          <p:cNvPr id="249" name="Google Shape;249;p24"/>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250" name="Google Shape;250;p24"/>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4251884182"/>
      </p:ext>
    </p:extLst>
  </p:cSld>
  <p:clrMap bg1="lt1" tx1="dk1" bg2="dk2" tx2="lt2" accent1="accent1" accent2="accent2" accent3="accent3" accent4="accent4" accent5="accent5" accent6="accent6" hlink="hlink" folHlink="folHlink"/>
  <p:sldLayoutIdLst>
    <p:sldLayoutId id="2147483685" r:id="rId1"/>
    <p:sldLayoutId id="2147483686"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Hind"/>
              <a:buNone/>
              <a:defRPr sz="2800" b="1">
                <a:solidFill>
                  <a:schemeClr val="dk1"/>
                </a:solidFill>
                <a:latin typeface="Hind"/>
                <a:ea typeface="Hind"/>
                <a:cs typeface="Hind"/>
                <a:sym typeface="Hind"/>
              </a:defRPr>
            </a:lvl1pPr>
            <a:lvl2pPr lvl="1"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2pPr>
            <a:lvl3pPr lvl="2"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3pPr>
            <a:lvl4pPr lvl="3"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4pPr>
            <a:lvl5pPr lvl="4"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5pPr>
            <a:lvl6pPr lvl="5"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6pPr>
            <a:lvl7pPr lvl="6"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7pPr>
            <a:lvl8pPr lvl="7"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8pPr>
            <a:lvl9pPr lvl="8" rtl="0">
              <a:spcBef>
                <a:spcPts val="0"/>
              </a:spcBef>
              <a:spcAft>
                <a:spcPts val="0"/>
              </a:spcAft>
              <a:buClr>
                <a:schemeClr val="dk1"/>
              </a:buClr>
              <a:buSzPts val="3000"/>
              <a:buFont typeface="Hind"/>
              <a:buNone/>
              <a:defRPr sz="3000" b="1">
                <a:solidFill>
                  <a:schemeClr val="dk1"/>
                </a:solidFill>
                <a:latin typeface="Hind"/>
                <a:ea typeface="Hind"/>
                <a:cs typeface="Hind"/>
                <a:sym typeface="Hind"/>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1pPr>
            <a:lvl2pPr marL="914400" lvl="1"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2pPr>
            <a:lvl3pPr marL="1371600" lvl="2"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3pPr>
            <a:lvl4pPr marL="1828800" lvl="3"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4pPr>
            <a:lvl5pPr marL="2286000" lvl="4"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5pPr>
            <a:lvl6pPr marL="2743200" lvl="5"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6pPr>
            <a:lvl7pPr marL="3200400" lvl="6"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7pPr>
            <a:lvl8pPr marL="3657600" lvl="7"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8pPr>
            <a:lvl9pPr marL="4114800" lvl="8" indent="-30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9pPr>
          </a:lstStyle>
          <a:p>
            <a:endParaRPr/>
          </a:p>
        </p:txBody>
      </p:sp>
    </p:spTree>
    <p:extLst>
      <p:ext uri="{BB962C8B-B14F-4D97-AF65-F5344CB8AC3E}">
        <p14:creationId xmlns:p14="http://schemas.microsoft.com/office/powerpoint/2010/main" val="2369990117"/>
      </p:ext>
    </p:extLst>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3" r:id="rId5"/>
    <p:sldLayoutId id="2147483694" r:id="rId6"/>
    <p:sldLayoutId id="2147483695" r:id="rId7"/>
    <p:sldLayoutId id="2147483699" r:id="rId8"/>
    <p:sldLayoutId id="2147483700" r:id="rId9"/>
    <p:sldLayoutId id="2147483703" r:id="rId10"/>
    <p:sldLayoutId id="2147483704" r:id="rId11"/>
    <p:sldLayoutId id="2147483706" r:id="rId12"/>
    <p:sldLayoutId id="2147483707" r:id="rId13"/>
    <p:sldLayoutId id="2147483708" r:id="rId14"/>
    <p:sldLayoutId id="2147483709" r:id="rId15"/>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48"/>
        <p:cNvGrpSpPr/>
        <p:nvPr/>
      </p:nvGrpSpPr>
      <p:grpSpPr>
        <a:xfrm>
          <a:off x="0" y="0"/>
          <a:ext cx="0" cy="0"/>
          <a:chOff x="0" y="0"/>
          <a:chExt cx="0" cy="0"/>
        </a:xfrm>
      </p:grpSpPr>
      <p:sp>
        <p:nvSpPr>
          <p:cNvPr id="249" name="Google Shape;249;p24"/>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250" name="Google Shape;250;p24"/>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2538888658"/>
      </p:ext>
    </p:extLst>
  </p:cSld>
  <p:clrMap bg1="lt1" tx1="dk1" bg2="dk2" tx2="lt2" accent1="accent1" accent2="accent2" accent3="accent3" accent4="accent4" accent5="accent5" accent6="accent6" hlink="hlink" folHlink="folHlink"/>
  <p:sldLayoutIdLst>
    <p:sldLayoutId id="2147483712" r:id="rId1"/>
    <p:sldLayoutId id="2147483713"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5.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6.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6.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6.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3.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33.xml"/><Relationship Id="rId5" Type="http://schemas.openxmlformats.org/officeDocument/2006/relationships/image" Target="../media/image19.png"/><Relationship Id="rId4" Type="http://schemas.openxmlformats.org/officeDocument/2006/relationships/image" Target="../media/image18.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6.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mailto:1221402@isep.ipp.pt" TargetMode="External"/><Relationship Id="rId7"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7.xml"/><Relationship Id="rId6" Type="http://schemas.openxmlformats.org/officeDocument/2006/relationships/image" Target="../media/image1.png"/><Relationship Id="rId5" Type="http://schemas.openxmlformats.org/officeDocument/2006/relationships/hyperlink" Target="mailto:1231108@isep.ipp.pt" TargetMode="External"/><Relationship Id="rId4" Type="http://schemas.openxmlformats.org/officeDocument/2006/relationships/hyperlink" Target="mailto:1231105@isep.ipp.p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Google Shape;258;p27"/>
          <p:cNvPicPr preferRelativeResize="0"/>
          <p:nvPr/>
        </p:nvPicPr>
        <p:blipFill>
          <a:blip r:embed="rId3">
            <a:alphaModFix amt="21000"/>
          </a:blip>
          <a:stretch>
            <a:fillRect/>
          </a:stretch>
        </p:blipFill>
        <p:spPr>
          <a:xfrm>
            <a:off x="6688702" y="-5"/>
            <a:ext cx="6366801" cy="3385461"/>
          </a:xfrm>
          <a:prstGeom prst="rect">
            <a:avLst/>
          </a:prstGeom>
          <a:noFill/>
          <a:ln>
            <a:noFill/>
          </a:ln>
        </p:spPr>
      </p:pic>
      <p:grpSp>
        <p:nvGrpSpPr>
          <p:cNvPr id="259" name="Google Shape;259;p27"/>
          <p:cNvGrpSpPr/>
          <p:nvPr/>
        </p:nvGrpSpPr>
        <p:grpSpPr>
          <a:xfrm>
            <a:off x="6745710" y="607498"/>
            <a:ext cx="7084491" cy="6861268"/>
            <a:chOff x="4326600" y="455623"/>
            <a:chExt cx="5313368" cy="5145951"/>
          </a:xfrm>
        </p:grpSpPr>
        <p:sp>
          <p:nvSpPr>
            <p:cNvPr id="260" name="Google Shape;260;p27"/>
            <p:cNvSpPr/>
            <p:nvPr/>
          </p:nvSpPr>
          <p:spPr>
            <a:xfrm>
              <a:off x="4326600" y="45562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sp>
          <p:nvSpPr>
            <p:cNvPr id="261" name="Google Shape;261;p27"/>
            <p:cNvSpPr/>
            <p:nvPr/>
          </p:nvSpPr>
          <p:spPr>
            <a:xfrm>
              <a:off x="4368901" y="76764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sp>
          <p:nvSpPr>
            <p:cNvPr id="262" name="Google Shape;262;p27"/>
            <p:cNvSpPr/>
            <p:nvPr/>
          </p:nvSpPr>
          <p:spPr>
            <a:xfrm>
              <a:off x="4368899" y="45562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grpSp>
      <p:pic>
        <p:nvPicPr>
          <p:cNvPr id="263" name="Google Shape;263;p27"/>
          <p:cNvPicPr preferRelativeResize="0"/>
          <p:nvPr/>
        </p:nvPicPr>
        <p:blipFill>
          <a:blip r:embed="rId4">
            <a:alphaModFix amt="79000"/>
          </a:blip>
          <a:stretch>
            <a:fillRect/>
          </a:stretch>
        </p:blipFill>
        <p:spPr>
          <a:xfrm>
            <a:off x="9201667" y="-1758337"/>
            <a:ext cx="3125799" cy="3128340"/>
          </a:xfrm>
          <a:prstGeom prst="rect">
            <a:avLst/>
          </a:prstGeom>
          <a:noFill/>
          <a:ln>
            <a:noFill/>
          </a:ln>
        </p:spPr>
      </p:pic>
      <p:pic>
        <p:nvPicPr>
          <p:cNvPr id="264" name="Google Shape;264;p27"/>
          <p:cNvPicPr preferRelativeResize="0"/>
          <p:nvPr/>
        </p:nvPicPr>
        <p:blipFill>
          <a:blip r:embed="rId4">
            <a:alphaModFix amt="79000"/>
          </a:blip>
          <a:stretch>
            <a:fillRect/>
          </a:stretch>
        </p:blipFill>
        <p:spPr>
          <a:xfrm>
            <a:off x="10964334" y="3011597"/>
            <a:ext cx="3125799" cy="3128340"/>
          </a:xfrm>
          <a:prstGeom prst="rect">
            <a:avLst/>
          </a:prstGeom>
          <a:noFill/>
          <a:ln>
            <a:noFill/>
          </a:ln>
        </p:spPr>
      </p:pic>
      <p:pic>
        <p:nvPicPr>
          <p:cNvPr id="265" name="Google Shape;265;p27"/>
          <p:cNvPicPr preferRelativeResize="0"/>
          <p:nvPr/>
        </p:nvPicPr>
        <p:blipFill>
          <a:blip r:embed="rId4">
            <a:alphaModFix amt="79000"/>
          </a:blip>
          <a:stretch>
            <a:fillRect/>
          </a:stretch>
        </p:blipFill>
        <p:spPr>
          <a:xfrm>
            <a:off x="9828101" y="5653197"/>
            <a:ext cx="3125799" cy="3128340"/>
          </a:xfrm>
          <a:prstGeom prst="rect">
            <a:avLst/>
          </a:prstGeom>
          <a:noFill/>
          <a:ln>
            <a:noFill/>
          </a:ln>
        </p:spPr>
      </p:pic>
      <p:grpSp>
        <p:nvGrpSpPr>
          <p:cNvPr id="266" name="Google Shape;266;p27"/>
          <p:cNvGrpSpPr/>
          <p:nvPr/>
        </p:nvGrpSpPr>
        <p:grpSpPr>
          <a:xfrm>
            <a:off x="7802644" y="4600034"/>
            <a:ext cx="2864284" cy="3514332"/>
            <a:chOff x="5119300" y="3450025"/>
            <a:chExt cx="2148213" cy="2635749"/>
          </a:xfrm>
        </p:grpSpPr>
        <p:pic>
          <p:nvPicPr>
            <p:cNvPr id="267" name="Google Shape;267;p27"/>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268" name="Google Shape;268;p27"/>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269" name="Google Shape;269;p27"/>
          <p:cNvGrpSpPr/>
          <p:nvPr/>
        </p:nvGrpSpPr>
        <p:grpSpPr>
          <a:xfrm>
            <a:off x="9056463" y="584902"/>
            <a:ext cx="2864284" cy="3514332"/>
            <a:chOff x="5119300" y="3450025"/>
            <a:chExt cx="2148213" cy="2635749"/>
          </a:xfrm>
        </p:grpSpPr>
        <p:pic>
          <p:nvPicPr>
            <p:cNvPr id="270" name="Google Shape;270;p27"/>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271" name="Google Shape;271;p27"/>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272" name="Google Shape;272;p27"/>
          <p:cNvGrpSpPr/>
          <p:nvPr/>
        </p:nvGrpSpPr>
        <p:grpSpPr>
          <a:xfrm>
            <a:off x="-525899" y="4389034"/>
            <a:ext cx="2864284" cy="3514332"/>
            <a:chOff x="5119300" y="3450025"/>
            <a:chExt cx="2148213" cy="2635749"/>
          </a:xfrm>
        </p:grpSpPr>
        <p:pic>
          <p:nvPicPr>
            <p:cNvPr id="273" name="Google Shape;273;p27"/>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274" name="Google Shape;274;p27"/>
            <p:cNvPicPr preferRelativeResize="0"/>
            <p:nvPr/>
          </p:nvPicPr>
          <p:blipFill>
            <a:blip r:embed="rId5">
              <a:alphaModFix/>
            </a:blip>
            <a:stretch>
              <a:fillRect/>
            </a:stretch>
          </p:blipFill>
          <p:spPr>
            <a:xfrm>
              <a:off x="5576500" y="4392300"/>
              <a:ext cx="1691013" cy="1693474"/>
            </a:xfrm>
            <a:prstGeom prst="rect">
              <a:avLst/>
            </a:prstGeom>
            <a:noFill/>
            <a:ln>
              <a:noFill/>
            </a:ln>
          </p:spPr>
        </p:pic>
      </p:grpSp>
      <p:sp>
        <p:nvSpPr>
          <p:cNvPr id="275" name="Google Shape;275;p27"/>
          <p:cNvSpPr txBox="1">
            <a:spLocks noGrp="1"/>
          </p:cNvSpPr>
          <p:nvPr>
            <p:ph type="ctrTitle"/>
          </p:nvPr>
        </p:nvSpPr>
        <p:spPr>
          <a:xfrm>
            <a:off x="950966" y="1424499"/>
            <a:ext cx="10485297" cy="2617945"/>
          </a:xfrm>
          <a:prstGeom prst="rect">
            <a:avLst/>
          </a:prstGeom>
        </p:spPr>
        <p:txBody>
          <a:bodyPr spcFirstLastPara="1" wrap="square" lIns="121900" tIns="121900" rIns="121900" bIns="121900" anchor="b" anchorCtr="0">
            <a:noAutofit/>
          </a:bodyPr>
          <a:lstStyle/>
          <a:p>
            <a:r>
              <a:rPr lang="pt-BR">
                <a:solidFill>
                  <a:schemeClr val="bg2"/>
                </a:solidFill>
              </a:rPr>
              <a:t>Técnicas de Aprendizagem Automática</a:t>
            </a:r>
            <a:r>
              <a:rPr lang="pt-BR"/>
              <a:t> para Previsão da </a:t>
            </a:r>
            <a:r>
              <a:rPr lang="pt-BR">
                <a:solidFill>
                  <a:schemeClr val="tx1"/>
                </a:solidFill>
              </a:rPr>
              <a:t>Capacidade</a:t>
            </a:r>
            <a:r>
              <a:rPr lang="pt-BR"/>
              <a:t> de PTDs</a:t>
            </a:r>
            <a:endParaRPr lang="pt-PT" b="1" noProof="0"/>
          </a:p>
        </p:txBody>
      </p:sp>
      <p:cxnSp>
        <p:nvCxnSpPr>
          <p:cNvPr id="277" name="Google Shape;277;p27"/>
          <p:cNvCxnSpPr/>
          <p:nvPr/>
        </p:nvCxnSpPr>
        <p:spPr>
          <a:xfrm>
            <a:off x="1057400" y="1233067"/>
            <a:ext cx="812800" cy="0"/>
          </a:xfrm>
          <a:prstGeom prst="straightConnector1">
            <a:avLst/>
          </a:prstGeom>
          <a:noFill/>
          <a:ln w="28575" cap="flat" cmpd="sng">
            <a:solidFill>
              <a:schemeClr val="dk2"/>
            </a:solidFill>
            <a:prstDash val="solid"/>
            <a:round/>
            <a:headEnd type="none" w="med" len="med"/>
            <a:tailEnd type="none" w="med" len="med"/>
          </a:ln>
        </p:spPr>
      </p:cxnSp>
      <p:pic>
        <p:nvPicPr>
          <p:cNvPr id="1026" name="Picture 2" descr="ISEP - Instituto Superior de Engenharia do Porto">
            <a:extLst>
              <a:ext uri="{FF2B5EF4-FFF2-40B4-BE49-F238E27FC236}">
                <a16:creationId xmlns:a16="http://schemas.microsoft.com/office/drawing/2014/main" id="{F5AE9801-738B-B814-15CF-67FDCCE49F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1587" y="3904012"/>
            <a:ext cx="2479800" cy="94380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EI | Departamento de Engenharia Informática">
            <a:extLst>
              <a:ext uri="{FF2B5EF4-FFF2-40B4-BE49-F238E27FC236}">
                <a16:creationId xmlns:a16="http://schemas.microsoft.com/office/drawing/2014/main" id="{DA0D5018-A47A-F87D-A22D-F5C62DA1612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2088" y="4009203"/>
            <a:ext cx="1714500" cy="733425"/>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6" descr="E-REDES: Distribuição de Energia Elétrica em Portugal">
            <a:extLst>
              <a:ext uri="{FF2B5EF4-FFF2-40B4-BE49-F238E27FC236}">
                <a16:creationId xmlns:a16="http://schemas.microsoft.com/office/drawing/2014/main" id="{A119BD83-8282-55F4-938E-7BA2E105608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PT"/>
          </a:p>
        </p:txBody>
      </p:sp>
      <p:pic>
        <p:nvPicPr>
          <p:cNvPr id="1034" name="Picture 10">
            <a:extLst>
              <a:ext uri="{FF2B5EF4-FFF2-40B4-BE49-F238E27FC236}">
                <a16:creationId xmlns:a16="http://schemas.microsoft.com/office/drawing/2014/main" id="{89F98D68-F0EA-07D7-A8B1-2E4A5E1B7D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46357" y="3205868"/>
            <a:ext cx="2195521" cy="21955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9"/>
          <p:cNvSpPr txBox="1">
            <a:spLocks noGrp="1"/>
          </p:cNvSpPr>
          <p:nvPr>
            <p:ph type="title"/>
          </p:nvPr>
        </p:nvSpPr>
        <p:spPr>
          <a:xfrm>
            <a:off x="3182467" y="593367"/>
            <a:ext cx="8049600" cy="763600"/>
          </a:xfrm>
          <a:prstGeom prst="rect">
            <a:avLst/>
          </a:prstGeom>
        </p:spPr>
        <p:txBody>
          <a:bodyPr spcFirstLastPara="1" wrap="square" lIns="121900" tIns="121900" rIns="121900" bIns="121900" anchor="t" anchorCtr="0">
            <a:noAutofit/>
          </a:bodyPr>
          <a:lstStyle/>
          <a:p>
            <a:r>
              <a:rPr lang="pt-PT" noProof="0"/>
              <a:t>TABLE OF CONTENTS</a:t>
            </a:r>
          </a:p>
        </p:txBody>
      </p:sp>
      <p:sp>
        <p:nvSpPr>
          <p:cNvPr id="292" name="Google Shape;292;p29"/>
          <p:cNvSpPr txBox="1">
            <a:spLocks noGrp="1"/>
          </p:cNvSpPr>
          <p:nvPr>
            <p:ph type="title" idx="2"/>
          </p:nvPr>
        </p:nvSpPr>
        <p:spPr>
          <a:xfrm>
            <a:off x="3954493" y="1736176"/>
            <a:ext cx="979600" cy="763600"/>
          </a:xfrm>
          <a:prstGeom prst="rect">
            <a:avLst/>
          </a:prstGeom>
        </p:spPr>
        <p:txBody>
          <a:bodyPr spcFirstLastPara="1" wrap="square" lIns="121900" tIns="121900" rIns="121900" bIns="121900" anchor="b" anchorCtr="0">
            <a:noAutofit/>
          </a:bodyPr>
          <a:lstStyle/>
          <a:p>
            <a:r>
              <a:rPr lang="pt-PT" noProof="0"/>
              <a:t>01</a:t>
            </a:r>
          </a:p>
        </p:txBody>
      </p:sp>
      <p:sp>
        <p:nvSpPr>
          <p:cNvPr id="293" name="Google Shape;293;p29"/>
          <p:cNvSpPr txBox="1">
            <a:spLocks noGrp="1"/>
          </p:cNvSpPr>
          <p:nvPr>
            <p:ph type="title" idx="3"/>
          </p:nvPr>
        </p:nvSpPr>
        <p:spPr>
          <a:xfrm>
            <a:off x="6721756" y="3767731"/>
            <a:ext cx="979600" cy="763600"/>
          </a:xfrm>
          <a:prstGeom prst="rect">
            <a:avLst/>
          </a:prstGeom>
        </p:spPr>
        <p:txBody>
          <a:bodyPr spcFirstLastPara="1" wrap="square" lIns="121900" tIns="121900" rIns="121900" bIns="121900" anchor="b" anchorCtr="0">
            <a:noAutofit/>
          </a:bodyPr>
          <a:lstStyle/>
          <a:p>
            <a:r>
              <a:rPr lang="pt-PT" noProof="0"/>
              <a:t>04</a:t>
            </a:r>
          </a:p>
        </p:txBody>
      </p:sp>
      <p:sp>
        <p:nvSpPr>
          <p:cNvPr id="294" name="Google Shape;294;p29"/>
          <p:cNvSpPr txBox="1">
            <a:spLocks noGrp="1"/>
          </p:cNvSpPr>
          <p:nvPr>
            <p:ph type="title" idx="4"/>
          </p:nvPr>
        </p:nvSpPr>
        <p:spPr>
          <a:xfrm>
            <a:off x="6740726" y="1736176"/>
            <a:ext cx="979600" cy="763600"/>
          </a:xfrm>
          <a:prstGeom prst="rect">
            <a:avLst/>
          </a:prstGeom>
        </p:spPr>
        <p:txBody>
          <a:bodyPr spcFirstLastPara="1" wrap="square" lIns="121900" tIns="121900" rIns="121900" bIns="121900" anchor="b" anchorCtr="0">
            <a:noAutofit/>
          </a:bodyPr>
          <a:lstStyle/>
          <a:p>
            <a:r>
              <a:rPr lang="pt-PT" noProof="0"/>
              <a:t>02</a:t>
            </a:r>
          </a:p>
        </p:txBody>
      </p:sp>
      <p:sp>
        <p:nvSpPr>
          <p:cNvPr id="296" name="Google Shape;296;p29"/>
          <p:cNvSpPr txBox="1">
            <a:spLocks noGrp="1"/>
          </p:cNvSpPr>
          <p:nvPr>
            <p:ph type="title" idx="6"/>
          </p:nvPr>
        </p:nvSpPr>
        <p:spPr>
          <a:xfrm>
            <a:off x="3962354" y="3781544"/>
            <a:ext cx="979600" cy="763600"/>
          </a:xfrm>
          <a:prstGeom prst="rect">
            <a:avLst/>
          </a:prstGeom>
        </p:spPr>
        <p:txBody>
          <a:bodyPr spcFirstLastPara="1" wrap="square" lIns="121900" tIns="121900" rIns="121900" bIns="121900" anchor="b" anchorCtr="0">
            <a:noAutofit/>
          </a:bodyPr>
          <a:lstStyle/>
          <a:p>
            <a:r>
              <a:rPr lang="pt-PT" noProof="0"/>
              <a:t>03</a:t>
            </a:r>
          </a:p>
        </p:txBody>
      </p:sp>
      <p:sp>
        <p:nvSpPr>
          <p:cNvPr id="298" name="Google Shape;298;p29"/>
          <p:cNvSpPr txBox="1">
            <a:spLocks noGrp="1"/>
          </p:cNvSpPr>
          <p:nvPr>
            <p:ph type="subTitle" idx="1"/>
          </p:nvPr>
        </p:nvSpPr>
        <p:spPr>
          <a:xfrm>
            <a:off x="3954493" y="2529646"/>
            <a:ext cx="2480000" cy="1051600"/>
          </a:xfrm>
          <a:prstGeom prst="rect">
            <a:avLst/>
          </a:prstGeom>
        </p:spPr>
        <p:txBody>
          <a:bodyPr spcFirstLastPara="1" wrap="square" lIns="121900" tIns="121900" rIns="121900" bIns="121900" anchor="b" anchorCtr="0">
            <a:noAutofit/>
          </a:bodyPr>
          <a:lstStyle/>
          <a:p>
            <a:pPr marL="0" indent="0"/>
            <a:r>
              <a:rPr lang="pt-PT"/>
              <a:t>ANÁLISE DOS DADOS</a:t>
            </a:r>
          </a:p>
        </p:txBody>
      </p:sp>
      <p:sp>
        <p:nvSpPr>
          <p:cNvPr id="299" name="Google Shape;299;p29"/>
          <p:cNvSpPr txBox="1">
            <a:spLocks noGrp="1"/>
          </p:cNvSpPr>
          <p:nvPr>
            <p:ph type="subTitle" idx="8"/>
          </p:nvPr>
        </p:nvSpPr>
        <p:spPr>
          <a:xfrm>
            <a:off x="6740726" y="2529646"/>
            <a:ext cx="2480000" cy="664491"/>
          </a:xfrm>
          <a:prstGeom prst="rect">
            <a:avLst/>
          </a:prstGeom>
        </p:spPr>
        <p:txBody>
          <a:bodyPr spcFirstLastPara="1" wrap="square" lIns="121900" tIns="121900" rIns="121900" bIns="121900" anchor="b" anchorCtr="0">
            <a:noAutofit/>
          </a:bodyPr>
          <a:lstStyle/>
          <a:p>
            <a:pPr marL="0" indent="0"/>
            <a:r>
              <a:rPr lang="pt-PT"/>
              <a:t>REGRESSÃO</a:t>
            </a:r>
            <a:endParaRPr lang="en-US"/>
          </a:p>
        </p:txBody>
      </p:sp>
      <p:sp>
        <p:nvSpPr>
          <p:cNvPr id="300" name="Google Shape;300;p29"/>
          <p:cNvSpPr txBox="1">
            <a:spLocks noGrp="1"/>
          </p:cNvSpPr>
          <p:nvPr>
            <p:ph type="subTitle" idx="9"/>
          </p:nvPr>
        </p:nvSpPr>
        <p:spPr>
          <a:xfrm>
            <a:off x="3962354" y="4575014"/>
            <a:ext cx="2480000" cy="541868"/>
          </a:xfrm>
          <a:prstGeom prst="rect">
            <a:avLst/>
          </a:prstGeom>
        </p:spPr>
        <p:txBody>
          <a:bodyPr spcFirstLastPara="1" wrap="square" lIns="121900" tIns="121900" rIns="121900" bIns="121900" anchor="b" anchorCtr="0">
            <a:noAutofit/>
          </a:bodyPr>
          <a:lstStyle/>
          <a:p>
            <a:pPr marL="0" indent="0"/>
            <a:r>
              <a:rPr lang="pt-PT"/>
              <a:t>CLASSIFICAÇÃO</a:t>
            </a:r>
            <a:endParaRPr lang="en-US"/>
          </a:p>
        </p:txBody>
      </p:sp>
      <p:sp>
        <p:nvSpPr>
          <p:cNvPr id="301" name="Google Shape;301;p29"/>
          <p:cNvSpPr txBox="1">
            <a:spLocks noGrp="1"/>
          </p:cNvSpPr>
          <p:nvPr>
            <p:ph type="subTitle" idx="13"/>
          </p:nvPr>
        </p:nvSpPr>
        <p:spPr>
          <a:xfrm>
            <a:off x="6721756" y="4561095"/>
            <a:ext cx="2854392" cy="555787"/>
          </a:xfrm>
          <a:prstGeom prst="rect">
            <a:avLst/>
          </a:prstGeom>
        </p:spPr>
        <p:txBody>
          <a:bodyPr spcFirstLastPara="1" wrap="square" lIns="121900" tIns="121900" rIns="121900" bIns="121900" anchor="b" anchorCtr="0">
            <a:noAutofit/>
          </a:bodyPr>
          <a:lstStyle/>
          <a:p>
            <a:pPr marL="0" indent="0"/>
            <a:r>
              <a:rPr lang="en-US"/>
              <a:t>DEMONSTRAÇÃO</a:t>
            </a:r>
          </a:p>
        </p:txBody>
      </p:sp>
      <p:sp>
        <p:nvSpPr>
          <p:cNvPr id="2" name="Google Shape;293;p29">
            <a:extLst>
              <a:ext uri="{FF2B5EF4-FFF2-40B4-BE49-F238E27FC236}">
                <a16:creationId xmlns:a16="http://schemas.microsoft.com/office/drawing/2014/main" id="{8F5DDA34-72DE-013E-AF2A-BEA0EAFE3EF0}"/>
              </a:ext>
            </a:extLst>
          </p:cNvPr>
          <p:cNvSpPr txBox="1">
            <a:spLocks/>
          </p:cNvSpPr>
          <p:nvPr/>
        </p:nvSpPr>
        <p:spPr>
          <a:xfrm>
            <a:off x="3962354" y="5347050"/>
            <a:ext cx="979600" cy="763600"/>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dk1"/>
              </a:buClr>
              <a:buSzPts val="3000"/>
              <a:buFont typeface="Hind"/>
              <a:buNone/>
              <a:defRPr sz="4000" b="1" i="0" u="none" strike="noStrike" cap="none">
                <a:solidFill>
                  <a:schemeClr val="dk1"/>
                </a:solidFill>
                <a:latin typeface="Hind"/>
                <a:ea typeface="Hind"/>
                <a:cs typeface="Hind"/>
                <a:sym typeface="Hind"/>
              </a:defRPr>
            </a:lvl1pPr>
            <a:lvl2pPr marR="0" lvl="1" algn="l" rtl="0" eaLnBrk="1" hangingPunct="1">
              <a:lnSpc>
                <a:spcPct val="100000"/>
              </a:lnSpc>
              <a:spcBef>
                <a:spcPts val="0"/>
              </a:spcBef>
              <a:spcAft>
                <a:spcPts val="0"/>
              </a:spcAft>
              <a:buClr>
                <a:schemeClr val="dk1"/>
              </a:buClr>
              <a:buSzPts val="3000"/>
              <a:buFont typeface="Hind"/>
              <a:buNone/>
              <a:defRPr sz="4000" b="1" i="0" u="none" strike="noStrike" cap="none">
                <a:solidFill>
                  <a:schemeClr val="dk1"/>
                </a:solidFill>
                <a:latin typeface="Hind"/>
                <a:ea typeface="Hind"/>
                <a:cs typeface="Hind"/>
                <a:sym typeface="Hind"/>
              </a:defRPr>
            </a:lvl2pPr>
            <a:lvl3pPr marR="0" lvl="2" algn="l" rtl="0" eaLnBrk="1" hangingPunct="1">
              <a:lnSpc>
                <a:spcPct val="100000"/>
              </a:lnSpc>
              <a:spcBef>
                <a:spcPts val="0"/>
              </a:spcBef>
              <a:spcAft>
                <a:spcPts val="0"/>
              </a:spcAft>
              <a:buClr>
                <a:schemeClr val="dk1"/>
              </a:buClr>
              <a:buSzPts val="3000"/>
              <a:buFont typeface="Hind"/>
              <a:buNone/>
              <a:defRPr sz="4000" b="1" i="0" u="none" strike="noStrike" cap="none">
                <a:solidFill>
                  <a:schemeClr val="dk1"/>
                </a:solidFill>
                <a:latin typeface="Hind"/>
                <a:ea typeface="Hind"/>
                <a:cs typeface="Hind"/>
                <a:sym typeface="Hind"/>
              </a:defRPr>
            </a:lvl3pPr>
            <a:lvl4pPr marR="0" lvl="3" algn="l" rtl="0" eaLnBrk="1" hangingPunct="1">
              <a:lnSpc>
                <a:spcPct val="100000"/>
              </a:lnSpc>
              <a:spcBef>
                <a:spcPts val="0"/>
              </a:spcBef>
              <a:spcAft>
                <a:spcPts val="0"/>
              </a:spcAft>
              <a:buClr>
                <a:schemeClr val="dk1"/>
              </a:buClr>
              <a:buSzPts val="3000"/>
              <a:buFont typeface="Hind"/>
              <a:buNone/>
              <a:defRPr sz="4000" b="1" i="0" u="none" strike="noStrike" cap="none">
                <a:solidFill>
                  <a:schemeClr val="dk1"/>
                </a:solidFill>
                <a:latin typeface="Hind"/>
                <a:ea typeface="Hind"/>
                <a:cs typeface="Hind"/>
                <a:sym typeface="Hind"/>
              </a:defRPr>
            </a:lvl4pPr>
            <a:lvl5pPr marR="0" lvl="4" algn="l" rtl="0" eaLnBrk="1" hangingPunct="1">
              <a:lnSpc>
                <a:spcPct val="100000"/>
              </a:lnSpc>
              <a:spcBef>
                <a:spcPts val="0"/>
              </a:spcBef>
              <a:spcAft>
                <a:spcPts val="0"/>
              </a:spcAft>
              <a:buClr>
                <a:schemeClr val="dk1"/>
              </a:buClr>
              <a:buSzPts val="3000"/>
              <a:buFont typeface="Hind"/>
              <a:buNone/>
              <a:defRPr sz="4000" b="1" i="0" u="none" strike="noStrike" cap="none">
                <a:solidFill>
                  <a:schemeClr val="dk1"/>
                </a:solidFill>
                <a:latin typeface="Hind"/>
                <a:ea typeface="Hind"/>
                <a:cs typeface="Hind"/>
                <a:sym typeface="Hind"/>
              </a:defRPr>
            </a:lvl5pPr>
            <a:lvl6pPr marR="0" lvl="5" algn="l" rtl="0" eaLnBrk="1" hangingPunct="1">
              <a:lnSpc>
                <a:spcPct val="100000"/>
              </a:lnSpc>
              <a:spcBef>
                <a:spcPts val="0"/>
              </a:spcBef>
              <a:spcAft>
                <a:spcPts val="0"/>
              </a:spcAft>
              <a:buClr>
                <a:schemeClr val="dk1"/>
              </a:buClr>
              <a:buSzPts val="3000"/>
              <a:buFont typeface="Hind"/>
              <a:buNone/>
              <a:defRPr sz="4000" b="1" i="0" u="none" strike="noStrike" cap="none">
                <a:solidFill>
                  <a:schemeClr val="dk1"/>
                </a:solidFill>
                <a:latin typeface="Hind"/>
                <a:ea typeface="Hind"/>
                <a:cs typeface="Hind"/>
                <a:sym typeface="Hind"/>
              </a:defRPr>
            </a:lvl6pPr>
            <a:lvl7pPr marR="0" lvl="6" algn="l" rtl="0" eaLnBrk="1" hangingPunct="1">
              <a:lnSpc>
                <a:spcPct val="100000"/>
              </a:lnSpc>
              <a:spcBef>
                <a:spcPts val="0"/>
              </a:spcBef>
              <a:spcAft>
                <a:spcPts val="0"/>
              </a:spcAft>
              <a:buClr>
                <a:schemeClr val="dk1"/>
              </a:buClr>
              <a:buSzPts val="3000"/>
              <a:buFont typeface="Hind"/>
              <a:buNone/>
              <a:defRPr sz="4000" b="1" i="0" u="none" strike="noStrike" cap="none">
                <a:solidFill>
                  <a:schemeClr val="dk1"/>
                </a:solidFill>
                <a:latin typeface="Hind"/>
                <a:ea typeface="Hind"/>
                <a:cs typeface="Hind"/>
                <a:sym typeface="Hind"/>
              </a:defRPr>
            </a:lvl7pPr>
            <a:lvl8pPr marR="0" lvl="7" algn="l" rtl="0" eaLnBrk="1" hangingPunct="1">
              <a:lnSpc>
                <a:spcPct val="100000"/>
              </a:lnSpc>
              <a:spcBef>
                <a:spcPts val="0"/>
              </a:spcBef>
              <a:spcAft>
                <a:spcPts val="0"/>
              </a:spcAft>
              <a:buClr>
                <a:schemeClr val="dk1"/>
              </a:buClr>
              <a:buSzPts val="3000"/>
              <a:buFont typeface="Hind"/>
              <a:buNone/>
              <a:defRPr sz="4000" b="1" i="0" u="none" strike="noStrike" cap="none">
                <a:solidFill>
                  <a:schemeClr val="dk1"/>
                </a:solidFill>
                <a:latin typeface="Hind"/>
                <a:ea typeface="Hind"/>
                <a:cs typeface="Hind"/>
                <a:sym typeface="Hind"/>
              </a:defRPr>
            </a:lvl8pPr>
            <a:lvl9pPr marR="0" lvl="8" algn="l" rtl="0" eaLnBrk="1" hangingPunct="1">
              <a:lnSpc>
                <a:spcPct val="100000"/>
              </a:lnSpc>
              <a:spcBef>
                <a:spcPts val="0"/>
              </a:spcBef>
              <a:spcAft>
                <a:spcPts val="0"/>
              </a:spcAft>
              <a:buClr>
                <a:schemeClr val="dk1"/>
              </a:buClr>
              <a:buSzPts val="3000"/>
              <a:buFont typeface="Hind"/>
              <a:buNone/>
              <a:defRPr sz="4000" b="1" i="0" u="none" strike="noStrike" cap="none">
                <a:solidFill>
                  <a:schemeClr val="dk1"/>
                </a:solidFill>
                <a:latin typeface="Hind"/>
                <a:ea typeface="Hind"/>
                <a:cs typeface="Hind"/>
                <a:sym typeface="Hind"/>
              </a:defRPr>
            </a:lvl9pPr>
          </a:lstStyle>
          <a:p>
            <a:r>
              <a:rPr lang="pt-PT"/>
              <a:t>05</a:t>
            </a:r>
          </a:p>
        </p:txBody>
      </p:sp>
      <p:sp>
        <p:nvSpPr>
          <p:cNvPr id="4" name="Google Shape;301;p29">
            <a:extLst>
              <a:ext uri="{FF2B5EF4-FFF2-40B4-BE49-F238E27FC236}">
                <a16:creationId xmlns:a16="http://schemas.microsoft.com/office/drawing/2014/main" id="{B91332CA-1ECD-F716-B732-3B8DB626CE82}"/>
              </a:ext>
            </a:extLst>
          </p:cNvPr>
          <p:cNvSpPr txBox="1">
            <a:spLocks/>
          </p:cNvSpPr>
          <p:nvPr/>
        </p:nvSpPr>
        <p:spPr>
          <a:xfrm>
            <a:off x="3962354" y="6140414"/>
            <a:ext cx="2480000" cy="555787"/>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2400"/>
              <a:buFont typeface="Raleway"/>
              <a:buNone/>
              <a:defRPr sz="2400" b="1" i="0" u="none" strike="noStrike" cap="none">
                <a:solidFill>
                  <a:schemeClr val="dk1"/>
                </a:solidFill>
                <a:latin typeface="Hind"/>
                <a:ea typeface="Hind"/>
                <a:cs typeface="Hind"/>
                <a:sym typeface="Hind"/>
              </a:defRPr>
            </a:lvl1pPr>
            <a:lvl2pPr marL="914400" marR="0" lvl="1" indent="-304800" algn="l"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2pPr>
            <a:lvl3pPr marL="1371600" marR="0" lvl="2" indent="-304800" algn="l"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3pPr>
            <a:lvl4pPr marL="1828800" marR="0" lvl="3" indent="-304800" algn="l"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4pPr>
            <a:lvl5pPr marL="2286000" marR="0" lvl="4" indent="-304800" algn="l"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5pPr>
            <a:lvl6pPr marL="2743200" marR="0" lvl="5" indent="-304800" algn="l"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6pPr>
            <a:lvl7pPr marL="3200400" marR="0" lvl="6" indent="-304800" algn="l"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7pPr>
            <a:lvl8pPr marL="3657600" marR="0" lvl="7" indent="-304800" algn="l"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8pPr>
            <a:lvl9pPr marL="4114800" marR="0" lvl="8" indent="-304800" algn="l"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9pPr>
          </a:lstStyle>
          <a:p>
            <a:pPr marL="0" indent="0"/>
            <a:r>
              <a:rPr lang="pt-PT"/>
              <a:t>CONCLUSÃO</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4">
          <a:extLst>
            <a:ext uri="{FF2B5EF4-FFF2-40B4-BE49-F238E27FC236}">
              <a16:creationId xmlns:a16="http://schemas.microsoft.com/office/drawing/2014/main" id="{60858425-0160-9D48-42E0-F2799E8463C2}"/>
            </a:ext>
          </a:extLst>
        </p:cNvPr>
        <p:cNvGrpSpPr/>
        <p:nvPr/>
      </p:nvGrpSpPr>
      <p:grpSpPr>
        <a:xfrm>
          <a:off x="0" y="0"/>
          <a:ext cx="0" cy="0"/>
          <a:chOff x="0" y="0"/>
          <a:chExt cx="0" cy="0"/>
        </a:xfrm>
      </p:grpSpPr>
      <p:sp>
        <p:nvSpPr>
          <p:cNvPr id="345" name="Google Shape;345;p32">
            <a:extLst>
              <a:ext uri="{FF2B5EF4-FFF2-40B4-BE49-F238E27FC236}">
                <a16:creationId xmlns:a16="http://schemas.microsoft.com/office/drawing/2014/main" id="{491E6705-74E2-05C4-ADD4-E29ABC096281}"/>
              </a:ext>
            </a:extLst>
          </p:cNvPr>
          <p:cNvSpPr txBox="1">
            <a:spLocks noGrp="1"/>
          </p:cNvSpPr>
          <p:nvPr>
            <p:ph type="subTitle" idx="4"/>
          </p:nvPr>
        </p:nvSpPr>
        <p:spPr>
          <a:xfrm>
            <a:off x="6040936" y="2997533"/>
            <a:ext cx="3876400" cy="745200"/>
          </a:xfrm>
          <a:prstGeom prst="rect">
            <a:avLst/>
          </a:prstGeom>
        </p:spPr>
        <p:txBody>
          <a:bodyPr spcFirstLastPara="1" wrap="square" lIns="121900" tIns="121900" rIns="121900" bIns="121900" anchor="b" anchorCtr="0">
            <a:noAutofit/>
          </a:bodyPr>
          <a:lstStyle/>
          <a:p>
            <a:pPr marL="0" indent="0"/>
            <a:r>
              <a:rPr lang="pt-PT" noProof="0"/>
              <a:t>Classificação</a:t>
            </a:r>
          </a:p>
        </p:txBody>
      </p:sp>
      <p:sp>
        <p:nvSpPr>
          <p:cNvPr id="346" name="Google Shape;346;p32">
            <a:extLst>
              <a:ext uri="{FF2B5EF4-FFF2-40B4-BE49-F238E27FC236}">
                <a16:creationId xmlns:a16="http://schemas.microsoft.com/office/drawing/2014/main" id="{848656F1-7BF9-4AB8-7D87-10FA4025EFC4}"/>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pt-PT" noProof="0"/>
              <a:t>Objectivos do trabalho</a:t>
            </a:r>
          </a:p>
        </p:txBody>
      </p:sp>
      <p:sp>
        <p:nvSpPr>
          <p:cNvPr id="347" name="Google Shape;347;p32">
            <a:extLst>
              <a:ext uri="{FF2B5EF4-FFF2-40B4-BE49-F238E27FC236}">
                <a16:creationId xmlns:a16="http://schemas.microsoft.com/office/drawing/2014/main" id="{3F9C2040-3E31-481E-F848-992AC18CC7E4}"/>
              </a:ext>
            </a:extLst>
          </p:cNvPr>
          <p:cNvSpPr txBox="1">
            <a:spLocks noGrp="1"/>
          </p:cNvSpPr>
          <p:nvPr>
            <p:ph type="subTitle" idx="1"/>
          </p:nvPr>
        </p:nvSpPr>
        <p:spPr>
          <a:xfrm>
            <a:off x="6040933" y="3864001"/>
            <a:ext cx="3876400" cy="1929600"/>
          </a:xfrm>
          <a:prstGeom prst="rect">
            <a:avLst/>
          </a:prstGeom>
        </p:spPr>
        <p:txBody>
          <a:bodyPr spcFirstLastPara="1" wrap="square" lIns="121900" tIns="121900" rIns="121900" bIns="121900" anchor="t" anchorCtr="0">
            <a:noAutofit/>
          </a:bodyPr>
          <a:lstStyle/>
          <a:p>
            <a:pPr marL="0" indent="0"/>
            <a:r>
              <a:rPr lang="en-GB" sz="1600" err="1"/>
              <a:t>Previsão</a:t>
            </a:r>
            <a:r>
              <a:rPr lang="en-GB" sz="1600"/>
              <a:t> do </a:t>
            </a:r>
            <a:r>
              <a:rPr lang="en-GB" sz="1600" err="1"/>
              <a:t>nível</a:t>
            </a:r>
            <a:r>
              <a:rPr lang="en-GB" sz="1600"/>
              <a:t> de </a:t>
            </a:r>
            <a:r>
              <a:rPr lang="en-GB" sz="1600" err="1"/>
              <a:t>utilização</a:t>
            </a:r>
            <a:r>
              <a:rPr lang="en-GB" sz="1600"/>
              <a:t> da rede (</a:t>
            </a:r>
            <a:r>
              <a:rPr lang="en-GB" sz="1600" err="1"/>
              <a:t>baixa</a:t>
            </a:r>
            <a:r>
              <a:rPr lang="en-GB" sz="1600"/>
              <a:t>, </a:t>
            </a:r>
            <a:r>
              <a:rPr lang="en-GB" sz="1600" err="1"/>
              <a:t>média</a:t>
            </a:r>
            <a:r>
              <a:rPr lang="en-GB" sz="1600"/>
              <a:t> </a:t>
            </a:r>
            <a:r>
              <a:rPr lang="en-GB" sz="1600" err="1"/>
              <a:t>ou</a:t>
            </a:r>
            <a:r>
              <a:rPr lang="en-GB" sz="1600"/>
              <a:t> </a:t>
            </a:r>
            <a:r>
              <a:rPr lang="en-GB" sz="1600" err="1"/>
              <a:t>alta</a:t>
            </a:r>
            <a:r>
              <a:rPr lang="en-GB" sz="1600"/>
              <a:t>), </a:t>
            </a:r>
            <a:r>
              <a:rPr lang="en-GB" sz="1600" err="1"/>
              <a:t>consequentemente</a:t>
            </a:r>
            <a:r>
              <a:rPr lang="en-GB" sz="1600"/>
              <a:t> </a:t>
            </a:r>
            <a:r>
              <a:rPr lang="en-GB" sz="1600" err="1"/>
              <a:t>encontrado</a:t>
            </a:r>
            <a:r>
              <a:rPr lang="en-GB" sz="1600"/>
              <a:t> </a:t>
            </a:r>
            <a:r>
              <a:rPr lang="en-GB" sz="1600" err="1"/>
              <a:t>locais</a:t>
            </a:r>
            <a:r>
              <a:rPr lang="en-GB" sz="1600"/>
              <a:t> </a:t>
            </a:r>
            <a:r>
              <a:rPr lang="en-GB" sz="1600" err="1"/>
              <a:t>aptos</a:t>
            </a:r>
            <a:r>
              <a:rPr lang="en-GB" sz="1600"/>
              <a:t> para </a:t>
            </a:r>
            <a:r>
              <a:rPr lang="en-GB" sz="1600" err="1"/>
              <a:t>expansão</a:t>
            </a:r>
            <a:r>
              <a:rPr lang="en-GB" sz="1600"/>
              <a:t> da rede de </a:t>
            </a:r>
            <a:r>
              <a:rPr lang="en-GB" sz="1600" err="1"/>
              <a:t>estações</a:t>
            </a:r>
            <a:r>
              <a:rPr lang="en-GB" sz="1600"/>
              <a:t> de </a:t>
            </a:r>
            <a:r>
              <a:rPr lang="en-GB" sz="1600" err="1"/>
              <a:t>carregamento</a:t>
            </a:r>
            <a:r>
              <a:rPr lang="en-GB" sz="1600"/>
              <a:t> de VEs.</a:t>
            </a:r>
            <a:endParaRPr lang="pt-PT" sz="1600" noProof="0"/>
          </a:p>
        </p:txBody>
      </p:sp>
      <p:sp>
        <p:nvSpPr>
          <p:cNvPr id="348" name="Google Shape;348;p32">
            <a:extLst>
              <a:ext uri="{FF2B5EF4-FFF2-40B4-BE49-F238E27FC236}">
                <a16:creationId xmlns:a16="http://schemas.microsoft.com/office/drawing/2014/main" id="{E05DA0E4-B52D-45B7-6986-B482941D58DC}"/>
              </a:ext>
            </a:extLst>
          </p:cNvPr>
          <p:cNvSpPr txBox="1">
            <a:spLocks noGrp="1"/>
          </p:cNvSpPr>
          <p:nvPr>
            <p:ph type="subTitle" idx="2"/>
          </p:nvPr>
        </p:nvSpPr>
        <p:spPr>
          <a:xfrm>
            <a:off x="950967" y="3864001"/>
            <a:ext cx="3876400" cy="1929600"/>
          </a:xfrm>
          <a:prstGeom prst="rect">
            <a:avLst/>
          </a:prstGeom>
        </p:spPr>
        <p:txBody>
          <a:bodyPr spcFirstLastPara="1" wrap="square" lIns="121900" tIns="121900" rIns="121900" bIns="121900" anchor="t" anchorCtr="0">
            <a:noAutofit/>
          </a:bodyPr>
          <a:lstStyle/>
          <a:p>
            <a:pPr marL="0" indent="0"/>
            <a:r>
              <a:rPr lang="en-GB" sz="1600" err="1"/>
              <a:t>Estimação</a:t>
            </a:r>
            <a:r>
              <a:rPr lang="en-GB" sz="1600"/>
              <a:t> da </a:t>
            </a:r>
            <a:r>
              <a:rPr lang="en-GB" sz="1600" err="1"/>
              <a:t>variável</a:t>
            </a:r>
            <a:r>
              <a:rPr lang="en-GB" sz="1600"/>
              <a:t> </a:t>
            </a:r>
            <a:r>
              <a:rPr lang="en-GB" sz="1600" err="1"/>
              <a:t>dependente</a:t>
            </a:r>
            <a:r>
              <a:rPr lang="en-GB" sz="1600"/>
              <a:t> </a:t>
            </a:r>
            <a:r>
              <a:rPr lang="en-GB" sz="1600" err="1"/>
              <a:t>contínua</a:t>
            </a:r>
            <a:r>
              <a:rPr lang="en-GB" sz="1600"/>
              <a:t> "Folga da Rede", </a:t>
            </a:r>
            <a:r>
              <a:rPr lang="en-GB" sz="1600" err="1"/>
              <a:t>prevendo</a:t>
            </a:r>
            <a:r>
              <a:rPr lang="en-GB" sz="1600"/>
              <a:t> </a:t>
            </a:r>
            <a:r>
              <a:rPr lang="en-GB" sz="1600" err="1"/>
              <a:t>assim</a:t>
            </a:r>
            <a:r>
              <a:rPr lang="en-GB" sz="1600"/>
              <a:t> a capacidade restante da rede com base em parâmetros relevantes.</a:t>
            </a:r>
            <a:endParaRPr lang="en-GB" sz="1600" noProof="0"/>
          </a:p>
        </p:txBody>
      </p:sp>
      <p:sp>
        <p:nvSpPr>
          <p:cNvPr id="349" name="Google Shape;349;p32">
            <a:extLst>
              <a:ext uri="{FF2B5EF4-FFF2-40B4-BE49-F238E27FC236}">
                <a16:creationId xmlns:a16="http://schemas.microsoft.com/office/drawing/2014/main" id="{C5F7B666-172B-2F8B-A95D-3EE9F2EE048A}"/>
              </a:ext>
            </a:extLst>
          </p:cNvPr>
          <p:cNvSpPr txBox="1">
            <a:spLocks noGrp="1"/>
          </p:cNvSpPr>
          <p:nvPr>
            <p:ph type="subTitle" idx="3"/>
          </p:nvPr>
        </p:nvSpPr>
        <p:spPr>
          <a:xfrm>
            <a:off x="950967" y="2997533"/>
            <a:ext cx="3876400" cy="745200"/>
          </a:xfrm>
          <a:prstGeom prst="rect">
            <a:avLst/>
          </a:prstGeom>
        </p:spPr>
        <p:txBody>
          <a:bodyPr spcFirstLastPara="1" wrap="square" lIns="121900" tIns="121900" rIns="121900" bIns="121900" anchor="b" anchorCtr="0">
            <a:noAutofit/>
          </a:bodyPr>
          <a:lstStyle/>
          <a:p>
            <a:pPr marL="0" indent="0"/>
            <a:r>
              <a:rPr lang="pt-PT" noProof="0"/>
              <a:t>Regressão</a:t>
            </a:r>
          </a:p>
        </p:txBody>
      </p:sp>
      <p:sp>
        <p:nvSpPr>
          <p:cNvPr id="350" name="Google Shape;350;p32">
            <a:extLst>
              <a:ext uri="{FF2B5EF4-FFF2-40B4-BE49-F238E27FC236}">
                <a16:creationId xmlns:a16="http://schemas.microsoft.com/office/drawing/2014/main" id="{4EE61501-29FB-452F-2D68-8D96249C8822}"/>
              </a:ext>
            </a:extLst>
          </p:cNvPr>
          <p:cNvSpPr/>
          <p:nvPr/>
        </p:nvSpPr>
        <p:spPr>
          <a:xfrm rot="2701411">
            <a:off x="1102756" y="2116260"/>
            <a:ext cx="689288" cy="689288"/>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lang="pt-PT" sz="1867" noProof="0"/>
          </a:p>
        </p:txBody>
      </p:sp>
      <p:sp>
        <p:nvSpPr>
          <p:cNvPr id="351" name="Google Shape;351;p32">
            <a:extLst>
              <a:ext uri="{FF2B5EF4-FFF2-40B4-BE49-F238E27FC236}">
                <a16:creationId xmlns:a16="http://schemas.microsoft.com/office/drawing/2014/main" id="{B926A3AA-1BA9-801B-AC25-86C951BD6682}"/>
              </a:ext>
            </a:extLst>
          </p:cNvPr>
          <p:cNvSpPr/>
          <p:nvPr/>
        </p:nvSpPr>
        <p:spPr>
          <a:xfrm rot="2701411">
            <a:off x="6224723" y="2116260"/>
            <a:ext cx="689288" cy="689288"/>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lang="pt-PT" sz="1867" noProof="0"/>
          </a:p>
        </p:txBody>
      </p:sp>
      <p:grpSp>
        <p:nvGrpSpPr>
          <p:cNvPr id="2" name="Google Shape;9793;p61">
            <a:extLst>
              <a:ext uri="{FF2B5EF4-FFF2-40B4-BE49-F238E27FC236}">
                <a16:creationId xmlns:a16="http://schemas.microsoft.com/office/drawing/2014/main" id="{92B75A10-1C80-1A97-E668-F013C3F3F6E3}"/>
              </a:ext>
            </a:extLst>
          </p:cNvPr>
          <p:cNvGrpSpPr/>
          <p:nvPr/>
        </p:nvGrpSpPr>
        <p:grpSpPr>
          <a:xfrm>
            <a:off x="1255883" y="2175424"/>
            <a:ext cx="383033" cy="435060"/>
            <a:chOff x="5357662" y="4297637"/>
            <a:chExt cx="287275" cy="326296"/>
          </a:xfrm>
          <a:solidFill>
            <a:schemeClr val="tx1"/>
          </a:solidFill>
        </p:grpSpPr>
        <p:sp>
          <p:nvSpPr>
            <p:cNvPr id="3" name="Google Shape;9794;p61">
              <a:extLst>
                <a:ext uri="{FF2B5EF4-FFF2-40B4-BE49-F238E27FC236}">
                  <a16:creationId xmlns:a16="http://schemas.microsoft.com/office/drawing/2014/main" id="{1DD7BEE1-CE9B-4288-A5CF-909A52378B7D}"/>
                </a:ext>
              </a:extLst>
            </p:cNvPr>
            <p:cNvSpPr/>
            <p:nvPr/>
          </p:nvSpPr>
          <p:spPr>
            <a:xfrm>
              <a:off x="5357662" y="4385545"/>
              <a:ext cx="287275" cy="238388"/>
            </a:xfrm>
            <a:custGeom>
              <a:avLst/>
              <a:gdLst/>
              <a:ahLst/>
              <a:cxnLst/>
              <a:rect l="l" t="t" r="r" b="b"/>
              <a:pathLst>
                <a:path w="9026" h="7490" extrusionOk="0">
                  <a:moveTo>
                    <a:pt x="2906" y="5573"/>
                  </a:moveTo>
                  <a:lnTo>
                    <a:pt x="2906" y="7144"/>
                  </a:lnTo>
                  <a:lnTo>
                    <a:pt x="322" y="7144"/>
                  </a:lnTo>
                  <a:lnTo>
                    <a:pt x="322" y="5573"/>
                  </a:lnTo>
                  <a:close/>
                  <a:moveTo>
                    <a:pt x="5799" y="3037"/>
                  </a:moveTo>
                  <a:lnTo>
                    <a:pt x="5799" y="7144"/>
                  </a:lnTo>
                  <a:lnTo>
                    <a:pt x="3227" y="7144"/>
                  </a:lnTo>
                  <a:lnTo>
                    <a:pt x="3227" y="5406"/>
                  </a:lnTo>
                  <a:lnTo>
                    <a:pt x="3227" y="3037"/>
                  </a:lnTo>
                  <a:close/>
                  <a:moveTo>
                    <a:pt x="5966" y="1"/>
                  </a:moveTo>
                  <a:cubicBezTo>
                    <a:pt x="5882" y="1"/>
                    <a:pt x="5799" y="72"/>
                    <a:pt x="5799" y="167"/>
                  </a:cubicBezTo>
                  <a:lnTo>
                    <a:pt x="5799" y="2727"/>
                  </a:lnTo>
                  <a:lnTo>
                    <a:pt x="3061" y="2727"/>
                  </a:lnTo>
                  <a:cubicBezTo>
                    <a:pt x="2977" y="2727"/>
                    <a:pt x="2906" y="2799"/>
                    <a:pt x="2906" y="2894"/>
                  </a:cubicBezTo>
                  <a:lnTo>
                    <a:pt x="2906" y="5251"/>
                  </a:lnTo>
                  <a:lnTo>
                    <a:pt x="156" y="5251"/>
                  </a:lnTo>
                  <a:cubicBezTo>
                    <a:pt x="72" y="5251"/>
                    <a:pt x="1" y="5335"/>
                    <a:pt x="1" y="5418"/>
                  </a:cubicBezTo>
                  <a:lnTo>
                    <a:pt x="1" y="7323"/>
                  </a:lnTo>
                  <a:cubicBezTo>
                    <a:pt x="1" y="7418"/>
                    <a:pt x="72" y="7490"/>
                    <a:pt x="156" y="7490"/>
                  </a:cubicBezTo>
                  <a:lnTo>
                    <a:pt x="8871" y="7490"/>
                  </a:lnTo>
                  <a:cubicBezTo>
                    <a:pt x="8954" y="7490"/>
                    <a:pt x="9026" y="7418"/>
                    <a:pt x="9026" y="7323"/>
                  </a:cubicBezTo>
                  <a:lnTo>
                    <a:pt x="9026" y="1417"/>
                  </a:lnTo>
                  <a:cubicBezTo>
                    <a:pt x="9026" y="1322"/>
                    <a:pt x="8954" y="1251"/>
                    <a:pt x="8871" y="1251"/>
                  </a:cubicBezTo>
                  <a:cubicBezTo>
                    <a:pt x="8776" y="1251"/>
                    <a:pt x="8704" y="1322"/>
                    <a:pt x="8704" y="1417"/>
                  </a:cubicBezTo>
                  <a:lnTo>
                    <a:pt x="8704" y="7144"/>
                  </a:lnTo>
                  <a:lnTo>
                    <a:pt x="6132" y="7144"/>
                  </a:lnTo>
                  <a:lnTo>
                    <a:pt x="6132" y="2870"/>
                  </a:lnTo>
                  <a:lnTo>
                    <a:pt x="6132" y="310"/>
                  </a:lnTo>
                  <a:lnTo>
                    <a:pt x="8704" y="310"/>
                  </a:lnTo>
                  <a:lnTo>
                    <a:pt x="8704" y="763"/>
                  </a:lnTo>
                  <a:cubicBezTo>
                    <a:pt x="8704" y="846"/>
                    <a:pt x="8776" y="929"/>
                    <a:pt x="8871" y="929"/>
                  </a:cubicBezTo>
                  <a:cubicBezTo>
                    <a:pt x="8954" y="929"/>
                    <a:pt x="9026" y="846"/>
                    <a:pt x="9026" y="763"/>
                  </a:cubicBezTo>
                  <a:lnTo>
                    <a:pt x="9026" y="167"/>
                  </a:lnTo>
                  <a:cubicBezTo>
                    <a:pt x="9026" y="72"/>
                    <a:pt x="8954" y="1"/>
                    <a:pt x="8871" y="1"/>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solidFill>
              </a:endParaRPr>
            </a:p>
          </p:txBody>
        </p:sp>
        <p:sp>
          <p:nvSpPr>
            <p:cNvPr id="4" name="Google Shape;9795;p61">
              <a:extLst>
                <a:ext uri="{FF2B5EF4-FFF2-40B4-BE49-F238E27FC236}">
                  <a16:creationId xmlns:a16="http://schemas.microsoft.com/office/drawing/2014/main" id="{753F11C5-1086-0EBE-5D6A-81547BA09839}"/>
                </a:ext>
              </a:extLst>
            </p:cNvPr>
            <p:cNvSpPr/>
            <p:nvPr/>
          </p:nvSpPr>
          <p:spPr>
            <a:xfrm>
              <a:off x="5377363" y="4576542"/>
              <a:ext cx="62191" cy="10248"/>
            </a:xfrm>
            <a:custGeom>
              <a:avLst/>
              <a:gdLst/>
              <a:ahLst/>
              <a:cxnLst/>
              <a:rect l="l" t="t" r="r" b="b"/>
              <a:pathLst>
                <a:path w="1954" h="322" extrusionOk="0">
                  <a:moveTo>
                    <a:pt x="168" y="0"/>
                  </a:moveTo>
                  <a:cubicBezTo>
                    <a:pt x="84" y="0"/>
                    <a:pt x="1" y="72"/>
                    <a:pt x="1" y="167"/>
                  </a:cubicBezTo>
                  <a:cubicBezTo>
                    <a:pt x="1" y="250"/>
                    <a:pt x="84" y="322"/>
                    <a:pt x="168" y="322"/>
                  </a:cubicBezTo>
                  <a:lnTo>
                    <a:pt x="1787" y="322"/>
                  </a:lnTo>
                  <a:cubicBezTo>
                    <a:pt x="1882" y="322"/>
                    <a:pt x="1953" y="250"/>
                    <a:pt x="1953" y="167"/>
                  </a:cubicBezTo>
                  <a:cubicBezTo>
                    <a:pt x="1953" y="72"/>
                    <a:pt x="1882" y="0"/>
                    <a:pt x="1787" y="0"/>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solidFill>
              </a:endParaRPr>
            </a:p>
          </p:txBody>
        </p:sp>
        <p:sp>
          <p:nvSpPr>
            <p:cNvPr id="5" name="Google Shape;9796;p61">
              <a:extLst>
                <a:ext uri="{FF2B5EF4-FFF2-40B4-BE49-F238E27FC236}">
                  <a16:creationId xmlns:a16="http://schemas.microsoft.com/office/drawing/2014/main" id="{78F37C0E-FC14-7F3E-A8F4-B90606EA32DC}"/>
                </a:ext>
              </a:extLst>
            </p:cNvPr>
            <p:cNvSpPr/>
            <p:nvPr/>
          </p:nvSpPr>
          <p:spPr>
            <a:xfrm>
              <a:off x="5470204" y="4495827"/>
              <a:ext cx="62191" cy="10630"/>
            </a:xfrm>
            <a:custGeom>
              <a:avLst/>
              <a:gdLst/>
              <a:ahLst/>
              <a:cxnLst/>
              <a:rect l="l" t="t" r="r" b="b"/>
              <a:pathLst>
                <a:path w="1954" h="334" extrusionOk="0">
                  <a:moveTo>
                    <a:pt x="168" y="0"/>
                  </a:moveTo>
                  <a:cubicBezTo>
                    <a:pt x="84" y="0"/>
                    <a:pt x="1" y="84"/>
                    <a:pt x="1" y="167"/>
                  </a:cubicBezTo>
                  <a:cubicBezTo>
                    <a:pt x="1" y="262"/>
                    <a:pt x="84" y="334"/>
                    <a:pt x="168" y="334"/>
                  </a:cubicBezTo>
                  <a:lnTo>
                    <a:pt x="1787" y="334"/>
                  </a:lnTo>
                  <a:cubicBezTo>
                    <a:pt x="1882" y="334"/>
                    <a:pt x="1954" y="262"/>
                    <a:pt x="1954" y="167"/>
                  </a:cubicBezTo>
                  <a:cubicBezTo>
                    <a:pt x="1954" y="84"/>
                    <a:pt x="1882" y="0"/>
                    <a:pt x="1787" y="0"/>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solidFill>
              </a:endParaRPr>
            </a:p>
          </p:txBody>
        </p:sp>
        <p:sp>
          <p:nvSpPr>
            <p:cNvPr id="6" name="Google Shape;9797;p61">
              <a:extLst>
                <a:ext uri="{FF2B5EF4-FFF2-40B4-BE49-F238E27FC236}">
                  <a16:creationId xmlns:a16="http://schemas.microsoft.com/office/drawing/2014/main" id="{70E0A25D-7EE1-1B7B-1D8B-21FAA3366BA3}"/>
                </a:ext>
              </a:extLst>
            </p:cNvPr>
            <p:cNvSpPr/>
            <p:nvPr/>
          </p:nvSpPr>
          <p:spPr>
            <a:xfrm>
              <a:off x="5562694" y="4409798"/>
              <a:ext cx="62159" cy="10280"/>
            </a:xfrm>
            <a:custGeom>
              <a:avLst/>
              <a:gdLst/>
              <a:ahLst/>
              <a:cxnLst/>
              <a:rect l="l" t="t" r="r" b="b"/>
              <a:pathLst>
                <a:path w="1953" h="323" extrusionOk="0">
                  <a:moveTo>
                    <a:pt x="167" y="1"/>
                  </a:moveTo>
                  <a:cubicBezTo>
                    <a:pt x="71" y="1"/>
                    <a:pt x="0" y="72"/>
                    <a:pt x="0" y="167"/>
                  </a:cubicBezTo>
                  <a:cubicBezTo>
                    <a:pt x="0" y="251"/>
                    <a:pt x="71" y="322"/>
                    <a:pt x="167" y="322"/>
                  </a:cubicBezTo>
                  <a:lnTo>
                    <a:pt x="1786" y="322"/>
                  </a:lnTo>
                  <a:cubicBezTo>
                    <a:pt x="1881" y="322"/>
                    <a:pt x="1953" y="251"/>
                    <a:pt x="1953" y="167"/>
                  </a:cubicBezTo>
                  <a:cubicBezTo>
                    <a:pt x="1953" y="72"/>
                    <a:pt x="1881" y="1"/>
                    <a:pt x="1786" y="1"/>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solidFill>
              </a:endParaRPr>
            </a:p>
          </p:txBody>
        </p:sp>
        <p:sp>
          <p:nvSpPr>
            <p:cNvPr id="7" name="Google Shape;9798;p61">
              <a:extLst>
                <a:ext uri="{FF2B5EF4-FFF2-40B4-BE49-F238E27FC236}">
                  <a16:creationId xmlns:a16="http://schemas.microsoft.com/office/drawing/2014/main" id="{FA160DC5-B22D-C7AB-54B7-7ED0DBD6DE82}"/>
                </a:ext>
              </a:extLst>
            </p:cNvPr>
            <p:cNvSpPr/>
            <p:nvPr/>
          </p:nvSpPr>
          <p:spPr>
            <a:xfrm>
              <a:off x="5358043" y="4297637"/>
              <a:ext cx="238388" cy="237624"/>
            </a:xfrm>
            <a:custGeom>
              <a:avLst/>
              <a:gdLst/>
              <a:ahLst/>
              <a:cxnLst/>
              <a:rect l="l" t="t" r="r" b="b"/>
              <a:pathLst>
                <a:path w="7490" h="7466" extrusionOk="0">
                  <a:moveTo>
                    <a:pt x="6061" y="0"/>
                  </a:moveTo>
                  <a:cubicBezTo>
                    <a:pt x="5966" y="0"/>
                    <a:pt x="5894" y="72"/>
                    <a:pt x="5894" y="155"/>
                  </a:cubicBezTo>
                  <a:cubicBezTo>
                    <a:pt x="5894" y="250"/>
                    <a:pt x="5966" y="322"/>
                    <a:pt x="6061" y="322"/>
                  </a:cubicBezTo>
                  <a:lnTo>
                    <a:pt x="6942" y="322"/>
                  </a:lnTo>
                  <a:lnTo>
                    <a:pt x="60" y="7204"/>
                  </a:lnTo>
                  <a:cubicBezTo>
                    <a:pt x="1" y="7263"/>
                    <a:pt x="1" y="7358"/>
                    <a:pt x="60" y="7418"/>
                  </a:cubicBezTo>
                  <a:cubicBezTo>
                    <a:pt x="72" y="7454"/>
                    <a:pt x="120" y="7466"/>
                    <a:pt x="167" y="7466"/>
                  </a:cubicBezTo>
                  <a:cubicBezTo>
                    <a:pt x="215" y="7466"/>
                    <a:pt x="251" y="7454"/>
                    <a:pt x="286" y="7418"/>
                  </a:cubicBezTo>
                  <a:lnTo>
                    <a:pt x="7156" y="548"/>
                  </a:lnTo>
                  <a:lnTo>
                    <a:pt x="7156" y="1429"/>
                  </a:lnTo>
                  <a:cubicBezTo>
                    <a:pt x="7156" y="1512"/>
                    <a:pt x="7240" y="1584"/>
                    <a:pt x="7323" y="1584"/>
                  </a:cubicBezTo>
                  <a:cubicBezTo>
                    <a:pt x="7406" y="1584"/>
                    <a:pt x="7490" y="1512"/>
                    <a:pt x="7490" y="1429"/>
                  </a:cubicBezTo>
                  <a:lnTo>
                    <a:pt x="7490" y="155"/>
                  </a:lnTo>
                  <a:cubicBezTo>
                    <a:pt x="7490" y="72"/>
                    <a:pt x="7406" y="0"/>
                    <a:pt x="7323" y="0"/>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solidFill>
              </a:endParaRPr>
            </a:p>
          </p:txBody>
        </p:sp>
      </p:grpSp>
      <p:sp>
        <p:nvSpPr>
          <p:cNvPr id="8" name="Google Shape;9886;p61">
            <a:extLst>
              <a:ext uri="{FF2B5EF4-FFF2-40B4-BE49-F238E27FC236}">
                <a16:creationId xmlns:a16="http://schemas.microsoft.com/office/drawing/2014/main" id="{E9E86F60-D7C1-5800-1FD3-8244DAA8A6C6}"/>
              </a:ext>
            </a:extLst>
          </p:cNvPr>
          <p:cNvSpPr/>
          <p:nvPr/>
        </p:nvSpPr>
        <p:spPr>
          <a:xfrm>
            <a:off x="6335668" y="2212286"/>
            <a:ext cx="467397" cy="467397"/>
          </a:xfrm>
          <a:custGeom>
            <a:avLst/>
            <a:gdLst/>
            <a:ahLst/>
            <a:cxnLst/>
            <a:rect l="l" t="t" r="r" b="b"/>
            <a:pathLst>
              <a:path w="11014" h="11014" extrusionOk="0">
                <a:moveTo>
                  <a:pt x="3739" y="358"/>
                </a:moveTo>
                <a:cubicBezTo>
                  <a:pt x="4048" y="358"/>
                  <a:pt x="4298" y="608"/>
                  <a:pt x="4298" y="917"/>
                </a:cubicBezTo>
                <a:cubicBezTo>
                  <a:pt x="4298" y="1131"/>
                  <a:pt x="4203" y="1310"/>
                  <a:pt x="4024" y="1405"/>
                </a:cubicBezTo>
                <a:cubicBezTo>
                  <a:pt x="3953" y="1441"/>
                  <a:pt x="3929" y="1501"/>
                  <a:pt x="3929" y="1560"/>
                </a:cubicBezTo>
                <a:lnTo>
                  <a:pt x="3929" y="1965"/>
                </a:lnTo>
                <a:cubicBezTo>
                  <a:pt x="3929" y="2048"/>
                  <a:pt x="4001" y="2143"/>
                  <a:pt x="4108" y="2143"/>
                </a:cubicBezTo>
                <a:lnTo>
                  <a:pt x="5334" y="2143"/>
                </a:lnTo>
                <a:lnTo>
                  <a:pt x="5334" y="3358"/>
                </a:lnTo>
                <a:cubicBezTo>
                  <a:pt x="5334" y="3453"/>
                  <a:pt x="5406" y="3536"/>
                  <a:pt x="5513" y="3536"/>
                </a:cubicBezTo>
                <a:lnTo>
                  <a:pt x="5906" y="3536"/>
                </a:lnTo>
                <a:cubicBezTo>
                  <a:pt x="5965" y="3536"/>
                  <a:pt x="6025" y="3513"/>
                  <a:pt x="6060" y="3453"/>
                </a:cubicBezTo>
                <a:cubicBezTo>
                  <a:pt x="6168" y="3275"/>
                  <a:pt x="6358" y="3167"/>
                  <a:pt x="6549" y="3167"/>
                </a:cubicBezTo>
                <a:cubicBezTo>
                  <a:pt x="6858" y="3167"/>
                  <a:pt x="7120" y="3417"/>
                  <a:pt x="7120" y="3727"/>
                </a:cubicBezTo>
                <a:cubicBezTo>
                  <a:pt x="7120" y="4048"/>
                  <a:pt x="6858" y="4298"/>
                  <a:pt x="6549" y="4298"/>
                </a:cubicBezTo>
                <a:cubicBezTo>
                  <a:pt x="6346" y="4298"/>
                  <a:pt x="6168" y="4191"/>
                  <a:pt x="6060" y="4013"/>
                </a:cubicBezTo>
                <a:cubicBezTo>
                  <a:pt x="6025" y="3953"/>
                  <a:pt x="5965" y="3929"/>
                  <a:pt x="5906" y="3929"/>
                </a:cubicBezTo>
                <a:lnTo>
                  <a:pt x="5513" y="3929"/>
                </a:lnTo>
                <a:cubicBezTo>
                  <a:pt x="5417" y="3929"/>
                  <a:pt x="5334" y="4001"/>
                  <a:pt x="5334" y="4108"/>
                </a:cubicBezTo>
                <a:lnTo>
                  <a:pt x="5334" y="5322"/>
                </a:lnTo>
                <a:lnTo>
                  <a:pt x="4286" y="5322"/>
                </a:lnTo>
                <a:lnTo>
                  <a:pt x="4286" y="5191"/>
                </a:lnTo>
                <a:cubicBezTo>
                  <a:pt x="4513" y="5013"/>
                  <a:pt x="4655" y="4739"/>
                  <a:pt x="4655" y="4465"/>
                </a:cubicBezTo>
                <a:cubicBezTo>
                  <a:pt x="4655" y="3953"/>
                  <a:pt x="4239" y="3536"/>
                  <a:pt x="3739" y="3536"/>
                </a:cubicBezTo>
                <a:cubicBezTo>
                  <a:pt x="3227" y="3536"/>
                  <a:pt x="2810" y="3953"/>
                  <a:pt x="2810" y="4465"/>
                </a:cubicBezTo>
                <a:cubicBezTo>
                  <a:pt x="2810" y="4739"/>
                  <a:pt x="2953" y="5025"/>
                  <a:pt x="3191" y="5191"/>
                </a:cubicBezTo>
                <a:lnTo>
                  <a:pt x="3191" y="5322"/>
                </a:lnTo>
                <a:lnTo>
                  <a:pt x="2143" y="5322"/>
                </a:lnTo>
                <a:lnTo>
                  <a:pt x="2143" y="2143"/>
                </a:lnTo>
                <a:lnTo>
                  <a:pt x="3370" y="2143"/>
                </a:lnTo>
                <a:cubicBezTo>
                  <a:pt x="3453" y="2143"/>
                  <a:pt x="3548" y="2060"/>
                  <a:pt x="3548" y="1965"/>
                </a:cubicBezTo>
                <a:lnTo>
                  <a:pt x="3548" y="1560"/>
                </a:lnTo>
                <a:cubicBezTo>
                  <a:pt x="3548" y="1501"/>
                  <a:pt x="3512" y="1441"/>
                  <a:pt x="3453" y="1405"/>
                </a:cubicBezTo>
                <a:cubicBezTo>
                  <a:pt x="3274" y="1298"/>
                  <a:pt x="3167" y="1108"/>
                  <a:pt x="3167" y="917"/>
                </a:cubicBezTo>
                <a:cubicBezTo>
                  <a:pt x="3167" y="608"/>
                  <a:pt x="3429" y="358"/>
                  <a:pt x="3739" y="358"/>
                </a:cubicBezTo>
                <a:close/>
                <a:moveTo>
                  <a:pt x="8870" y="5644"/>
                </a:moveTo>
                <a:lnTo>
                  <a:pt x="8870" y="7632"/>
                </a:lnTo>
                <a:lnTo>
                  <a:pt x="8870" y="7858"/>
                </a:lnTo>
                <a:lnTo>
                  <a:pt x="8870" y="8870"/>
                </a:lnTo>
                <a:lnTo>
                  <a:pt x="7656" y="8870"/>
                </a:lnTo>
                <a:cubicBezTo>
                  <a:pt x="7561" y="8870"/>
                  <a:pt x="7477" y="8942"/>
                  <a:pt x="7477" y="9049"/>
                </a:cubicBezTo>
                <a:lnTo>
                  <a:pt x="7477" y="9442"/>
                </a:lnTo>
                <a:cubicBezTo>
                  <a:pt x="7477" y="9502"/>
                  <a:pt x="7501" y="9561"/>
                  <a:pt x="7561" y="9597"/>
                </a:cubicBezTo>
                <a:cubicBezTo>
                  <a:pt x="7739" y="9704"/>
                  <a:pt x="7846" y="9894"/>
                  <a:pt x="7846" y="10085"/>
                </a:cubicBezTo>
                <a:cubicBezTo>
                  <a:pt x="7846" y="10394"/>
                  <a:pt x="7596" y="10656"/>
                  <a:pt x="7275" y="10656"/>
                </a:cubicBezTo>
                <a:cubicBezTo>
                  <a:pt x="6965" y="10656"/>
                  <a:pt x="6715" y="10394"/>
                  <a:pt x="6715" y="10085"/>
                </a:cubicBezTo>
                <a:cubicBezTo>
                  <a:pt x="6715" y="9883"/>
                  <a:pt x="6822" y="9704"/>
                  <a:pt x="7001" y="9597"/>
                </a:cubicBezTo>
                <a:cubicBezTo>
                  <a:pt x="7061" y="9561"/>
                  <a:pt x="7084" y="9502"/>
                  <a:pt x="7084" y="9442"/>
                </a:cubicBezTo>
                <a:lnTo>
                  <a:pt x="7084" y="9049"/>
                </a:lnTo>
                <a:cubicBezTo>
                  <a:pt x="7084" y="8954"/>
                  <a:pt x="7013" y="8870"/>
                  <a:pt x="6906" y="8870"/>
                </a:cubicBezTo>
                <a:lnTo>
                  <a:pt x="5691" y="8870"/>
                </a:lnTo>
                <a:lnTo>
                  <a:pt x="5691" y="7644"/>
                </a:lnTo>
                <a:cubicBezTo>
                  <a:pt x="5691" y="7549"/>
                  <a:pt x="5608" y="7466"/>
                  <a:pt x="5513" y="7466"/>
                </a:cubicBezTo>
                <a:lnTo>
                  <a:pt x="5108" y="7466"/>
                </a:lnTo>
                <a:cubicBezTo>
                  <a:pt x="5048" y="7466"/>
                  <a:pt x="4989" y="7489"/>
                  <a:pt x="4953" y="7549"/>
                </a:cubicBezTo>
                <a:cubicBezTo>
                  <a:pt x="4846" y="7739"/>
                  <a:pt x="4655" y="7835"/>
                  <a:pt x="4465" y="7835"/>
                </a:cubicBezTo>
                <a:cubicBezTo>
                  <a:pt x="4155" y="7835"/>
                  <a:pt x="3905" y="7585"/>
                  <a:pt x="3905" y="7251"/>
                </a:cubicBezTo>
                <a:cubicBezTo>
                  <a:pt x="3905" y="6942"/>
                  <a:pt x="4155" y="6680"/>
                  <a:pt x="4465" y="6680"/>
                </a:cubicBezTo>
                <a:cubicBezTo>
                  <a:pt x="4679" y="6680"/>
                  <a:pt x="4846" y="6787"/>
                  <a:pt x="4953" y="6954"/>
                </a:cubicBezTo>
                <a:cubicBezTo>
                  <a:pt x="4989" y="7013"/>
                  <a:pt x="5048" y="7049"/>
                  <a:pt x="5108" y="7049"/>
                </a:cubicBezTo>
                <a:lnTo>
                  <a:pt x="5513" y="7049"/>
                </a:lnTo>
                <a:cubicBezTo>
                  <a:pt x="5596" y="7049"/>
                  <a:pt x="5691" y="6977"/>
                  <a:pt x="5691" y="6870"/>
                </a:cubicBezTo>
                <a:lnTo>
                  <a:pt x="5691" y="5644"/>
                </a:lnTo>
                <a:lnTo>
                  <a:pt x="6727" y="5644"/>
                </a:lnTo>
                <a:lnTo>
                  <a:pt x="6727" y="5787"/>
                </a:lnTo>
                <a:cubicBezTo>
                  <a:pt x="6501" y="5965"/>
                  <a:pt x="6358" y="6227"/>
                  <a:pt x="6358" y="6513"/>
                </a:cubicBezTo>
                <a:cubicBezTo>
                  <a:pt x="6358" y="7013"/>
                  <a:pt x="6775" y="7430"/>
                  <a:pt x="7275" y="7430"/>
                </a:cubicBezTo>
                <a:cubicBezTo>
                  <a:pt x="7787" y="7430"/>
                  <a:pt x="8204" y="7013"/>
                  <a:pt x="8204" y="6513"/>
                </a:cubicBezTo>
                <a:cubicBezTo>
                  <a:pt x="8204" y="6227"/>
                  <a:pt x="8073" y="5942"/>
                  <a:pt x="7834" y="5787"/>
                </a:cubicBezTo>
                <a:lnTo>
                  <a:pt x="7834" y="5644"/>
                </a:lnTo>
                <a:close/>
                <a:moveTo>
                  <a:pt x="3739" y="0"/>
                </a:moveTo>
                <a:cubicBezTo>
                  <a:pt x="3227" y="0"/>
                  <a:pt x="2810" y="405"/>
                  <a:pt x="2810" y="917"/>
                </a:cubicBezTo>
                <a:cubicBezTo>
                  <a:pt x="2810" y="1203"/>
                  <a:pt x="2941" y="1489"/>
                  <a:pt x="3179" y="1643"/>
                </a:cubicBezTo>
                <a:lnTo>
                  <a:pt x="3179" y="1786"/>
                </a:lnTo>
                <a:lnTo>
                  <a:pt x="1965" y="1786"/>
                </a:lnTo>
                <a:cubicBezTo>
                  <a:pt x="1869" y="1786"/>
                  <a:pt x="1786" y="1858"/>
                  <a:pt x="1786" y="1965"/>
                </a:cubicBezTo>
                <a:lnTo>
                  <a:pt x="1786" y="5501"/>
                </a:lnTo>
                <a:lnTo>
                  <a:pt x="1786" y="6727"/>
                </a:lnTo>
                <a:lnTo>
                  <a:pt x="1655" y="6727"/>
                </a:lnTo>
                <a:cubicBezTo>
                  <a:pt x="1476" y="6501"/>
                  <a:pt x="1203" y="6346"/>
                  <a:pt x="917" y="6346"/>
                </a:cubicBezTo>
                <a:cubicBezTo>
                  <a:pt x="417" y="6346"/>
                  <a:pt x="0" y="6763"/>
                  <a:pt x="0" y="7275"/>
                </a:cubicBezTo>
                <a:cubicBezTo>
                  <a:pt x="0" y="7775"/>
                  <a:pt x="417" y="8192"/>
                  <a:pt x="917" y="8192"/>
                </a:cubicBezTo>
                <a:cubicBezTo>
                  <a:pt x="1203" y="8192"/>
                  <a:pt x="1488" y="8061"/>
                  <a:pt x="1655" y="7823"/>
                </a:cubicBezTo>
                <a:lnTo>
                  <a:pt x="1786" y="7823"/>
                </a:lnTo>
                <a:lnTo>
                  <a:pt x="1786" y="9049"/>
                </a:lnTo>
                <a:cubicBezTo>
                  <a:pt x="1786" y="9132"/>
                  <a:pt x="1857" y="9228"/>
                  <a:pt x="1965" y="9228"/>
                </a:cubicBezTo>
                <a:lnTo>
                  <a:pt x="2584" y="9228"/>
                </a:lnTo>
                <a:cubicBezTo>
                  <a:pt x="2679" y="9228"/>
                  <a:pt x="2762" y="9144"/>
                  <a:pt x="2762" y="9049"/>
                </a:cubicBezTo>
                <a:cubicBezTo>
                  <a:pt x="2762" y="8942"/>
                  <a:pt x="2691" y="8870"/>
                  <a:pt x="2584" y="8870"/>
                </a:cubicBezTo>
                <a:lnTo>
                  <a:pt x="2143" y="8870"/>
                </a:lnTo>
                <a:lnTo>
                  <a:pt x="2143" y="7644"/>
                </a:lnTo>
                <a:cubicBezTo>
                  <a:pt x="2143" y="7561"/>
                  <a:pt x="2072" y="7466"/>
                  <a:pt x="1965" y="7466"/>
                </a:cubicBezTo>
                <a:lnTo>
                  <a:pt x="1560" y="7466"/>
                </a:lnTo>
                <a:cubicBezTo>
                  <a:pt x="1500" y="7466"/>
                  <a:pt x="1441" y="7501"/>
                  <a:pt x="1417" y="7561"/>
                </a:cubicBezTo>
                <a:cubicBezTo>
                  <a:pt x="1310" y="7739"/>
                  <a:pt x="1119" y="7835"/>
                  <a:pt x="917" y="7835"/>
                </a:cubicBezTo>
                <a:cubicBezTo>
                  <a:pt x="607" y="7835"/>
                  <a:pt x="357" y="7585"/>
                  <a:pt x="357" y="7275"/>
                </a:cubicBezTo>
                <a:cubicBezTo>
                  <a:pt x="357" y="6965"/>
                  <a:pt x="607" y="6704"/>
                  <a:pt x="917" y="6704"/>
                </a:cubicBezTo>
                <a:cubicBezTo>
                  <a:pt x="1131" y="6704"/>
                  <a:pt x="1310" y="6811"/>
                  <a:pt x="1417" y="6989"/>
                </a:cubicBezTo>
                <a:cubicBezTo>
                  <a:pt x="1441" y="7049"/>
                  <a:pt x="1500" y="7085"/>
                  <a:pt x="1560" y="7085"/>
                </a:cubicBezTo>
                <a:lnTo>
                  <a:pt x="1965" y="7085"/>
                </a:lnTo>
                <a:cubicBezTo>
                  <a:pt x="2048" y="7085"/>
                  <a:pt x="2143" y="7001"/>
                  <a:pt x="2143" y="6906"/>
                </a:cubicBezTo>
                <a:lnTo>
                  <a:pt x="2143" y="5680"/>
                </a:lnTo>
                <a:lnTo>
                  <a:pt x="3358" y="5680"/>
                </a:lnTo>
                <a:cubicBezTo>
                  <a:pt x="3453" y="5680"/>
                  <a:pt x="3536" y="5608"/>
                  <a:pt x="3536" y="5501"/>
                </a:cubicBezTo>
                <a:lnTo>
                  <a:pt x="3536" y="5096"/>
                </a:lnTo>
                <a:cubicBezTo>
                  <a:pt x="3536" y="5037"/>
                  <a:pt x="3512" y="4977"/>
                  <a:pt x="3453" y="4953"/>
                </a:cubicBezTo>
                <a:cubicBezTo>
                  <a:pt x="3274" y="4846"/>
                  <a:pt x="3167" y="4656"/>
                  <a:pt x="3167" y="4465"/>
                </a:cubicBezTo>
                <a:cubicBezTo>
                  <a:pt x="3167" y="4144"/>
                  <a:pt x="3417" y="3894"/>
                  <a:pt x="3739" y="3894"/>
                </a:cubicBezTo>
                <a:cubicBezTo>
                  <a:pt x="4048" y="3894"/>
                  <a:pt x="4298" y="4144"/>
                  <a:pt x="4298" y="4465"/>
                </a:cubicBezTo>
                <a:cubicBezTo>
                  <a:pt x="4298" y="4668"/>
                  <a:pt x="4191" y="4846"/>
                  <a:pt x="4013" y="4953"/>
                </a:cubicBezTo>
                <a:cubicBezTo>
                  <a:pt x="3953" y="4977"/>
                  <a:pt x="3929" y="5037"/>
                  <a:pt x="3929" y="5096"/>
                </a:cubicBezTo>
                <a:lnTo>
                  <a:pt x="3929" y="5501"/>
                </a:lnTo>
                <a:cubicBezTo>
                  <a:pt x="3929" y="5596"/>
                  <a:pt x="4001" y="5680"/>
                  <a:pt x="4108" y="5680"/>
                </a:cubicBezTo>
                <a:lnTo>
                  <a:pt x="5322" y="5680"/>
                </a:lnTo>
                <a:lnTo>
                  <a:pt x="5322" y="6727"/>
                </a:lnTo>
                <a:lnTo>
                  <a:pt x="5191" y="6727"/>
                </a:lnTo>
                <a:cubicBezTo>
                  <a:pt x="5013" y="6501"/>
                  <a:pt x="4751" y="6346"/>
                  <a:pt x="4465" y="6346"/>
                </a:cubicBezTo>
                <a:cubicBezTo>
                  <a:pt x="3953" y="6346"/>
                  <a:pt x="3536" y="6763"/>
                  <a:pt x="3536" y="7275"/>
                </a:cubicBezTo>
                <a:cubicBezTo>
                  <a:pt x="3536" y="7775"/>
                  <a:pt x="3953" y="8192"/>
                  <a:pt x="4465" y="8192"/>
                </a:cubicBezTo>
                <a:cubicBezTo>
                  <a:pt x="4751" y="8192"/>
                  <a:pt x="5025" y="8061"/>
                  <a:pt x="5191" y="7823"/>
                </a:cubicBezTo>
                <a:lnTo>
                  <a:pt x="5322" y="7823"/>
                </a:lnTo>
                <a:lnTo>
                  <a:pt x="5322" y="8870"/>
                </a:lnTo>
                <a:lnTo>
                  <a:pt x="3120" y="8870"/>
                </a:lnTo>
                <a:cubicBezTo>
                  <a:pt x="3036" y="8870"/>
                  <a:pt x="2941" y="8942"/>
                  <a:pt x="2941" y="9049"/>
                </a:cubicBezTo>
                <a:cubicBezTo>
                  <a:pt x="2941" y="9144"/>
                  <a:pt x="3024" y="9228"/>
                  <a:pt x="3120" y="9228"/>
                </a:cubicBezTo>
                <a:lnTo>
                  <a:pt x="6727" y="9228"/>
                </a:lnTo>
                <a:lnTo>
                  <a:pt x="6727" y="9359"/>
                </a:lnTo>
                <a:cubicBezTo>
                  <a:pt x="6501" y="9537"/>
                  <a:pt x="6358" y="9799"/>
                  <a:pt x="6358" y="10085"/>
                </a:cubicBezTo>
                <a:cubicBezTo>
                  <a:pt x="6358" y="10597"/>
                  <a:pt x="6775" y="11014"/>
                  <a:pt x="7275" y="11014"/>
                </a:cubicBezTo>
                <a:cubicBezTo>
                  <a:pt x="7787" y="11014"/>
                  <a:pt x="8204" y="10597"/>
                  <a:pt x="8204" y="10085"/>
                </a:cubicBezTo>
                <a:cubicBezTo>
                  <a:pt x="8204" y="9799"/>
                  <a:pt x="8061" y="9525"/>
                  <a:pt x="7823" y="9359"/>
                </a:cubicBezTo>
                <a:lnTo>
                  <a:pt x="7823" y="9228"/>
                </a:lnTo>
                <a:lnTo>
                  <a:pt x="9049" y="9228"/>
                </a:lnTo>
                <a:cubicBezTo>
                  <a:pt x="9132" y="9228"/>
                  <a:pt x="9227" y="9144"/>
                  <a:pt x="9227" y="9049"/>
                </a:cubicBezTo>
                <a:lnTo>
                  <a:pt x="9227" y="7858"/>
                </a:lnTo>
                <a:lnTo>
                  <a:pt x="9227" y="7632"/>
                </a:lnTo>
                <a:lnTo>
                  <a:pt x="9227" y="5501"/>
                </a:lnTo>
                <a:lnTo>
                  <a:pt x="9227" y="4287"/>
                </a:lnTo>
                <a:lnTo>
                  <a:pt x="9358" y="4287"/>
                </a:lnTo>
                <a:cubicBezTo>
                  <a:pt x="9537" y="4501"/>
                  <a:pt x="9811" y="4656"/>
                  <a:pt x="10097" y="4656"/>
                </a:cubicBezTo>
                <a:cubicBezTo>
                  <a:pt x="10597" y="4656"/>
                  <a:pt x="11013" y="4239"/>
                  <a:pt x="11013" y="3727"/>
                </a:cubicBezTo>
                <a:cubicBezTo>
                  <a:pt x="11013" y="3227"/>
                  <a:pt x="10597" y="2810"/>
                  <a:pt x="10097" y="2810"/>
                </a:cubicBezTo>
                <a:cubicBezTo>
                  <a:pt x="9811" y="2810"/>
                  <a:pt x="9525" y="2941"/>
                  <a:pt x="9358" y="3179"/>
                </a:cubicBezTo>
                <a:lnTo>
                  <a:pt x="9227" y="3179"/>
                </a:lnTo>
                <a:lnTo>
                  <a:pt x="9227" y="1965"/>
                </a:lnTo>
                <a:cubicBezTo>
                  <a:pt x="9227" y="1870"/>
                  <a:pt x="9156" y="1786"/>
                  <a:pt x="9049" y="1786"/>
                </a:cubicBezTo>
                <a:lnTo>
                  <a:pt x="8465" y="1786"/>
                </a:lnTo>
                <a:cubicBezTo>
                  <a:pt x="8382" y="1786"/>
                  <a:pt x="8287" y="1858"/>
                  <a:pt x="8287" y="1965"/>
                </a:cubicBezTo>
                <a:cubicBezTo>
                  <a:pt x="8287" y="2048"/>
                  <a:pt x="8358" y="2143"/>
                  <a:pt x="8465" y="2143"/>
                </a:cubicBezTo>
                <a:lnTo>
                  <a:pt x="8870" y="2143"/>
                </a:lnTo>
                <a:lnTo>
                  <a:pt x="8870" y="3358"/>
                </a:lnTo>
                <a:cubicBezTo>
                  <a:pt x="8870" y="3453"/>
                  <a:pt x="8942" y="3536"/>
                  <a:pt x="9049" y="3536"/>
                </a:cubicBezTo>
                <a:lnTo>
                  <a:pt x="9454" y="3536"/>
                </a:lnTo>
                <a:cubicBezTo>
                  <a:pt x="9513" y="3536"/>
                  <a:pt x="9573" y="3513"/>
                  <a:pt x="9597" y="3453"/>
                </a:cubicBezTo>
                <a:cubicBezTo>
                  <a:pt x="9704" y="3275"/>
                  <a:pt x="9894" y="3167"/>
                  <a:pt x="10085" y="3167"/>
                </a:cubicBezTo>
                <a:cubicBezTo>
                  <a:pt x="10406" y="3167"/>
                  <a:pt x="10656" y="3417"/>
                  <a:pt x="10656" y="3727"/>
                </a:cubicBezTo>
                <a:cubicBezTo>
                  <a:pt x="10656" y="4048"/>
                  <a:pt x="10406" y="4298"/>
                  <a:pt x="10085" y="4298"/>
                </a:cubicBezTo>
                <a:cubicBezTo>
                  <a:pt x="9882" y="4298"/>
                  <a:pt x="9704" y="4191"/>
                  <a:pt x="9597" y="4013"/>
                </a:cubicBezTo>
                <a:cubicBezTo>
                  <a:pt x="9573" y="3953"/>
                  <a:pt x="9513" y="3929"/>
                  <a:pt x="9454" y="3929"/>
                </a:cubicBezTo>
                <a:lnTo>
                  <a:pt x="9049" y="3929"/>
                </a:lnTo>
                <a:cubicBezTo>
                  <a:pt x="8966" y="3929"/>
                  <a:pt x="8870" y="4001"/>
                  <a:pt x="8870" y="4108"/>
                </a:cubicBezTo>
                <a:lnTo>
                  <a:pt x="8870" y="5322"/>
                </a:lnTo>
                <a:lnTo>
                  <a:pt x="7644" y="5322"/>
                </a:lnTo>
                <a:cubicBezTo>
                  <a:pt x="7561" y="5322"/>
                  <a:pt x="7465" y="5394"/>
                  <a:pt x="7465" y="5501"/>
                </a:cubicBezTo>
                <a:lnTo>
                  <a:pt x="7465" y="5906"/>
                </a:lnTo>
                <a:cubicBezTo>
                  <a:pt x="7465" y="5965"/>
                  <a:pt x="7501" y="6025"/>
                  <a:pt x="7561" y="6049"/>
                </a:cubicBezTo>
                <a:cubicBezTo>
                  <a:pt x="7739" y="6156"/>
                  <a:pt x="7846" y="6346"/>
                  <a:pt x="7846" y="6549"/>
                </a:cubicBezTo>
                <a:cubicBezTo>
                  <a:pt x="7846" y="6858"/>
                  <a:pt x="7584" y="7108"/>
                  <a:pt x="7275" y="7108"/>
                </a:cubicBezTo>
                <a:cubicBezTo>
                  <a:pt x="6965" y="7108"/>
                  <a:pt x="6715" y="6858"/>
                  <a:pt x="6715" y="6549"/>
                </a:cubicBezTo>
                <a:cubicBezTo>
                  <a:pt x="6715" y="6334"/>
                  <a:pt x="6810" y="6156"/>
                  <a:pt x="7001" y="6049"/>
                </a:cubicBezTo>
                <a:cubicBezTo>
                  <a:pt x="7061" y="6025"/>
                  <a:pt x="7084" y="5965"/>
                  <a:pt x="7084" y="5906"/>
                </a:cubicBezTo>
                <a:lnTo>
                  <a:pt x="7084" y="5501"/>
                </a:lnTo>
                <a:cubicBezTo>
                  <a:pt x="7084" y="5418"/>
                  <a:pt x="7013" y="5322"/>
                  <a:pt x="6906" y="5322"/>
                </a:cubicBezTo>
                <a:lnTo>
                  <a:pt x="5679" y="5322"/>
                </a:lnTo>
                <a:lnTo>
                  <a:pt x="5679" y="4287"/>
                </a:lnTo>
                <a:lnTo>
                  <a:pt x="5822" y="4287"/>
                </a:lnTo>
                <a:cubicBezTo>
                  <a:pt x="6001" y="4501"/>
                  <a:pt x="6263" y="4656"/>
                  <a:pt x="6549" y="4656"/>
                </a:cubicBezTo>
                <a:cubicBezTo>
                  <a:pt x="7061" y="4656"/>
                  <a:pt x="7477" y="4239"/>
                  <a:pt x="7477" y="3727"/>
                </a:cubicBezTo>
                <a:cubicBezTo>
                  <a:pt x="7477" y="3227"/>
                  <a:pt x="7061" y="2810"/>
                  <a:pt x="6549" y="2810"/>
                </a:cubicBezTo>
                <a:cubicBezTo>
                  <a:pt x="6263" y="2810"/>
                  <a:pt x="5989" y="2941"/>
                  <a:pt x="5822" y="3179"/>
                </a:cubicBezTo>
                <a:lnTo>
                  <a:pt x="5679" y="3179"/>
                </a:lnTo>
                <a:lnTo>
                  <a:pt x="5679" y="2143"/>
                </a:lnTo>
                <a:lnTo>
                  <a:pt x="7882" y="2143"/>
                </a:lnTo>
                <a:cubicBezTo>
                  <a:pt x="7977" y="2143"/>
                  <a:pt x="8061" y="2060"/>
                  <a:pt x="8061" y="1965"/>
                </a:cubicBezTo>
                <a:cubicBezTo>
                  <a:pt x="8061" y="1870"/>
                  <a:pt x="7989" y="1786"/>
                  <a:pt x="7882" y="1786"/>
                </a:cubicBezTo>
                <a:lnTo>
                  <a:pt x="4286" y="1786"/>
                </a:lnTo>
                <a:lnTo>
                  <a:pt x="4286" y="1643"/>
                </a:lnTo>
                <a:cubicBezTo>
                  <a:pt x="4513" y="1465"/>
                  <a:pt x="4655" y="1203"/>
                  <a:pt x="4655" y="917"/>
                </a:cubicBezTo>
                <a:cubicBezTo>
                  <a:pt x="4655" y="417"/>
                  <a:pt x="4239" y="0"/>
                  <a:pt x="3739" y="0"/>
                </a:cubicBezTo>
                <a:close/>
              </a:path>
            </a:pathLst>
          </a:custGeom>
          <a:solidFill>
            <a:schemeClr val="tx1"/>
          </a:solidFill>
          <a:ln>
            <a:noFill/>
          </a:ln>
        </p:spPr>
        <p:txBody>
          <a:bodyPr spcFirstLastPara="1" wrap="square" lIns="121900" tIns="121900" rIns="121900" bIns="121900" anchor="ctr" anchorCtr="0">
            <a:noAutofit/>
          </a:bodyPr>
          <a:lstStyle/>
          <a:p>
            <a:endParaRPr lang="pt-PT" sz="1867" noProof="0">
              <a:solidFill>
                <a:schemeClr val="tx1"/>
              </a:solidFill>
            </a:endParaRPr>
          </a:p>
        </p:txBody>
      </p:sp>
    </p:spTree>
    <p:extLst>
      <p:ext uri="{BB962C8B-B14F-4D97-AF65-F5344CB8AC3E}">
        <p14:creationId xmlns:p14="http://schemas.microsoft.com/office/powerpoint/2010/main" val="2813605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6">
          <a:extLst>
            <a:ext uri="{FF2B5EF4-FFF2-40B4-BE49-F238E27FC236}">
              <a16:creationId xmlns:a16="http://schemas.microsoft.com/office/drawing/2014/main" id="{9857FA7A-77DF-5ADD-B3EB-17511042D7FA}"/>
            </a:ext>
          </a:extLst>
        </p:cNvPr>
        <p:cNvGrpSpPr/>
        <p:nvPr/>
      </p:nvGrpSpPr>
      <p:grpSpPr>
        <a:xfrm>
          <a:off x="0" y="0"/>
          <a:ext cx="0" cy="0"/>
          <a:chOff x="0" y="0"/>
          <a:chExt cx="0" cy="0"/>
        </a:xfrm>
      </p:grpSpPr>
      <p:sp>
        <p:nvSpPr>
          <p:cNvPr id="547" name="Google Shape;547;p43">
            <a:extLst>
              <a:ext uri="{FF2B5EF4-FFF2-40B4-BE49-F238E27FC236}">
                <a16:creationId xmlns:a16="http://schemas.microsoft.com/office/drawing/2014/main" id="{6F85EA08-6F53-9F61-3ED2-E882C8D695C3}"/>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pt-PT" noProof="0"/>
              <a:t>Modelos utilizados</a:t>
            </a:r>
          </a:p>
        </p:txBody>
      </p:sp>
      <p:cxnSp>
        <p:nvCxnSpPr>
          <p:cNvPr id="553" name="Google Shape;553;p43">
            <a:extLst>
              <a:ext uri="{FF2B5EF4-FFF2-40B4-BE49-F238E27FC236}">
                <a16:creationId xmlns:a16="http://schemas.microsoft.com/office/drawing/2014/main" id="{0E82E303-707E-04A2-C446-8D70DCB1D7E3}"/>
              </a:ext>
            </a:extLst>
          </p:cNvPr>
          <p:cNvCxnSpPr>
            <a:stCxn id="552" idx="2"/>
            <a:endCxn id="554" idx="0"/>
          </p:cNvCxnSpPr>
          <p:nvPr/>
        </p:nvCxnSpPr>
        <p:spPr>
          <a:xfrm rot="-5400000" flipH="1">
            <a:off x="2628113" y="1946694"/>
            <a:ext cx="704000" cy="984000"/>
          </a:xfrm>
          <a:prstGeom prst="bentConnector3">
            <a:avLst>
              <a:gd name="adj1" fmla="val 50003"/>
            </a:avLst>
          </a:prstGeom>
          <a:noFill/>
          <a:ln w="9525" cap="flat" cmpd="sng">
            <a:solidFill>
              <a:schemeClr val="dk1"/>
            </a:solidFill>
            <a:prstDash val="solid"/>
            <a:miter lim="8000"/>
            <a:headEnd type="none" w="sm" len="sm"/>
            <a:tailEnd type="none" w="sm" len="sm"/>
          </a:ln>
        </p:spPr>
      </p:cxnSp>
      <p:cxnSp>
        <p:nvCxnSpPr>
          <p:cNvPr id="555" name="Google Shape;555;p43">
            <a:extLst>
              <a:ext uri="{FF2B5EF4-FFF2-40B4-BE49-F238E27FC236}">
                <a16:creationId xmlns:a16="http://schemas.microsoft.com/office/drawing/2014/main" id="{BA9109FF-D9C9-4438-B7C0-264A80C0F6EE}"/>
              </a:ext>
            </a:extLst>
          </p:cNvPr>
          <p:cNvCxnSpPr>
            <a:stCxn id="556" idx="0"/>
            <a:endCxn id="552" idx="2"/>
          </p:cNvCxnSpPr>
          <p:nvPr/>
        </p:nvCxnSpPr>
        <p:spPr>
          <a:xfrm rot="-5400000">
            <a:off x="1643941" y="1946540"/>
            <a:ext cx="704000" cy="984400"/>
          </a:xfrm>
          <a:prstGeom prst="bentConnector3">
            <a:avLst>
              <a:gd name="adj1" fmla="val 50003"/>
            </a:avLst>
          </a:prstGeom>
          <a:noFill/>
          <a:ln w="9525" cap="flat" cmpd="sng">
            <a:solidFill>
              <a:schemeClr val="dk1"/>
            </a:solidFill>
            <a:prstDash val="solid"/>
            <a:miter lim="8000"/>
            <a:headEnd type="none" w="sm" len="sm"/>
            <a:tailEnd type="none" w="sm" len="sm"/>
          </a:ln>
        </p:spPr>
      </p:cxnSp>
      <p:cxnSp>
        <p:nvCxnSpPr>
          <p:cNvPr id="557" name="Google Shape;557;p43">
            <a:extLst>
              <a:ext uri="{FF2B5EF4-FFF2-40B4-BE49-F238E27FC236}">
                <a16:creationId xmlns:a16="http://schemas.microsoft.com/office/drawing/2014/main" id="{27D78B8C-B606-9638-5633-B419D873AD47}"/>
              </a:ext>
            </a:extLst>
          </p:cNvPr>
          <p:cNvCxnSpPr>
            <a:stCxn id="550" idx="2"/>
            <a:endCxn id="558" idx="0"/>
          </p:cNvCxnSpPr>
          <p:nvPr/>
        </p:nvCxnSpPr>
        <p:spPr>
          <a:xfrm rot="-5400000" flipH="1">
            <a:off x="2628115" y="4412456"/>
            <a:ext cx="704000" cy="984000"/>
          </a:xfrm>
          <a:prstGeom prst="bentConnector3">
            <a:avLst>
              <a:gd name="adj1" fmla="val 50003"/>
            </a:avLst>
          </a:prstGeom>
          <a:noFill/>
          <a:ln w="9525" cap="flat" cmpd="sng">
            <a:solidFill>
              <a:schemeClr val="dk1"/>
            </a:solidFill>
            <a:prstDash val="solid"/>
            <a:miter lim="8000"/>
            <a:headEnd type="none" w="sm" len="sm"/>
            <a:tailEnd type="none" w="sm" len="sm"/>
          </a:ln>
        </p:spPr>
      </p:cxnSp>
      <p:cxnSp>
        <p:nvCxnSpPr>
          <p:cNvPr id="559" name="Google Shape;559;p43">
            <a:extLst>
              <a:ext uri="{FF2B5EF4-FFF2-40B4-BE49-F238E27FC236}">
                <a16:creationId xmlns:a16="http://schemas.microsoft.com/office/drawing/2014/main" id="{09FB819D-8790-A1F7-ACB7-87B6C458173A}"/>
              </a:ext>
            </a:extLst>
          </p:cNvPr>
          <p:cNvCxnSpPr>
            <a:stCxn id="560" idx="0"/>
            <a:endCxn id="550" idx="2"/>
          </p:cNvCxnSpPr>
          <p:nvPr/>
        </p:nvCxnSpPr>
        <p:spPr>
          <a:xfrm rot="-5400000">
            <a:off x="1643942" y="4412302"/>
            <a:ext cx="704000" cy="984400"/>
          </a:xfrm>
          <a:prstGeom prst="bentConnector3">
            <a:avLst>
              <a:gd name="adj1" fmla="val 50003"/>
            </a:avLst>
          </a:prstGeom>
          <a:noFill/>
          <a:ln w="9525" cap="flat" cmpd="sng">
            <a:solidFill>
              <a:schemeClr val="dk1"/>
            </a:solidFill>
            <a:prstDash val="solid"/>
            <a:miter lim="8000"/>
            <a:headEnd type="none" w="sm" len="sm"/>
            <a:tailEnd type="none" w="sm" len="sm"/>
          </a:ln>
        </p:spPr>
      </p:cxnSp>
      <p:sp>
        <p:nvSpPr>
          <p:cNvPr id="552" name="Google Shape;552;p43">
            <a:extLst>
              <a:ext uri="{FF2B5EF4-FFF2-40B4-BE49-F238E27FC236}">
                <a16:creationId xmlns:a16="http://schemas.microsoft.com/office/drawing/2014/main" id="{AEDEEC41-0F8C-BE9A-AAA7-4BD57D992101}"/>
              </a:ext>
            </a:extLst>
          </p:cNvPr>
          <p:cNvSpPr txBox="1"/>
          <p:nvPr/>
        </p:nvSpPr>
        <p:spPr>
          <a:xfrm>
            <a:off x="1592513" y="1592294"/>
            <a:ext cx="1791200" cy="494400"/>
          </a:xfrm>
          <a:prstGeom prst="rect">
            <a:avLst/>
          </a:prstGeom>
          <a:solidFill>
            <a:schemeClr val="lt2"/>
          </a:solidFill>
          <a:ln>
            <a:noFill/>
          </a:ln>
        </p:spPr>
        <p:txBody>
          <a:bodyPr spcFirstLastPara="1" wrap="square" lIns="121900" tIns="121900" rIns="121900" bIns="121900" anchor="ctr" anchorCtr="0">
            <a:noAutofit/>
          </a:bodyPr>
          <a:lstStyle/>
          <a:p>
            <a:pPr algn="ctr"/>
            <a:r>
              <a:rPr lang="pt-PT" sz="1333" b="1" noProof="0">
                <a:solidFill>
                  <a:schemeClr val="dk1"/>
                </a:solidFill>
                <a:latin typeface="Golos Text"/>
                <a:ea typeface="Golos Text"/>
                <a:cs typeface="Golos Text"/>
                <a:sym typeface="Golos Text"/>
              </a:rPr>
              <a:t>Regressão</a:t>
            </a:r>
          </a:p>
        </p:txBody>
      </p:sp>
      <p:sp>
        <p:nvSpPr>
          <p:cNvPr id="550" name="Google Shape;550;p43">
            <a:extLst>
              <a:ext uri="{FF2B5EF4-FFF2-40B4-BE49-F238E27FC236}">
                <a16:creationId xmlns:a16="http://schemas.microsoft.com/office/drawing/2014/main" id="{D9AC63B8-4F7D-7B15-4D49-0F3EEC7BD2CE}"/>
              </a:ext>
            </a:extLst>
          </p:cNvPr>
          <p:cNvSpPr txBox="1"/>
          <p:nvPr/>
        </p:nvSpPr>
        <p:spPr>
          <a:xfrm>
            <a:off x="1592515" y="4058056"/>
            <a:ext cx="1791200" cy="494400"/>
          </a:xfrm>
          <a:prstGeom prst="rect">
            <a:avLst/>
          </a:prstGeom>
          <a:solidFill>
            <a:schemeClr val="lt2"/>
          </a:solidFill>
          <a:ln>
            <a:noFill/>
          </a:ln>
        </p:spPr>
        <p:txBody>
          <a:bodyPr spcFirstLastPara="1" wrap="square" lIns="121900" tIns="121900" rIns="121900" bIns="121900" anchor="ctr" anchorCtr="0">
            <a:noAutofit/>
          </a:bodyPr>
          <a:lstStyle/>
          <a:p>
            <a:pPr algn="ctr"/>
            <a:r>
              <a:rPr lang="pt-PT" sz="1333" b="1" noProof="0">
                <a:solidFill>
                  <a:schemeClr val="dk1"/>
                </a:solidFill>
                <a:latin typeface="Golos Text"/>
                <a:ea typeface="Golos Text"/>
                <a:cs typeface="Golos Text"/>
                <a:sym typeface="Golos Text"/>
              </a:rPr>
              <a:t>Classificação</a:t>
            </a:r>
          </a:p>
        </p:txBody>
      </p:sp>
      <p:sp>
        <p:nvSpPr>
          <p:cNvPr id="558" name="Google Shape;558;p43">
            <a:extLst>
              <a:ext uri="{FF2B5EF4-FFF2-40B4-BE49-F238E27FC236}">
                <a16:creationId xmlns:a16="http://schemas.microsoft.com/office/drawing/2014/main" id="{DCF02EB9-6C21-4CEF-D442-68A32DF1512A}"/>
              </a:ext>
            </a:extLst>
          </p:cNvPr>
          <p:cNvSpPr txBox="1"/>
          <p:nvPr/>
        </p:nvSpPr>
        <p:spPr>
          <a:xfrm>
            <a:off x="2687867" y="5256502"/>
            <a:ext cx="1568800" cy="494400"/>
          </a:xfrm>
          <a:prstGeom prst="rect">
            <a:avLst/>
          </a:prstGeom>
          <a:solidFill>
            <a:schemeClr val="lt2"/>
          </a:solidFill>
          <a:ln>
            <a:noFill/>
          </a:ln>
        </p:spPr>
        <p:txBody>
          <a:bodyPr spcFirstLastPara="1" wrap="square" lIns="121900" tIns="121900" rIns="121900" bIns="121900" anchor="ctr" anchorCtr="0">
            <a:noAutofit/>
          </a:bodyPr>
          <a:lstStyle/>
          <a:p>
            <a:pPr algn="ctr"/>
            <a:r>
              <a:rPr lang="pt-PT" sz="1333" b="1">
                <a:solidFill>
                  <a:schemeClr val="dk1"/>
                </a:solidFill>
                <a:latin typeface="Golos Text"/>
                <a:ea typeface="Golos Text"/>
                <a:cs typeface="Golos Text"/>
                <a:sym typeface="Golos Text"/>
              </a:rPr>
              <a:t>Linear SVC</a:t>
            </a:r>
            <a:endParaRPr lang="pt-PT" sz="1333" b="1" noProof="0">
              <a:solidFill>
                <a:schemeClr val="dk1"/>
              </a:solidFill>
              <a:latin typeface="Golos Text"/>
              <a:ea typeface="Golos Text"/>
              <a:cs typeface="Golos Text"/>
              <a:sym typeface="Golos Text"/>
            </a:endParaRPr>
          </a:p>
        </p:txBody>
      </p:sp>
      <p:sp>
        <p:nvSpPr>
          <p:cNvPr id="560" name="Google Shape;560;p43">
            <a:extLst>
              <a:ext uri="{FF2B5EF4-FFF2-40B4-BE49-F238E27FC236}">
                <a16:creationId xmlns:a16="http://schemas.microsoft.com/office/drawing/2014/main" id="{7D6A1533-5493-EEF0-E3A4-7425E4672207}"/>
              </a:ext>
            </a:extLst>
          </p:cNvPr>
          <p:cNvSpPr txBox="1"/>
          <p:nvPr/>
        </p:nvSpPr>
        <p:spPr>
          <a:xfrm>
            <a:off x="719342" y="5256502"/>
            <a:ext cx="1568800" cy="494400"/>
          </a:xfrm>
          <a:prstGeom prst="rect">
            <a:avLst/>
          </a:prstGeom>
          <a:solidFill>
            <a:schemeClr val="lt2"/>
          </a:solidFill>
          <a:ln>
            <a:noFill/>
          </a:ln>
        </p:spPr>
        <p:txBody>
          <a:bodyPr spcFirstLastPara="1" wrap="square" lIns="121900" tIns="121900" rIns="121900" bIns="121900" anchor="ctr" anchorCtr="0">
            <a:noAutofit/>
          </a:bodyPr>
          <a:lstStyle/>
          <a:p>
            <a:pPr algn="ctr"/>
            <a:r>
              <a:rPr lang="pt-PT" sz="1333" b="1">
                <a:solidFill>
                  <a:schemeClr val="dk1"/>
                </a:solidFill>
                <a:latin typeface="Golos Text"/>
                <a:ea typeface="Golos Text"/>
                <a:cs typeface="Golos Text"/>
                <a:sym typeface="Golos Text"/>
              </a:rPr>
              <a:t>Árvore de decisão</a:t>
            </a:r>
          </a:p>
        </p:txBody>
      </p:sp>
      <p:sp>
        <p:nvSpPr>
          <p:cNvPr id="554" name="Google Shape;554;p43">
            <a:extLst>
              <a:ext uri="{FF2B5EF4-FFF2-40B4-BE49-F238E27FC236}">
                <a16:creationId xmlns:a16="http://schemas.microsoft.com/office/drawing/2014/main" id="{FC40F370-74E4-42C9-FFDA-20288C0428AD}"/>
              </a:ext>
            </a:extLst>
          </p:cNvPr>
          <p:cNvSpPr txBox="1"/>
          <p:nvPr/>
        </p:nvSpPr>
        <p:spPr>
          <a:xfrm>
            <a:off x="2687867" y="2790740"/>
            <a:ext cx="1568800" cy="494400"/>
          </a:xfrm>
          <a:prstGeom prst="rect">
            <a:avLst/>
          </a:prstGeom>
          <a:solidFill>
            <a:schemeClr val="lt2"/>
          </a:solidFill>
          <a:ln>
            <a:noFill/>
          </a:ln>
        </p:spPr>
        <p:txBody>
          <a:bodyPr spcFirstLastPara="1" wrap="square" lIns="121900" tIns="121900" rIns="121900" bIns="121900" anchor="ctr" anchorCtr="0">
            <a:noAutofit/>
          </a:bodyPr>
          <a:lstStyle/>
          <a:p>
            <a:pPr algn="ctr"/>
            <a:r>
              <a:rPr lang="pt-PT" sz="1333" b="1" noProof="0">
                <a:solidFill>
                  <a:schemeClr val="dk1"/>
                </a:solidFill>
                <a:latin typeface="Golos Text"/>
                <a:ea typeface="Golos Text"/>
                <a:cs typeface="Golos Text"/>
                <a:sym typeface="Golos Text"/>
              </a:rPr>
              <a:t>Árvore de decisão</a:t>
            </a:r>
          </a:p>
        </p:txBody>
      </p:sp>
      <p:sp>
        <p:nvSpPr>
          <p:cNvPr id="556" name="Google Shape;556;p43">
            <a:extLst>
              <a:ext uri="{FF2B5EF4-FFF2-40B4-BE49-F238E27FC236}">
                <a16:creationId xmlns:a16="http://schemas.microsoft.com/office/drawing/2014/main" id="{82EC6AB2-EB04-9495-FBBF-46125944C6E8}"/>
              </a:ext>
            </a:extLst>
          </p:cNvPr>
          <p:cNvSpPr txBox="1"/>
          <p:nvPr/>
        </p:nvSpPr>
        <p:spPr>
          <a:xfrm>
            <a:off x="719341" y="2790740"/>
            <a:ext cx="1568800" cy="494400"/>
          </a:xfrm>
          <a:prstGeom prst="rect">
            <a:avLst/>
          </a:prstGeom>
          <a:solidFill>
            <a:schemeClr val="lt2"/>
          </a:solidFill>
          <a:ln>
            <a:noFill/>
          </a:ln>
        </p:spPr>
        <p:txBody>
          <a:bodyPr spcFirstLastPara="1" wrap="square" lIns="121900" tIns="121900" rIns="121900" bIns="121900" anchor="ctr" anchorCtr="0">
            <a:noAutofit/>
          </a:bodyPr>
          <a:lstStyle/>
          <a:p>
            <a:pPr algn="ctr"/>
            <a:r>
              <a:rPr lang="pt-PT" sz="1333" b="1" noProof="0">
                <a:solidFill>
                  <a:schemeClr val="dk1"/>
                </a:solidFill>
                <a:latin typeface="Golos Text"/>
                <a:ea typeface="Golos Text"/>
                <a:cs typeface="Golos Text"/>
                <a:sym typeface="Golos Text"/>
              </a:rPr>
              <a:t>Regressão Linear</a:t>
            </a:r>
            <a:endParaRPr lang="pt-PT" sz="1333" noProof="0">
              <a:solidFill>
                <a:schemeClr val="dk1"/>
              </a:solidFill>
              <a:latin typeface="Golos Text"/>
              <a:ea typeface="Golos Text"/>
              <a:cs typeface="Golos Text"/>
              <a:sym typeface="Golos Text"/>
            </a:endParaRPr>
          </a:p>
        </p:txBody>
      </p:sp>
      <p:pic>
        <p:nvPicPr>
          <p:cNvPr id="571" name="Google Shape;571;p43">
            <a:extLst>
              <a:ext uri="{FF2B5EF4-FFF2-40B4-BE49-F238E27FC236}">
                <a16:creationId xmlns:a16="http://schemas.microsoft.com/office/drawing/2014/main" id="{24F221A7-2C82-A850-57D6-E88745F20FA4}"/>
              </a:ext>
            </a:extLst>
          </p:cNvPr>
          <p:cNvPicPr preferRelativeResize="0"/>
          <p:nvPr/>
        </p:nvPicPr>
        <p:blipFill>
          <a:blip r:embed="rId3">
            <a:alphaModFix amt="79000"/>
          </a:blip>
          <a:stretch>
            <a:fillRect/>
          </a:stretch>
        </p:blipFill>
        <p:spPr>
          <a:xfrm>
            <a:off x="10319267" y="-1758337"/>
            <a:ext cx="3125799" cy="3128340"/>
          </a:xfrm>
          <a:prstGeom prst="rect">
            <a:avLst/>
          </a:prstGeom>
          <a:noFill/>
          <a:ln>
            <a:noFill/>
          </a:ln>
        </p:spPr>
      </p:pic>
      <p:cxnSp>
        <p:nvCxnSpPr>
          <p:cNvPr id="2" name="Google Shape;557;p43">
            <a:extLst>
              <a:ext uri="{FF2B5EF4-FFF2-40B4-BE49-F238E27FC236}">
                <a16:creationId xmlns:a16="http://schemas.microsoft.com/office/drawing/2014/main" id="{BBE4312E-1B10-0B9C-6033-627AC40DA648}"/>
              </a:ext>
            </a:extLst>
          </p:cNvPr>
          <p:cNvCxnSpPr>
            <a:cxnSpLocks/>
            <a:endCxn id="6" idx="0"/>
          </p:cNvCxnSpPr>
          <p:nvPr/>
        </p:nvCxnSpPr>
        <p:spPr>
          <a:xfrm>
            <a:off x="3472113" y="4904456"/>
            <a:ext cx="2056510" cy="352000"/>
          </a:xfrm>
          <a:prstGeom prst="bentConnector2">
            <a:avLst/>
          </a:prstGeom>
          <a:noFill/>
          <a:ln w="9525" cap="flat" cmpd="sng">
            <a:solidFill>
              <a:schemeClr val="dk1"/>
            </a:solidFill>
            <a:prstDash val="solid"/>
            <a:miter lim="8000"/>
            <a:headEnd type="none" w="sm" len="sm"/>
            <a:tailEnd type="none" w="sm" len="sm"/>
          </a:ln>
        </p:spPr>
      </p:cxnSp>
      <p:sp>
        <p:nvSpPr>
          <p:cNvPr id="6" name="Google Shape;558;p43">
            <a:extLst>
              <a:ext uri="{FF2B5EF4-FFF2-40B4-BE49-F238E27FC236}">
                <a16:creationId xmlns:a16="http://schemas.microsoft.com/office/drawing/2014/main" id="{83919F52-5AD1-5D2E-234B-9766AF4272F4}"/>
              </a:ext>
            </a:extLst>
          </p:cNvPr>
          <p:cNvSpPr txBox="1"/>
          <p:nvPr/>
        </p:nvSpPr>
        <p:spPr>
          <a:xfrm>
            <a:off x="4744223" y="5256456"/>
            <a:ext cx="1568800" cy="494400"/>
          </a:xfrm>
          <a:prstGeom prst="rect">
            <a:avLst/>
          </a:prstGeom>
          <a:solidFill>
            <a:schemeClr val="lt2"/>
          </a:solidFill>
          <a:ln>
            <a:noFill/>
          </a:ln>
        </p:spPr>
        <p:txBody>
          <a:bodyPr spcFirstLastPara="1" wrap="square" lIns="121900" tIns="121900" rIns="121900" bIns="121900" anchor="ctr" anchorCtr="0">
            <a:noAutofit/>
          </a:bodyPr>
          <a:lstStyle/>
          <a:p>
            <a:pPr algn="ctr"/>
            <a:r>
              <a:rPr lang="en-GB" sz="1200" b="1" i="1"/>
              <a:t>K‑</a:t>
            </a:r>
            <a:r>
              <a:rPr lang="en-GB" sz="1200" b="1" i="1" err="1"/>
              <a:t>vizinhos</a:t>
            </a:r>
            <a:r>
              <a:rPr lang="en-GB" sz="1200" b="1" i="1"/>
              <a:t> </a:t>
            </a:r>
            <a:r>
              <a:rPr lang="en-GB" sz="1200" b="1" i="1" err="1"/>
              <a:t>mais</a:t>
            </a:r>
            <a:r>
              <a:rPr lang="en-GB" sz="1200" b="1" i="1"/>
              <a:t> </a:t>
            </a:r>
            <a:r>
              <a:rPr lang="en-GB" sz="1200" b="1" i="1" err="1"/>
              <a:t>próximos</a:t>
            </a:r>
            <a:r>
              <a:rPr lang="en-GB" sz="1200" b="1" i="1"/>
              <a:t> (KNN)</a:t>
            </a:r>
            <a:endParaRPr lang="pt-PT" sz="1333" b="1" noProof="0">
              <a:solidFill>
                <a:schemeClr val="dk1"/>
              </a:solidFill>
              <a:latin typeface="Golos Text"/>
              <a:ea typeface="Golos Text"/>
              <a:cs typeface="Golos Text"/>
              <a:sym typeface="Golos Text"/>
            </a:endParaRPr>
          </a:p>
        </p:txBody>
      </p:sp>
      <p:sp>
        <p:nvSpPr>
          <p:cNvPr id="9" name="Google Shape;558;p43">
            <a:extLst>
              <a:ext uri="{FF2B5EF4-FFF2-40B4-BE49-F238E27FC236}">
                <a16:creationId xmlns:a16="http://schemas.microsoft.com/office/drawing/2014/main" id="{3F12ACDC-151A-B057-87F1-BE3B4AC205F7}"/>
              </a:ext>
            </a:extLst>
          </p:cNvPr>
          <p:cNvSpPr txBox="1"/>
          <p:nvPr/>
        </p:nvSpPr>
        <p:spPr>
          <a:xfrm>
            <a:off x="6800579" y="5256456"/>
            <a:ext cx="1568800" cy="494400"/>
          </a:xfrm>
          <a:prstGeom prst="rect">
            <a:avLst/>
          </a:prstGeom>
          <a:solidFill>
            <a:schemeClr val="lt2"/>
          </a:solidFill>
          <a:ln>
            <a:noFill/>
          </a:ln>
        </p:spPr>
        <p:txBody>
          <a:bodyPr spcFirstLastPara="1" wrap="square" lIns="121900" tIns="121900" rIns="121900" bIns="121900" anchor="ctr" anchorCtr="0">
            <a:noAutofit/>
          </a:bodyPr>
          <a:lstStyle/>
          <a:p>
            <a:pPr algn="ctr"/>
            <a:r>
              <a:rPr lang="pt-PT" sz="1333" b="1">
                <a:solidFill>
                  <a:schemeClr val="dk1"/>
                </a:solidFill>
                <a:latin typeface="Golos Text"/>
                <a:ea typeface="Golos Text"/>
                <a:cs typeface="Golos Text"/>
                <a:sym typeface="Golos Text"/>
              </a:rPr>
              <a:t>Rede Neuronal</a:t>
            </a:r>
          </a:p>
        </p:txBody>
      </p:sp>
      <p:cxnSp>
        <p:nvCxnSpPr>
          <p:cNvPr id="10" name="Google Shape;557;p43">
            <a:extLst>
              <a:ext uri="{FF2B5EF4-FFF2-40B4-BE49-F238E27FC236}">
                <a16:creationId xmlns:a16="http://schemas.microsoft.com/office/drawing/2014/main" id="{C85D9584-C3EA-D56A-FD93-C669DE490B40}"/>
              </a:ext>
            </a:extLst>
          </p:cNvPr>
          <p:cNvCxnSpPr>
            <a:cxnSpLocks/>
          </p:cNvCxnSpPr>
          <p:nvPr/>
        </p:nvCxnSpPr>
        <p:spPr>
          <a:xfrm>
            <a:off x="5528469" y="4904410"/>
            <a:ext cx="2056510" cy="352000"/>
          </a:xfrm>
          <a:prstGeom prst="bentConnector2">
            <a:avLst/>
          </a:prstGeom>
          <a:noFill/>
          <a:ln w="9525" cap="flat" cmpd="sng">
            <a:solidFill>
              <a:schemeClr val="dk1"/>
            </a:solidFill>
            <a:prstDash val="solid"/>
            <a:miter lim="8000"/>
            <a:headEnd type="none" w="sm" len="sm"/>
            <a:tailEnd type="none" w="sm" len="sm"/>
          </a:ln>
        </p:spPr>
      </p:cxnSp>
      <p:cxnSp>
        <p:nvCxnSpPr>
          <p:cNvPr id="11" name="Google Shape;557;p43">
            <a:extLst>
              <a:ext uri="{FF2B5EF4-FFF2-40B4-BE49-F238E27FC236}">
                <a16:creationId xmlns:a16="http://schemas.microsoft.com/office/drawing/2014/main" id="{A7C014EF-3E5F-BD29-764E-14D1B2ADB07E}"/>
              </a:ext>
            </a:extLst>
          </p:cNvPr>
          <p:cNvCxnSpPr>
            <a:cxnSpLocks/>
            <a:endCxn id="12" idx="0"/>
          </p:cNvCxnSpPr>
          <p:nvPr/>
        </p:nvCxnSpPr>
        <p:spPr>
          <a:xfrm>
            <a:off x="3319713" y="-179376"/>
            <a:ext cx="2056510" cy="352000"/>
          </a:xfrm>
          <a:prstGeom prst="bentConnector2">
            <a:avLst/>
          </a:prstGeom>
          <a:noFill/>
          <a:ln w="9525" cap="flat" cmpd="sng">
            <a:solidFill>
              <a:schemeClr val="dk1"/>
            </a:solidFill>
            <a:prstDash val="solid"/>
            <a:miter lim="8000"/>
            <a:headEnd type="none" w="sm" len="sm"/>
            <a:tailEnd type="none" w="sm" len="sm"/>
          </a:ln>
        </p:spPr>
      </p:cxnSp>
      <p:sp>
        <p:nvSpPr>
          <p:cNvPr id="12" name="Google Shape;558;p43">
            <a:extLst>
              <a:ext uri="{FF2B5EF4-FFF2-40B4-BE49-F238E27FC236}">
                <a16:creationId xmlns:a16="http://schemas.microsoft.com/office/drawing/2014/main" id="{0E613CDE-CDC4-223D-B4D6-273D8CA51478}"/>
              </a:ext>
            </a:extLst>
          </p:cNvPr>
          <p:cNvSpPr txBox="1"/>
          <p:nvPr/>
        </p:nvSpPr>
        <p:spPr>
          <a:xfrm>
            <a:off x="4744223" y="2790740"/>
            <a:ext cx="1568800" cy="494400"/>
          </a:xfrm>
          <a:prstGeom prst="rect">
            <a:avLst/>
          </a:prstGeom>
          <a:solidFill>
            <a:schemeClr val="lt2"/>
          </a:solidFill>
          <a:ln>
            <a:noFill/>
          </a:ln>
        </p:spPr>
        <p:txBody>
          <a:bodyPr spcFirstLastPara="1" wrap="square" lIns="121900" tIns="121900" rIns="121900" bIns="121900" anchor="ctr" anchorCtr="0">
            <a:noAutofit/>
          </a:bodyPr>
          <a:lstStyle/>
          <a:p>
            <a:pPr algn="ctr"/>
            <a:r>
              <a:rPr lang="pt-PT" sz="1333" b="1">
                <a:solidFill>
                  <a:schemeClr val="dk1"/>
                </a:solidFill>
                <a:latin typeface="Golos Text"/>
                <a:ea typeface="Golos Text"/>
                <a:cs typeface="Golos Text"/>
                <a:sym typeface="Golos Text"/>
              </a:rPr>
              <a:t>Linear SVR</a:t>
            </a:r>
            <a:endParaRPr lang="pt-PT" sz="1333" b="1" noProof="0">
              <a:solidFill>
                <a:schemeClr val="dk1"/>
              </a:solidFill>
              <a:latin typeface="Golos Text"/>
              <a:ea typeface="Golos Text"/>
              <a:cs typeface="Golos Text"/>
              <a:sym typeface="Golos Text"/>
            </a:endParaRPr>
          </a:p>
        </p:txBody>
      </p:sp>
      <p:sp>
        <p:nvSpPr>
          <p:cNvPr id="13" name="Google Shape;558;p43">
            <a:extLst>
              <a:ext uri="{FF2B5EF4-FFF2-40B4-BE49-F238E27FC236}">
                <a16:creationId xmlns:a16="http://schemas.microsoft.com/office/drawing/2014/main" id="{37473074-FAF7-E65D-5F17-ACC831D09874}"/>
              </a:ext>
            </a:extLst>
          </p:cNvPr>
          <p:cNvSpPr txBox="1"/>
          <p:nvPr/>
        </p:nvSpPr>
        <p:spPr>
          <a:xfrm>
            <a:off x="6800579" y="2790740"/>
            <a:ext cx="1568800" cy="494400"/>
          </a:xfrm>
          <a:prstGeom prst="rect">
            <a:avLst/>
          </a:prstGeom>
          <a:solidFill>
            <a:schemeClr val="lt2"/>
          </a:solidFill>
          <a:ln>
            <a:noFill/>
          </a:ln>
        </p:spPr>
        <p:txBody>
          <a:bodyPr spcFirstLastPara="1" wrap="square" lIns="121900" tIns="121900" rIns="121900" bIns="121900" anchor="ctr" anchorCtr="0">
            <a:noAutofit/>
          </a:bodyPr>
          <a:lstStyle/>
          <a:p>
            <a:pPr algn="ctr"/>
            <a:r>
              <a:rPr lang="pt-PT" sz="1333" b="1" noProof="0">
                <a:solidFill>
                  <a:schemeClr val="dk1"/>
                </a:solidFill>
                <a:latin typeface="Golos Text"/>
                <a:ea typeface="Golos Text"/>
                <a:cs typeface="Golos Text"/>
                <a:sym typeface="Golos Text"/>
              </a:rPr>
              <a:t>Rede Neuronal</a:t>
            </a:r>
          </a:p>
        </p:txBody>
      </p:sp>
      <p:cxnSp>
        <p:nvCxnSpPr>
          <p:cNvPr id="14" name="Google Shape;557;p43">
            <a:extLst>
              <a:ext uri="{FF2B5EF4-FFF2-40B4-BE49-F238E27FC236}">
                <a16:creationId xmlns:a16="http://schemas.microsoft.com/office/drawing/2014/main" id="{68C2BE16-DBED-A4C9-2BBC-B7D07714F4BD}"/>
              </a:ext>
            </a:extLst>
          </p:cNvPr>
          <p:cNvCxnSpPr>
            <a:cxnSpLocks/>
          </p:cNvCxnSpPr>
          <p:nvPr/>
        </p:nvCxnSpPr>
        <p:spPr>
          <a:xfrm>
            <a:off x="5528469" y="2438694"/>
            <a:ext cx="2056510" cy="352000"/>
          </a:xfrm>
          <a:prstGeom prst="bentConnector2">
            <a:avLst/>
          </a:prstGeom>
          <a:noFill/>
          <a:ln w="9525" cap="flat" cmpd="sng">
            <a:solidFill>
              <a:schemeClr val="dk1"/>
            </a:solidFill>
            <a:prstDash val="solid"/>
            <a:miter lim="8000"/>
            <a:headEnd type="none" w="sm" len="sm"/>
            <a:tailEnd type="none" w="sm" len="sm"/>
          </a:ln>
        </p:spPr>
      </p:cxnSp>
      <p:cxnSp>
        <p:nvCxnSpPr>
          <p:cNvPr id="15" name="Google Shape;557;p43">
            <a:extLst>
              <a:ext uri="{FF2B5EF4-FFF2-40B4-BE49-F238E27FC236}">
                <a16:creationId xmlns:a16="http://schemas.microsoft.com/office/drawing/2014/main" id="{D8CC0E97-15DC-BCAC-BC3A-09C3F249AA47}"/>
              </a:ext>
            </a:extLst>
          </p:cNvPr>
          <p:cNvCxnSpPr>
            <a:cxnSpLocks/>
          </p:cNvCxnSpPr>
          <p:nvPr/>
        </p:nvCxnSpPr>
        <p:spPr>
          <a:xfrm>
            <a:off x="3472113" y="2438694"/>
            <a:ext cx="2056510" cy="352000"/>
          </a:xfrm>
          <a:prstGeom prst="bentConnector2">
            <a:avLst/>
          </a:prstGeom>
          <a:noFill/>
          <a:ln w="9525" cap="flat" cmpd="sng">
            <a:solidFill>
              <a:schemeClr val="dk1"/>
            </a:solidFill>
            <a:prstDash val="solid"/>
            <a:miter lim="8000"/>
            <a:headEnd type="none" w="sm" len="sm"/>
            <a:tailEnd type="none" w="sm" len="sm"/>
          </a:ln>
        </p:spPr>
      </p:cxnSp>
    </p:spTree>
    <p:extLst>
      <p:ext uri="{BB962C8B-B14F-4D97-AF65-F5344CB8AC3E}">
        <p14:creationId xmlns:p14="http://schemas.microsoft.com/office/powerpoint/2010/main" val="1412491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1DCC005D-98A4-5777-600B-35EBD942FC38}"/>
            </a:ext>
          </a:extLst>
        </p:cNvPr>
        <p:cNvGrpSpPr/>
        <p:nvPr/>
      </p:nvGrpSpPr>
      <p:grpSpPr>
        <a:xfrm>
          <a:off x="0" y="0"/>
          <a:ext cx="0" cy="0"/>
          <a:chOff x="0" y="0"/>
          <a:chExt cx="0" cy="0"/>
        </a:xfrm>
      </p:grpSpPr>
      <p:sp>
        <p:nvSpPr>
          <p:cNvPr id="321" name="Google Shape;321;p31">
            <a:extLst>
              <a:ext uri="{FF2B5EF4-FFF2-40B4-BE49-F238E27FC236}">
                <a16:creationId xmlns:a16="http://schemas.microsoft.com/office/drawing/2014/main" id="{169C567E-93B2-2A03-6575-3EBBB2D48DD7}"/>
              </a:ext>
            </a:extLst>
          </p:cNvPr>
          <p:cNvSpPr txBox="1">
            <a:spLocks noGrp="1"/>
          </p:cNvSpPr>
          <p:nvPr>
            <p:ph type="title"/>
          </p:nvPr>
        </p:nvSpPr>
        <p:spPr>
          <a:xfrm>
            <a:off x="5510533" y="4033425"/>
            <a:ext cx="6356431" cy="2139600"/>
          </a:xfrm>
          <a:prstGeom prst="rect">
            <a:avLst/>
          </a:prstGeom>
        </p:spPr>
        <p:txBody>
          <a:bodyPr spcFirstLastPara="1" wrap="square" lIns="121900" tIns="121900" rIns="121900" bIns="121900" anchor="b" anchorCtr="0">
            <a:noAutofit/>
          </a:bodyPr>
          <a:lstStyle/>
          <a:p>
            <a:r>
              <a:rPr lang="pt-PT" sz="6650"/>
              <a:t>ANÁLISE EXPLORATÓRIA DOS DADOS</a:t>
            </a:r>
            <a:endParaRPr lang="en-US"/>
          </a:p>
        </p:txBody>
      </p:sp>
      <p:sp>
        <p:nvSpPr>
          <p:cNvPr id="322" name="Google Shape;322;p31">
            <a:extLst>
              <a:ext uri="{FF2B5EF4-FFF2-40B4-BE49-F238E27FC236}">
                <a16:creationId xmlns:a16="http://schemas.microsoft.com/office/drawing/2014/main" id="{DA7CFA9D-9013-E7E7-276F-9C2E933D74C5}"/>
              </a:ext>
            </a:extLst>
          </p:cNvPr>
          <p:cNvSpPr txBox="1">
            <a:spLocks noGrp="1"/>
          </p:cNvSpPr>
          <p:nvPr>
            <p:ph type="title" idx="2"/>
          </p:nvPr>
        </p:nvSpPr>
        <p:spPr>
          <a:xfrm>
            <a:off x="5510533" y="1714567"/>
            <a:ext cx="1934400" cy="1399200"/>
          </a:xfrm>
          <a:prstGeom prst="rect">
            <a:avLst/>
          </a:prstGeom>
        </p:spPr>
        <p:txBody>
          <a:bodyPr spcFirstLastPara="1" wrap="square" lIns="121900" tIns="121900" rIns="121900" bIns="121900" anchor="b" anchorCtr="0">
            <a:noAutofit/>
          </a:bodyPr>
          <a:lstStyle/>
          <a:p>
            <a:r>
              <a:rPr lang="pt-PT"/>
              <a:t>01</a:t>
            </a:r>
            <a:endParaRPr lang="pt-PT" noProof="0"/>
          </a:p>
        </p:txBody>
      </p:sp>
      <p:pic>
        <p:nvPicPr>
          <p:cNvPr id="323" name="Google Shape;323;p31">
            <a:extLst>
              <a:ext uri="{FF2B5EF4-FFF2-40B4-BE49-F238E27FC236}">
                <a16:creationId xmlns:a16="http://schemas.microsoft.com/office/drawing/2014/main" id="{8B32454B-7293-73CD-A0A6-92B8B39CB01A}"/>
              </a:ext>
            </a:extLst>
          </p:cNvPr>
          <p:cNvPicPr preferRelativeResize="0"/>
          <p:nvPr/>
        </p:nvPicPr>
        <p:blipFill>
          <a:blip r:embed="rId3">
            <a:alphaModFix amt="21000"/>
          </a:blip>
          <a:stretch>
            <a:fillRect/>
          </a:stretch>
        </p:blipFill>
        <p:spPr>
          <a:xfrm flipH="1">
            <a:off x="-710470" y="-5"/>
            <a:ext cx="6366801" cy="3385461"/>
          </a:xfrm>
          <a:prstGeom prst="rect">
            <a:avLst/>
          </a:prstGeom>
          <a:noFill/>
          <a:ln>
            <a:noFill/>
          </a:ln>
        </p:spPr>
      </p:pic>
      <p:grpSp>
        <p:nvGrpSpPr>
          <p:cNvPr id="324" name="Google Shape;324;p31">
            <a:extLst>
              <a:ext uri="{FF2B5EF4-FFF2-40B4-BE49-F238E27FC236}">
                <a16:creationId xmlns:a16="http://schemas.microsoft.com/office/drawing/2014/main" id="{C56684B8-5E18-C9FF-CA87-9C45200AECDA}"/>
              </a:ext>
            </a:extLst>
          </p:cNvPr>
          <p:cNvGrpSpPr/>
          <p:nvPr/>
        </p:nvGrpSpPr>
        <p:grpSpPr>
          <a:xfrm flipH="1">
            <a:off x="-1219459" y="607498"/>
            <a:ext cx="7084491" cy="6861268"/>
            <a:chOff x="4326600" y="455623"/>
            <a:chExt cx="5313368" cy="5145951"/>
          </a:xfrm>
        </p:grpSpPr>
        <p:sp>
          <p:nvSpPr>
            <p:cNvPr id="325" name="Google Shape;325;p31">
              <a:extLst>
                <a:ext uri="{FF2B5EF4-FFF2-40B4-BE49-F238E27FC236}">
                  <a16:creationId xmlns:a16="http://schemas.microsoft.com/office/drawing/2014/main" id="{DD0364B1-0CCD-B9A0-6923-019BBF213839}"/>
                </a:ext>
              </a:extLst>
            </p:cNvPr>
            <p:cNvSpPr/>
            <p:nvPr/>
          </p:nvSpPr>
          <p:spPr>
            <a:xfrm>
              <a:off x="4326600" y="45562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sp>
          <p:nvSpPr>
            <p:cNvPr id="326" name="Google Shape;326;p31">
              <a:extLst>
                <a:ext uri="{FF2B5EF4-FFF2-40B4-BE49-F238E27FC236}">
                  <a16:creationId xmlns:a16="http://schemas.microsoft.com/office/drawing/2014/main" id="{6D50BD30-65ED-4D2B-5847-606C70CA35B7}"/>
                </a:ext>
              </a:extLst>
            </p:cNvPr>
            <p:cNvSpPr/>
            <p:nvPr/>
          </p:nvSpPr>
          <p:spPr>
            <a:xfrm>
              <a:off x="4368901" y="76764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sp>
          <p:nvSpPr>
            <p:cNvPr id="327" name="Google Shape;327;p31">
              <a:extLst>
                <a:ext uri="{FF2B5EF4-FFF2-40B4-BE49-F238E27FC236}">
                  <a16:creationId xmlns:a16="http://schemas.microsoft.com/office/drawing/2014/main" id="{15EFE00E-C60E-87C9-00FC-994853849D37}"/>
                </a:ext>
              </a:extLst>
            </p:cNvPr>
            <p:cNvSpPr/>
            <p:nvPr/>
          </p:nvSpPr>
          <p:spPr>
            <a:xfrm>
              <a:off x="4368899" y="45562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grpSp>
      <p:pic>
        <p:nvPicPr>
          <p:cNvPr id="328" name="Google Shape;328;p31">
            <a:extLst>
              <a:ext uri="{FF2B5EF4-FFF2-40B4-BE49-F238E27FC236}">
                <a16:creationId xmlns:a16="http://schemas.microsoft.com/office/drawing/2014/main" id="{8B675E60-80FC-3115-E519-AA675A554DEC}"/>
              </a:ext>
            </a:extLst>
          </p:cNvPr>
          <p:cNvPicPr preferRelativeResize="0"/>
          <p:nvPr/>
        </p:nvPicPr>
        <p:blipFill>
          <a:blip r:embed="rId4">
            <a:alphaModFix amt="79000"/>
          </a:blip>
          <a:stretch>
            <a:fillRect/>
          </a:stretch>
        </p:blipFill>
        <p:spPr>
          <a:xfrm flipH="1">
            <a:off x="17567" y="-1758337"/>
            <a:ext cx="3125799" cy="3128340"/>
          </a:xfrm>
          <a:prstGeom prst="rect">
            <a:avLst/>
          </a:prstGeom>
          <a:noFill/>
          <a:ln>
            <a:noFill/>
          </a:ln>
        </p:spPr>
      </p:pic>
      <p:pic>
        <p:nvPicPr>
          <p:cNvPr id="329" name="Google Shape;329;p31">
            <a:extLst>
              <a:ext uri="{FF2B5EF4-FFF2-40B4-BE49-F238E27FC236}">
                <a16:creationId xmlns:a16="http://schemas.microsoft.com/office/drawing/2014/main" id="{F6F4651F-B9F7-3F10-E3C3-6D7F92BC7194}"/>
              </a:ext>
            </a:extLst>
          </p:cNvPr>
          <p:cNvPicPr preferRelativeResize="0"/>
          <p:nvPr/>
        </p:nvPicPr>
        <p:blipFill>
          <a:blip r:embed="rId4">
            <a:alphaModFix amt="79000"/>
          </a:blip>
          <a:stretch>
            <a:fillRect/>
          </a:stretch>
        </p:blipFill>
        <p:spPr>
          <a:xfrm flipH="1">
            <a:off x="-2151500" y="3113197"/>
            <a:ext cx="3125799" cy="3128340"/>
          </a:xfrm>
          <a:prstGeom prst="rect">
            <a:avLst/>
          </a:prstGeom>
          <a:noFill/>
          <a:ln>
            <a:noFill/>
          </a:ln>
        </p:spPr>
      </p:pic>
      <p:pic>
        <p:nvPicPr>
          <p:cNvPr id="330" name="Google Shape;330;p31">
            <a:extLst>
              <a:ext uri="{FF2B5EF4-FFF2-40B4-BE49-F238E27FC236}">
                <a16:creationId xmlns:a16="http://schemas.microsoft.com/office/drawing/2014/main" id="{BAA5C1C8-714E-7D95-C0CB-B68E19FA887C}"/>
              </a:ext>
            </a:extLst>
          </p:cNvPr>
          <p:cNvPicPr preferRelativeResize="0"/>
          <p:nvPr/>
        </p:nvPicPr>
        <p:blipFill>
          <a:blip r:embed="rId4">
            <a:alphaModFix amt="79000"/>
          </a:blip>
          <a:stretch>
            <a:fillRect/>
          </a:stretch>
        </p:blipFill>
        <p:spPr>
          <a:xfrm flipH="1">
            <a:off x="-1015266" y="5754797"/>
            <a:ext cx="3125799" cy="3128340"/>
          </a:xfrm>
          <a:prstGeom prst="rect">
            <a:avLst/>
          </a:prstGeom>
          <a:noFill/>
          <a:ln>
            <a:noFill/>
          </a:ln>
        </p:spPr>
      </p:pic>
      <p:grpSp>
        <p:nvGrpSpPr>
          <p:cNvPr id="331" name="Google Shape;331;p31">
            <a:extLst>
              <a:ext uri="{FF2B5EF4-FFF2-40B4-BE49-F238E27FC236}">
                <a16:creationId xmlns:a16="http://schemas.microsoft.com/office/drawing/2014/main" id="{7DD7B39F-F1B5-8625-92C7-F8E2E56183C8}"/>
              </a:ext>
            </a:extLst>
          </p:cNvPr>
          <p:cNvGrpSpPr/>
          <p:nvPr/>
        </p:nvGrpSpPr>
        <p:grpSpPr>
          <a:xfrm>
            <a:off x="1105617" y="4269834"/>
            <a:ext cx="2864284" cy="3514332"/>
            <a:chOff x="5119300" y="3450025"/>
            <a:chExt cx="2148213" cy="2635749"/>
          </a:xfrm>
        </p:grpSpPr>
        <p:pic>
          <p:nvPicPr>
            <p:cNvPr id="332" name="Google Shape;332;p31">
              <a:extLst>
                <a:ext uri="{FF2B5EF4-FFF2-40B4-BE49-F238E27FC236}">
                  <a16:creationId xmlns:a16="http://schemas.microsoft.com/office/drawing/2014/main" id="{760698F6-C29F-BF0D-72C0-D079025A4B16}"/>
                </a:ext>
              </a:extLst>
            </p:cNvPr>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33" name="Google Shape;333;p31">
              <a:extLst>
                <a:ext uri="{FF2B5EF4-FFF2-40B4-BE49-F238E27FC236}">
                  <a16:creationId xmlns:a16="http://schemas.microsoft.com/office/drawing/2014/main" id="{7A300798-E8B6-725A-1D82-19A27BC2E573}"/>
                </a:ext>
              </a:extLst>
            </p:cNvPr>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334" name="Google Shape;334;p31">
            <a:extLst>
              <a:ext uri="{FF2B5EF4-FFF2-40B4-BE49-F238E27FC236}">
                <a16:creationId xmlns:a16="http://schemas.microsoft.com/office/drawing/2014/main" id="{B579706E-2653-0286-2CE2-C47E3CF76C3E}"/>
              </a:ext>
            </a:extLst>
          </p:cNvPr>
          <p:cNvGrpSpPr/>
          <p:nvPr/>
        </p:nvGrpSpPr>
        <p:grpSpPr>
          <a:xfrm>
            <a:off x="950983" y="-629299"/>
            <a:ext cx="2864284" cy="3514332"/>
            <a:chOff x="5119300" y="3450025"/>
            <a:chExt cx="2148213" cy="2635749"/>
          </a:xfrm>
        </p:grpSpPr>
        <p:pic>
          <p:nvPicPr>
            <p:cNvPr id="335" name="Google Shape;335;p31">
              <a:extLst>
                <a:ext uri="{FF2B5EF4-FFF2-40B4-BE49-F238E27FC236}">
                  <a16:creationId xmlns:a16="http://schemas.microsoft.com/office/drawing/2014/main" id="{3C6DA31C-FC0A-B23A-173B-60BD8A81BD48}"/>
                </a:ext>
              </a:extLst>
            </p:cNvPr>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36" name="Google Shape;336;p31">
              <a:extLst>
                <a:ext uri="{FF2B5EF4-FFF2-40B4-BE49-F238E27FC236}">
                  <a16:creationId xmlns:a16="http://schemas.microsoft.com/office/drawing/2014/main" id="{FE410DB9-9C27-C408-D4C4-AC283B6DB37E}"/>
                </a:ext>
              </a:extLst>
            </p:cNvPr>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337" name="Google Shape;337;p31">
            <a:extLst>
              <a:ext uri="{FF2B5EF4-FFF2-40B4-BE49-F238E27FC236}">
                <a16:creationId xmlns:a16="http://schemas.microsoft.com/office/drawing/2014/main" id="{22CC021B-F4B1-EE3F-2C35-736463611ADD}"/>
              </a:ext>
            </a:extLst>
          </p:cNvPr>
          <p:cNvGrpSpPr/>
          <p:nvPr/>
        </p:nvGrpSpPr>
        <p:grpSpPr>
          <a:xfrm>
            <a:off x="8838250" y="-1694266"/>
            <a:ext cx="2864284" cy="3514332"/>
            <a:chOff x="5119300" y="3450025"/>
            <a:chExt cx="2148213" cy="2635749"/>
          </a:xfrm>
        </p:grpSpPr>
        <p:pic>
          <p:nvPicPr>
            <p:cNvPr id="338" name="Google Shape;338;p31">
              <a:extLst>
                <a:ext uri="{FF2B5EF4-FFF2-40B4-BE49-F238E27FC236}">
                  <a16:creationId xmlns:a16="http://schemas.microsoft.com/office/drawing/2014/main" id="{808C81A9-E3B4-FB62-3C3E-F71ACBD4D761}"/>
                </a:ext>
              </a:extLst>
            </p:cNvPr>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39" name="Google Shape;339;p31">
              <a:extLst>
                <a:ext uri="{FF2B5EF4-FFF2-40B4-BE49-F238E27FC236}">
                  <a16:creationId xmlns:a16="http://schemas.microsoft.com/office/drawing/2014/main" id="{BA9F8541-68DA-63C3-E447-7B564B5274C5}"/>
                </a:ext>
              </a:extLst>
            </p:cNvPr>
            <p:cNvPicPr preferRelativeResize="0"/>
            <p:nvPr/>
          </p:nvPicPr>
          <p:blipFill>
            <a:blip r:embed="rId5">
              <a:alphaModFix/>
            </a:blip>
            <a:stretch>
              <a:fillRect/>
            </a:stretch>
          </p:blipFill>
          <p:spPr>
            <a:xfrm>
              <a:off x="5576500" y="4392300"/>
              <a:ext cx="1691013" cy="1693474"/>
            </a:xfrm>
            <a:prstGeom prst="rect">
              <a:avLst/>
            </a:prstGeom>
            <a:noFill/>
            <a:ln>
              <a:noFill/>
            </a:ln>
          </p:spPr>
        </p:pic>
      </p:grpSp>
      <p:cxnSp>
        <p:nvCxnSpPr>
          <p:cNvPr id="340" name="Google Shape;340;p31">
            <a:extLst>
              <a:ext uri="{FF2B5EF4-FFF2-40B4-BE49-F238E27FC236}">
                <a16:creationId xmlns:a16="http://schemas.microsoft.com/office/drawing/2014/main" id="{8600CC63-0DCD-8954-CC97-2DF663E97132}"/>
              </a:ext>
            </a:extLst>
          </p:cNvPr>
          <p:cNvCxnSpPr/>
          <p:nvPr/>
        </p:nvCxnSpPr>
        <p:spPr>
          <a:xfrm>
            <a:off x="5674900" y="1572967"/>
            <a:ext cx="812800"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892115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0"/>
          <p:cNvSpPr txBox="1">
            <a:spLocks noGrp="1"/>
          </p:cNvSpPr>
          <p:nvPr>
            <p:ph type="title"/>
          </p:nvPr>
        </p:nvSpPr>
        <p:spPr>
          <a:xfrm>
            <a:off x="950967" y="1830167"/>
            <a:ext cx="5145200" cy="763600"/>
          </a:xfrm>
          <a:prstGeom prst="rect">
            <a:avLst/>
          </a:prstGeom>
        </p:spPr>
        <p:txBody>
          <a:bodyPr spcFirstLastPara="1" wrap="square" lIns="121900" tIns="121900" rIns="121900" bIns="121900" anchor="t" anchorCtr="0">
            <a:noAutofit/>
          </a:bodyPr>
          <a:lstStyle/>
          <a:p>
            <a:r>
              <a:rPr lang="pt-PT" noProof="0"/>
              <a:t>Análise Exploratória</a:t>
            </a:r>
          </a:p>
        </p:txBody>
      </p:sp>
      <p:sp>
        <p:nvSpPr>
          <p:cNvPr id="309" name="Google Shape;309;p30"/>
          <p:cNvSpPr txBox="1">
            <a:spLocks noGrp="1"/>
          </p:cNvSpPr>
          <p:nvPr>
            <p:ph type="subTitle" idx="1"/>
          </p:nvPr>
        </p:nvSpPr>
        <p:spPr>
          <a:xfrm>
            <a:off x="894714" y="2486025"/>
            <a:ext cx="3886837" cy="3209874"/>
          </a:xfrm>
          <a:prstGeom prst="rect">
            <a:avLst/>
          </a:prstGeom>
        </p:spPr>
        <p:txBody>
          <a:bodyPr spcFirstLastPara="1" wrap="square" lIns="121900" tIns="121900" rIns="121900" bIns="121900" anchor="t" anchorCtr="0">
            <a:noAutofit/>
          </a:bodyPr>
          <a:lstStyle/>
          <a:p>
            <a:pPr marL="0" indent="0">
              <a:buSzPts val="1100"/>
              <a:buNone/>
            </a:pPr>
            <a:r>
              <a:rPr lang="pt-BR" sz="1600" b="1" noProof="0"/>
              <a:t>LED_Ratio</a:t>
            </a:r>
          </a:p>
          <a:p>
            <a:pPr marL="0" indent="0">
              <a:buSzPts val="1100"/>
              <a:buNone/>
            </a:pPr>
            <a:r>
              <a:rPr lang="pt-BR" sz="1600" noProof="0"/>
              <a:t>maioria dos PTDs já com níveis elevados de LED, mas ainda há margem de melhoria</a:t>
            </a:r>
          </a:p>
          <a:p>
            <a:pPr marL="0" indent="0">
              <a:buSzPts val="1100"/>
              <a:buNone/>
            </a:pPr>
            <a:endParaRPr lang="pt-BR" sz="1600" noProof="0"/>
          </a:p>
          <a:p>
            <a:pPr marL="0" indent="0">
              <a:buSzPts val="1100"/>
              <a:buNone/>
            </a:pPr>
            <a:r>
              <a:rPr lang="pt-BR" sz="1600" b="1" noProof="0"/>
              <a:t>Util_Decimal</a:t>
            </a:r>
            <a:endParaRPr lang="pt-BR" sz="1600" b="1"/>
          </a:p>
          <a:p>
            <a:pPr marL="0" indent="0">
              <a:buSzPts val="1100"/>
              <a:buNone/>
            </a:pPr>
            <a:r>
              <a:rPr lang="pt-BR" sz="1600" noProof="0"/>
              <a:t>rede em média subcarregada (concentração entre 0.2 e 0.6) </a:t>
            </a:r>
          </a:p>
          <a:p>
            <a:pPr marL="0" indent="0">
              <a:buSzPts val="1100"/>
              <a:buNone/>
            </a:pPr>
            <a:endParaRPr lang="pt-BR" sz="1600" noProof="0"/>
          </a:p>
          <a:p>
            <a:pPr marL="0" indent="0">
              <a:buSzPts val="1100"/>
              <a:buNone/>
            </a:pPr>
            <a:r>
              <a:rPr lang="pt-BR" sz="1600" b="1" noProof="0"/>
              <a:t>Cap_PTD_kVA </a:t>
            </a:r>
          </a:p>
          <a:p>
            <a:pPr marL="0" indent="0">
              <a:buSzPts val="1100"/>
              <a:buNone/>
            </a:pPr>
            <a:r>
              <a:rPr lang="pt-BR" sz="1600" noProof="0"/>
              <a:t>é o preditor mais correlacionado com a folga de potência</a:t>
            </a:r>
          </a:p>
        </p:txBody>
      </p:sp>
      <p:grpSp>
        <p:nvGrpSpPr>
          <p:cNvPr id="311" name="Google Shape;311;p30"/>
          <p:cNvGrpSpPr/>
          <p:nvPr/>
        </p:nvGrpSpPr>
        <p:grpSpPr>
          <a:xfrm>
            <a:off x="7978600" y="1610798"/>
            <a:ext cx="7084491" cy="6861268"/>
            <a:chOff x="4326600" y="455623"/>
            <a:chExt cx="5313368" cy="5145951"/>
          </a:xfrm>
        </p:grpSpPr>
        <p:sp>
          <p:nvSpPr>
            <p:cNvPr id="312" name="Google Shape;312;p30"/>
            <p:cNvSpPr/>
            <p:nvPr/>
          </p:nvSpPr>
          <p:spPr>
            <a:xfrm>
              <a:off x="4326600" y="45562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sp>
          <p:nvSpPr>
            <p:cNvPr id="313" name="Google Shape;313;p30"/>
            <p:cNvSpPr/>
            <p:nvPr/>
          </p:nvSpPr>
          <p:spPr>
            <a:xfrm>
              <a:off x="4368901" y="76764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sp>
          <p:nvSpPr>
            <p:cNvPr id="314" name="Google Shape;314;p30"/>
            <p:cNvSpPr/>
            <p:nvPr/>
          </p:nvSpPr>
          <p:spPr>
            <a:xfrm>
              <a:off x="4368899" y="45562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grpSp>
      <p:pic>
        <p:nvPicPr>
          <p:cNvPr id="315" name="Google Shape;315;p30"/>
          <p:cNvPicPr preferRelativeResize="0"/>
          <p:nvPr/>
        </p:nvPicPr>
        <p:blipFill>
          <a:blip r:embed="rId3">
            <a:alphaModFix amt="79000"/>
          </a:blip>
          <a:stretch>
            <a:fillRect/>
          </a:stretch>
        </p:blipFill>
        <p:spPr>
          <a:xfrm>
            <a:off x="7978585" y="5343730"/>
            <a:ext cx="3125799" cy="3128340"/>
          </a:xfrm>
          <a:prstGeom prst="rect">
            <a:avLst/>
          </a:prstGeom>
          <a:noFill/>
          <a:ln>
            <a:noFill/>
          </a:ln>
        </p:spPr>
      </p:pic>
      <p:cxnSp>
        <p:nvCxnSpPr>
          <p:cNvPr id="316" name="Google Shape;316;p30"/>
          <p:cNvCxnSpPr/>
          <p:nvPr/>
        </p:nvCxnSpPr>
        <p:spPr>
          <a:xfrm>
            <a:off x="1115600" y="1750767"/>
            <a:ext cx="812800" cy="0"/>
          </a:xfrm>
          <a:prstGeom prst="straightConnector1">
            <a:avLst/>
          </a:prstGeom>
          <a:noFill/>
          <a:ln w="28575" cap="flat" cmpd="sng">
            <a:solidFill>
              <a:schemeClr val="dk2"/>
            </a:solidFill>
            <a:prstDash val="solid"/>
            <a:round/>
            <a:headEnd type="none" w="med" len="med"/>
            <a:tailEnd type="none" w="med" len="med"/>
          </a:ln>
        </p:spPr>
      </p:cxnSp>
      <p:pic>
        <p:nvPicPr>
          <p:cNvPr id="4" name="Picture 3">
            <a:extLst>
              <a:ext uri="{FF2B5EF4-FFF2-40B4-BE49-F238E27FC236}">
                <a16:creationId xmlns:a16="http://schemas.microsoft.com/office/drawing/2014/main" id="{D73484A3-2747-ECE0-19A6-450237D009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7683" y="1491020"/>
            <a:ext cx="6356407" cy="4204877"/>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6BF96-DCCA-2177-8A37-4182265D38EC}"/>
              </a:ext>
            </a:extLst>
          </p:cNvPr>
          <p:cNvSpPr>
            <a:spLocks noGrp="1"/>
          </p:cNvSpPr>
          <p:nvPr>
            <p:ph type="title"/>
          </p:nvPr>
        </p:nvSpPr>
        <p:spPr/>
        <p:txBody>
          <a:bodyPr/>
          <a:lstStyle/>
          <a:p>
            <a:r>
              <a:rPr lang="en-US" err="1"/>
              <a:t>Variáveis</a:t>
            </a:r>
            <a:r>
              <a:rPr lang="en-US"/>
              <a:t> e </a:t>
            </a:r>
            <a:r>
              <a:rPr lang="en-US" err="1"/>
              <a:t>correlação</a:t>
            </a:r>
            <a:endParaRPr lang="en-US"/>
          </a:p>
        </p:txBody>
      </p:sp>
      <p:sp>
        <p:nvSpPr>
          <p:cNvPr id="3" name="Subtitle 2">
            <a:extLst>
              <a:ext uri="{FF2B5EF4-FFF2-40B4-BE49-F238E27FC236}">
                <a16:creationId xmlns:a16="http://schemas.microsoft.com/office/drawing/2014/main" id="{8FF9868B-18AC-3BB8-10F3-2933256800F7}"/>
              </a:ext>
            </a:extLst>
          </p:cNvPr>
          <p:cNvSpPr>
            <a:spLocks noGrp="1"/>
          </p:cNvSpPr>
          <p:nvPr>
            <p:ph type="subTitle" idx="1"/>
          </p:nvPr>
        </p:nvSpPr>
        <p:spPr>
          <a:xfrm>
            <a:off x="1711650" y="2115741"/>
            <a:ext cx="2279732" cy="1861200"/>
          </a:xfrm>
        </p:spPr>
        <p:txBody>
          <a:bodyPr/>
          <a:lstStyle/>
          <a:p>
            <a:pPr marL="152400" indent="0" algn="ctr"/>
            <a:r>
              <a:rPr lang="en-US" sz="1600" err="1"/>
              <a:t>PFolga_PTD</a:t>
            </a:r>
            <a:endParaRPr lang="en-US" sz="1600"/>
          </a:p>
          <a:p>
            <a:pPr marL="152400" indent="0" algn="ctr"/>
            <a:r>
              <a:rPr lang="en-US" sz="1600" err="1"/>
              <a:t>Ganho_LED_PTD</a:t>
            </a:r>
            <a:endParaRPr lang="en-US" sz="1600"/>
          </a:p>
          <a:p>
            <a:pPr marL="152400" indent="0" algn="ctr"/>
            <a:r>
              <a:rPr lang="en-US" sz="1600"/>
              <a:t>D_PTD</a:t>
            </a:r>
          </a:p>
          <a:p>
            <a:pPr marL="152400" indent="0" algn="ctr"/>
            <a:r>
              <a:rPr lang="en-US" sz="1600" err="1"/>
              <a:t>Rate_Ineficiencia</a:t>
            </a:r>
            <a:endParaRPr lang="en-US" sz="1600"/>
          </a:p>
          <a:p>
            <a:pPr marL="152400" indent="0" algn="ctr"/>
            <a:r>
              <a:rPr lang="en-US" sz="1600"/>
              <a:t>PVE_PTD</a:t>
            </a:r>
          </a:p>
          <a:p>
            <a:pPr marL="152400" indent="0" algn="ctr"/>
            <a:r>
              <a:rPr lang="en-US" sz="1600" err="1"/>
              <a:t>utilizRede</a:t>
            </a:r>
            <a:endParaRPr lang="en-US" sz="1600"/>
          </a:p>
        </p:txBody>
      </p:sp>
      <p:sp>
        <p:nvSpPr>
          <p:cNvPr id="4" name="Subtitle 3">
            <a:extLst>
              <a:ext uri="{FF2B5EF4-FFF2-40B4-BE49-F238E27FC236}">
                <a16:creationId xmlns:a16="http://schemas.microsoft.com/office/drawing/2014/main" id="{EDF13DE5-05D2-8754-D10D-0C7615DE9A8A}"/>
              </a:ext>
            </a:extLst>
          </p:cNvPr>
          <p:cNvSpPr>
            <a:spLocks noGrp="1"/>
          </p:cNvSpPr>
          <p:nvPr>
            <p:ph type="subTitle" idx="2"/>
          </p:nvPr>
        </p:nvSpPr>
        <p:spPr>
          <a:xfrm>
            <a:off x="557084" y="4514046"/>
            <a:ext cx="2442571" cy="1600773"/>
          </a:xfrm>
        </p:spPr>
        <p:txBody>
          <a:bodyPr/>
          <a:lstStyle/>
          <a:p>
            <a:pPr marL="152400" indent="0" algn="ctr"/>
            <a:r>
              <a:rPr lang="en-US" sz="1600" err="1"/>
              <a:t>Potência</a:t>
            </a:r>
            <a:r>
              <a:rPr lang="en-US" sz="1600"/>
              <a:t> </a:t>
            </a:r>
            <a:r>
              <a:rPr lang="en-US" sz="1600" err="1"/>
              <a:t>instalada</a:t>
            </a:r>
            <a:r>
              <a:rPr lang="en-US" sz="1600"/>
              <a:t> [kVA]</a:t>
            </a:r>
            <a:endParaRPr lang="en-US"/>
          </a:p>
          <a:p>
            <a:pPr marL="152400" indent="0" algn="ctr"/>
            <a:r>
              <a:rPr lang="en-US" sz="1600" err="1"/>
              <a:t>N_Clientes</a:t>
            </a:r>
            <a:endParaRPr lang="en-US" sz="1600"/>
          </a:p>
          <a:p>
            <a:pPr marL="152400" indent="0" algn="ctr"/>
            <a:r>
              <a:rPr lang="en-US" sz="1600" err="1"/>
              <a:t>P_IP_Total</a:t>
            </a:r>
            <a:endParaRPr lang="en-US" sz="1600"/>
          </a:p>
          <a:p>
            <a:pPr marL="152400" indent="0" algn="ctr"/>
            <a:r>
              <a:rPr lang="en-US" sz="1600" err="1"/>
              <a:t>P_IP_Inef</a:t>
            </a:r>
            <a:endParaRPr lang="en-US" sz="1600"/>
          </a:p>
          <a:p>
            <a:pPr marL="152400" indent="0" algn="ctr"/>
            <a:r>
              <a:rPr lang="en-US" sz="1600" err="1"/>
              <a:t>LED_Ratio</a:t>
            </a:r>
            <a:endParaRPr lang="en-US" sz="1600"/>
          </a:p>
        </p:txBody>
      </p:sp>
      <p:sp>
        <p:nvSpPr>
          <p:cNvPr id="6" name="Subtitle 5">
            <a:extLst>
              <a:ext uri="{FF2B5EF4-FFF2-40B4-BE49-F238E27FC236}">
                <a16:creationId xmlns:a16="http://schemas.microsoft.com/office/drawing/2014/main" id="{6DCB350E-C950-9EB1-5080-3C14974B5A55}"/>
              </a:ext>
            </a:extLst>
          </p:cNvPr>
          <p:cNvSpPr>
            <a:spLocks noGrp="1"/>
          </p:cNvSpPr>
          <p:nvPr>
            <p:ph type="subTitle" idx="4"/>
          </p:nvPr>
        </p:nvSpPr>
        <p:spPr>
          <a:xfrm>
            <a:off x="1778369" y="1479823"/>
            <a:ext cx="2154804" cy="703600"/>
          </a:xfrm>
        </p:spPr>
        <p:txBody>
          <a:bodyPr/>
          <a:lstStyle/>
          <a:p>
            <a:pPr algn="ctr"/>
            <a:r>
              <a:rPr lang="en-US" sz="2000" err="1"/>
              <a:t>Variáveis</a:t>
            </a:r>
            <a:r>
              <a:rPr lang="en-US" sz="2000"/>
              <a:t>-Alvo</a:t>
            </a:r>
          </a:p>
        </p:txBody>
      </p:sp>
      <p:sp>
        <p:nvSpPr>
          <p:cNvPr id="7" name="Subtitle 6">
            <a:extLst>
              <a:ext uri="{FF2B5EF4-FFF2-40B4-BE49-F238E27FC236}">
                <a16:creationId xmlns:a16="http://schemas.microsoft.com/office/drawing/2014/main" id="{E366D7FC-790A-FAF9-F698-6F8818560AD9}"/>
              </a:ext>
            </a:extLst>
          </p:cNvPr>
          <p:cNvSpPr>
            <a:spLocks noGrp="1"/>
          </p:cNvSpPr>
          <p:nvPr>
            <p:ph type="subTitle" idx="5"/>
          </p:nvPr>
        </p:nvSpPr>
        <p:spPr>
          <a:xfrm>
            <a:off x="1316416" y="3857130"/>
            <a:ext cx="3040800" cy="703600"/>
          </a:xfrm>
        </p:spPr>
        <p:txBody>
          <a:bodyPr/>
          <a:lstStyle/>
          <a:p>
            <a:r>
              <a:rPr lang="en-US" sz="2000" err="1"/>
              <a:t>Variáveis</a:t>
            </a:r>
            <a:r>
              <a:rPr lang="en-US" sz="2000"/>
              <a:t> de input</a:t>
            </a:r>
          </a:p>
        </p:txBody>
      </p:sp>
      <p:pic>
        <p:nvPicPr>
          <p:cNvPr id="9" name="Picture 8">
            <a:extLst>
              <a:ext uri="{FF2B5EF4-FFF2-40B4-BE49-F238E27FC236}">
                <a16:creationId xmlns:a16="http://schemas.microsoft.com/office/drawing/2014/main" id="{3935A52F-492E-38DA-1EB5-089100B3FA6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05189" y="401618"/>
            <a:ext cx="6263552" cy="3416483"/>
          </a:xfrm>
          <a:prstGeom prst="rect">
            <a:avLst/>
          </a:prstGeom>
          <a:ln>
            <a:noFill/>
          </a:ln>
          <a:effectLst>
            <a:outerShdw blurRad="190500" algn="tl" rotWithShape="0">
              <a:srgbClr val="000000">
                <a:alpha val="70000"/>
              </a:srgbClr>
            </a:outerShdw>
          </a:effectLst>
        </p:spPr>
      </p:pic>
      <p:pic>
        <p:nvPicPr>
          <p:cNvPr id="10" name="Picture 9">
            <a:extLst>
              <a:ext uri="{FF2B5EF4-FFF2-40B4-BE49-F238E27FC236}">
                <a16:creationId xmlns:a16="http://schemas.microsoft.com/office/drawing/2014/main" id="{AF7A323F-1A9E-959A-911F-CD4DDF7B7AD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331900" y="4045834"/>
            <a:ext cx="2958232" cy="2631312"/>
          </a:xfrm>
          <a:prstGeom prst="rect">
            <a:avLst/>
          </a:prstGeom>
          <a:ln>
            <a:noFill/>
          </a:ln>
          <a:effectLst>
            <a:outerShdw blurRad="190500" algn="tl" rotWithShape="0">
              <a:srgbClr val="000000">
                <a:alpha val="70000"/>
              </a:srgbClr>
            </a:outerShdw>
          </a:effectLst>
        </p:spPr>
      </p:pic>
      <p:sp>
        <p:nvSpPr>
          <p:cNvPr id="11" name="Subtitle 3">
            <a:extLst>
              <a:ext uri="{FF2B5EF4-FFF2-40B4-BE49-F238E27FC236}">
                <a16:creationId xmlns:a16="http://schemas.microsoft.com/office/drawing/2014/main" id="{015EDE78-0DFC-2AE2-04CA-1FA704FEF0B2}"/>
              </a:ext>
            </a:extLst>
          </p:cNvPr>
          <p:cNvSpPr txBox="1">
            <a:spLocks/>
          </p:cNvSpPr>
          <p:nvPr/>
        </p:nvSpPr>
        <p:spPr>
          <a:xfrm>
            <a:off x="2836816" y="4508897"/>
            <a:ext cx="1883413" cy="16007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1pPr>
            <a:lvl2pPr marL="914400" marR="0" lvl="1"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2pPr>
            <a:lvl3pPr marL="1371600" marR="0" lvl="2"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3pPr>
            <a:lvl4pPr marL="1828800" marR="0" lvl="3"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4pPr>
            <a:lvl5pPr marL="2286000" marR="0" lvl="4"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5pPr>
            <a:lvl6pPr marL="2743200" marR="0" lvl="5"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6pPr>
            <a:lvl7pPr marL="3200400" marR="0" lvl="6"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7pPr>
            <a:lvl8pPr marL="3657600" marR="0" lvl="7"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8pPr>
            <a:lvl9pPr marL="4114800" marR="0" lvl="8"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9pPr>
          </a:lstStyle>
          <a:p>
            <a:pPr marL="152400" indent="0" algn="ctr"/>
            <a:r>
              <a:rPr lang="en-US" sz="1600" err="1"/>
              <a:t>N_Luminarias</a:t>
            </a:r>
            <a:endParaRPr lang="en-GB" sz="1600"/>
          </a:p>
          <a:p>
            <a:pPr marL="152400" indent="0" algn="ctr"/>
            <a:r>
              <a:rPr lang="en-US" sz="1600" err="1"/>
              <a:t>N_Lampadas</a:t>
            </a:r>
            <a:endParaRPr lang="en-GB" sz="1600"/>
          </a:p>
          <a:p>
            <a:pPr marL="152400" indent="0" algn="ctr"/>
            <a:r>
              <a:rPr lang="en-US" sz="1600" err="1"/>
              <a:t>Cap_per_Cliente</a:t>
            </a:r>
            <a:endParaRPr lang="en-GB" sz="1600"/>
          </a:p>
          <a:p>
            <a:pPr marL="152400" indent="0" algn="ctr"/>
            <a:r>
              <a:rPr lang="en-US" sz="1600" err="1"/>
              <a:t>Distrito_enc</a:t>
            </a:r>
            <a:endParaRPr lang="en-GB" sz="1600"/>
          </a:p>
          <a:p>
            <a:pPr marL="152400" indent="0" algn="ctr"/>
            <a:r>
              <a:rPr lang="en-US" sz="1600" err="1"/>
              <a:t>Concelho_enc</a:t>
            </a:r>
            <a:endParaRPr lang="en-GB" sz="1600"/>
          </a:p>
        </p:txBody>
      </p:sp>
    </p:spTree>
    <p:extLst>
      <p:ext uri="{BB962C8B-B14F-4D97-AF65-F5344CB8AC3E}">
        <p14:creationId xmlns:p14="http://schemas.microsoft.com/office/powerpoint/2010/main" val="302148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1"/>
          <p:cNvSpPr txBox="1">
            <a:spLocks noGrp="1"/>
          </p:cNvSpPr>
          <p:nvPr>
            <p:ph type="title"/>
          </p:nvPr>
        </p:nvSpPr>
        <p:spPr>
          <a:xfrm>
            <a:off x="5510533" y="3211267"/>
            <a:ext cx="5734800" cy="2139600"/>
          </a:xfrm>
          <a:prstGeom prst="rect">
            <a:avLst/>
          </a:prstGeom>
        </p:spPr>
        <p:txBody>
          <a:bodyPr spcFirstLastPara="1" wrap="square" lIns="121900" tIns="121900" rIns="121900" bIns="121900" anchor="b" anchorCtr="0">
            <a:noAutofit/>
          </a:bodyPr>
          <a:lstStyle/>
          <a:p>
            <a:r>
              <a:rPr lang="pt-PT" sz="6650"/>
              <a:t>REGRESSÃO</a:t>
            </a:r>
            <a:endParaRPr lang="en-US"/>
          </a:p>
        </p:txBody>
      </p:sp>
      <p:sp>
        <p:nvSpPr>
          <p:cNvPr id="322" name="Google Shape;322;p31"/>
          <p:cNvSpPr txBox="1">
            <a:spLocks noGrp="1"/>
          </p:cNvSpPr>
          <p:nvPr>
            <p:ph type="title" idx="2"/>
          </p:nvPr>
        </p:nvSpPr>
        <p:spPr>
          <a:xfrm>
            <a:off x="5510533" y="1714567"/>
            <a:ext cx="1934400" cy="1399200"/>
          </a:xfrm>
          <a:prstGeom prst="rect">
            <a:avLst/>
          </a:prstGeom>
        </p:spPr>
        <p:txBody>
          <a:bodyPr spcFirstLastPara="1" wrap="square" lIns="121900" tIns="121900" rIns="121900" bIns="121900" anchor="b" anchorCtr="0">
            <a:noAutofit/>
          </a:bodyPr>
          <a:lstStyle/>
          <a:p>
            <a:r>
              <a:rPr lang="pt-PT"/>
              <a:t>02</a:t>
            </a:r>
            <a:endParaRPr lang="pt-PT" noProof="0"/>
          </a:p>
        </p:txBody>
      </p:sp>
      <p:pic>
        <p:nvPicPr>
          <p:cNvPr id="323" name="Google Shape;323;p31"/>
          <p:cNvPicPr preferRelativeResize="0"/>
          <p:nvPr/>
        </p:nvPicPr>
        <p:blipFill>
          <a:blip r:embed="rId3">
            <a:alphaModFix amt="21000"/>
          </a:blip>
          <a:stretch>
            <a:fillRect/>
          </a:stretch>
        </p:blipFill>
        <p:spPr>
          <a:xfrm flipH="1">
            <a:off x="-710470" y="-5"/>
            <a:ext cx="6366801" cy="3385461"/>
          </a:xfrm>
          <a:prstGeom prst="rect">
            <a:avLst/>
          </a:prstGeom>
          <a:noFill/>
          <a:ln>
            <a:noFill/>
          </a:ln>
        </p:spPr>
      </p:pic>
      <p:grpSp>
        <p:nvGrpSpPr>
          <p:cNvPr id="324" name="Google Shape;324;p31"/>
          <p:cNvGrpSpPr/>
          <p:nvPr/>
        </p:nvGrpSpPr>
        <p:grpSpPr>
          <a:xfrm flipH="1">
            <a:off x="-1219459" y="607498"/>
            <a:ext cx="7084491" cy="6861268"/>
            <a:chOff x="4326600" y="455623"/>
            <a:chExt cx="5313368" cy="5145951"/>
          </a:xfrm>
        </p:grpSpPr>
        <p:sp>
          <p:nvSpPr>
            <p:cNvPr id="325" name="Google Shape;325;p31"/>
            <p:cNvSpPr/>
            <p:nvPr/>
          </p:nvSpPr>
          <p:spPr>
            <a:xfrm>
              <a:off x="4326600" y="45562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sp>
          <p:nvSpPr>
            <p:cNvPr id="326" name="Google Shape;326;p31"/>
            <p:cNvSpPr/>
            <p:nvPr/>
          </p:nvSpPr>
          <p:spPr>
            <a:xfrm>
              <a:off x="4368901" y="76764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sp>
          <p:nvSpPr>
            <p:cNvPr id="327" name="Google Shape;327;p31"/>
            <p:cNvSpPr/>
            <p:nvPr/>
          </p:nvSpPr>
          <p:spPr>
            <a:xfrm>
              <a:off x="4368899" y="45562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grpSp>
      <p:pic>
        <p:nvPicPr>
          <p:cNvPr id="328" name="Google Shape;328;p31"/>
          <p:cNvPicPr preferRelativeResize="0"/>
          <p:nvPr/>
        </p:nvPicPr>
        <p:blipFill>
          <a:blip r:embed="rId4">
            <a:alphaModFix amt="79000"/>
          </a:blip>
          <a:stretch>
            <a:fillRect/>
          </a:stretch>
        </p:blipFill>
        <p:spPr>
          <a:xfrm flipH="1">
            <a:off x="17567" y="-1758337"/>
            <a:ext cx="3125799" cy="3128340"/>
          </a:xfrm>
          <a:prstGeom prst="rect">
            <a:avLst/>
          </a:prstGeom>
          <a:noFill/>
          <a:ln>
            <a:noFill/>
          </a:ln>
        </p:spPr>
      </p:pic>
      <p:pic>
        <p:nvPicPr>
          <p:cNvPr id="329" name="Google Shape;329;p31"/>
          <p:cNvPicPr preferRelativeResize="0"/>
          <p:nvPr/>
        </p:nvPicPr>
        <p:blipFill>
          <a:blip r:embed="rId4">
            <a:alphaModFix amt="79000"/>
          </a:blip>
          <a:stretch>
            <a:fillRect/>
          </a:stretch>
        </p:blipFill>
        <p:spPr>
          <a:xfrm flipH="1">
            <a:off x="-2151500" y="3113197"/>
            <a:ext cx="3125799" cy="3128340"/>
          </a:xfrm>
          <a:prstGeom prst="rect">
            <a:avLst/>
          </a:prstGeom>
          <a:noFill/>
          <a:ln>
            <a:noFill/>
          </a:ln>
        </p:spPr>
      </p:pic>
      <p:pic>
        <p:nvPicPr>
          <p:cNvPr id="330" name="Google Shape;330;p31"/>
          <p:cNvPicPr preferRelativeResize="0"/>
          <p:nvPr/>
        </p:nvPicPr>
        <p:blipFill>
          <a:blip r:embed="rId4">
            <a:alphaModFix amt="79000"/>
          </a:blip>
          <a:stretch>
            <a:fillRect/>
          </a:stretch>
        </p:blipFill>
        <p:spPr>
          <a:xfrm flipH="1">
            <a:off x="-1015266" y="5754797"/>
            <a:ext cx="3125799" cy="3128340"/>
          </a:xfrm>
          <a:prstGeom prst="rect">
            <a:avLst/>
          </a:prstGeom>
          <a:noFill/>
          <a:ln>
            <a:noFill/>
          </a:ln>
        </p:spPr>
      </p:pic>
      <p:grpSp>
        <p:nvGrpSpPr>
          <p:cNvPr id="331" name="Google Shape;331;p31"/>
          <p:cNvGrpSpPr/>
          <p:nvPr/>
        </p:nvGrpSpPr>
        <p:grpSpPr>
          <a:xfrm>
            <a:off x="1105617" y="4269834"/>
            <a:ext cx="2864284" cy="3514332"/>
            <a:chOff x="5119300" y="3450025"/>
            <a:chExt cx="2148213" cy="2635749"/>
          </a:xfrm>
        </p:grpSpPr>
        <p:pic>
          <p:nvPicPr>
            <p:cNvPr id="332" name="Google Shape;332;p31"/>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33" name="Google Shape;333;p31"/>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334" name="Google Shape;334;p31"/>
          <p:cNvGrpSpPr/>
          <p:nvPr/>
        </p:nvGrpSpPr>
        <p:grpSpPr>
          <a:xfrm>
            <a:off x="950983" y="-629299"/>
            <a:ext cx="2864284" cy="3514332"/>
            <a:chOff x="5119300" y="3450025"/>
            <a:chExt cx="2148213" cy="2635749"/>
          </a:xfrm>
        </p:grpSpPr>
        <p:pic>
          <p:nvPicPr>
            <p:cNvPr id="335" name="Google Shape;335;p31"/>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36" name="Google Shape;336;p31"/>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337" name="Google Shape;337;p31"/>
          <p:cNvGrpSpPr/>
          <p:nvPr/>
        </p:nvGrpSpPr>
        <p:grpSpPr>
          <a:xfrm>
            <a:off x="8838250" y="-1694266"/>
            <a:ext cx="2864284" cy="3514332"/>
            <a:chOff x="5119300" y="3450025"/>
            <a:chExt cx="2148213" cy="2635749"/>
          </a:xfrm>
        </p:grpSpPr>
        <p:pic>
          <p:nvPicPr>
            <p:cNvPr id="338" name="Google Shape;338;p31"/>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39" name="Google Shape;339;p31"/>
            <p:cNvPicPr preferRelativeResize="0"/>
            <p:nvPr/>
          </p:nvPicPr>
          <p:blipFill>
            <a:blip r:embed="rId5">
              <a:alphaModFix/>
            </a:blip>
            <a:stretch>
              <a:fillRect/>
            </a:stretch>
          </p:blipFill>
          <p:spPr>
            <a:xfrm>
              <a:off x="5576500" y="4392300"/>
              <a:ext cx="1691013" cy="1693474"/>
            </a:xfrm>
            <a:prstGeom prst="rect">
              <a:avLst/>
            </a:prstGeom>
            <a:noFill/>
            <a:ln>
              <a:noFill/>
            </a:ln>
          </p:spPr>
        </p:pic>
      </p:grpSp>
      <p:cxnSp>
        <p:nvCxnSpPr>
          <p:cNvPr id="340" name="Google Shape;340;p31"/>
          <p:cNvCxnSpPr/>
          <p:nvPr/>
        </p:nvCxnSpPr>
        <p:spPr>
          <a:xfrm>
            <a:off x="5674900" y="1572967"/>
            <a:ext cx="812800" cy="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2237E-FA39-B5BC-FE7C-C5FDEABE3D7D}"/>
              </a:ext>
            </a:extLst>
          </p:cNvPr>
          <p:cNvSpPr>
            <a:spLocks noGrp="1"/>
          </p:cNvSpPr>
          <p:nvPr>
            <p:ph type="title"/>
          </p:nvPr>
        </p:nvSpPr>
        <p:spPr/>
        <p:txBody>
          <a:bodyPr/>
          <a:lstStyle/>
          <a:p>
            <a:r>
              <a:rPr lang="pt-PT"/>
              <a:t>Resultados da regressão</a:t>
            </a:r>
          </a:p>
        </p:txBody>
      </p:sp>
      <p:sp>
        <p:nvSpPr>
          <p:cNvPr id="3" name="Subtitle 2">
            <a:extLst>
              <a:ext uri="{FF2B5EF4-FFF2-40B4-BE49-F238E27FC236}">
                <a16:creationId xmlns:a16="http://schemas.microsoft.com/office/drawing/2014/main" id="{8580142E-DCD2-882E-FB28-63B999B55157}"/>
              </a:ext>
            </a:extLst>
          </p:cNvPr>
          <p:cNvSpPr>
            <a:spLocks noGrp="1"/>
          </p:cNvSpPr>
          <p:nvPr>
            <p:ph type="subTitle" idx="1"/>
          </p:nvPr>
        </p:nvSpPr>
        <p:spPr/>
        <p:txBody>
          <a:bodyPr/>
          <a:lstStyle/>
          <a:p>
            <a:r>
              <a:rPr lang="pt-PT" sz="1800"/>
              <a:t>MAE: </a:t>
            </a:r>
            <a:r>
              <a:rPr lang="en-GB" sz="1800" b="1">
                <a:solidFill>
                  <a:srgbClr val="FF0000"/>
                </a:solidFill>
              </a:rPr>
              <a:t>37.45</a:t>
            </a:r>
          </a:p>
          <a:p>
            <a:r>
              <a:rPr lang="en-GB" sz="1800"/>
              <a:t>RSME: </a:t>
            </a:r>
            <a:r>
              <a:rPr lang="en-GB" sz="1800" b="1">
                <a:solidFill>
                  <a:srgbClr val="FF9900"/>
                </a:solidFill>
              </a:rPr>
              <a:t>57.3</a:t>
            </a:r>
            <a:endParaRPr lang="pt-PT" sz="1800" b="1">
              <a:solidFill>
                <a:srgbClr val="FF9900"/>
              </a:solidFill>
            </a:endParaRPr>
          </a:p>
        </p:txBody>
      </p:sp>
      <p:sp>
        <p:nvSpPr>
          <p:cNvPr id="4" name="Subtitle 3">
            <a:extLst>
              <a:ext uri="{FF2B5EF4-FFF2-40B4-BE49-F238E27FC236}">
                <a16:creationId xmlns:a16="http://schemas.microsoft.com/office/drawing/2014/main" id="{922F70A4-C951-DBC9-394B-AA0016B37AA8}"/>
              </a:ext>
            </a:extLst>
          </p:cNvPr>
          <p:cNvSpPr>
            <a:spLocks noGrp="1"/>
          </p:cNvSpPr>
          <p:nvPr>
            <p:ph type="subTitle" idx="2"/>
          </p:nvPr>
        </p:nvSpPr>
        <p:spPr/>
        <p:txBody>
          <a:bodyPr/>
          <a:lstStyle/>
          <a:p>
            <a:r>
              <a:rPr lang="pt-PT" sz="1800"/>
              <a:t>MAE: </a:t>
            </a:r>
            <a:r>
              <a:rPr lang="en-GB" sz="1800" b="1">
                <a:solidFill>
                  <a:srgbClr val="00B050"/>
                </a:solidFill>
              </a:rPr>
              <a:t>36.3</a:t>
            </a:r>
          </a:p>
          <a:p>
            <a:r>
              <a:rPr lang="en-GB" sz="1800"/>
              <a:t>RSME: </a:t>
            </a:r>
            <a:r>
              <a:rPr lang="en-GB" sz="1800" b="1">
                <a:solidFill>
                  <a:srgbClr val="FF0000"/>
                </a:solidFill>
              </a:rPr>
              <a:t>58.7</a:t>
            </a:r>
            <a:endParaRPr lang="pt-PT" sz="1800" b="1">
              <a:solidFill>
                <a:srgbClr val="FF0000"/>
              </a:solidFill>
            </a:endParaRPr>
          </a:p>
          <a:p>
            <a:endParaRPr lang="pt-PT"/>
          </a:p>
          <a:p>
            <a:endParaRPr lang="pt-PT"/>
          </a:p>
        </p:txBody>
      </p:sp>
      <p:sp>
        <p:nvSpPr>
          <p:cNvPr id="5" name="Subtitle 4">
            <a:extLst>
              <a:ext uri="{FF2B5EF4-FFF2-40B4-BE49-F238E27FC236}">
                <a16:creationId xmlns:a16="http://schemas.microsoft.com/office/drawing/2014/main" id="{5BE852D5-3D4D-177D-158B-C4D1982387FC}"/>
              </a:ext>
            </a:extLst>
          </p:cNvPr>
          <p:cNvSpPr>
            <a:spLocks noGrp="1"/>
          </p:cNvSpPr>
          <p:nvPr>
            <p:ph type="subTitle" idx="3"/>
          </p:nvPr>
        </p:nvSpPr>
        <p:spPr/>
        <p:txBody>
          <a:bodyPr/>
          <a:lstStyle/>
          <a:p>
            <a:r>
              <a:rPr lang="pt-PT" sz="1800"/>
              <a:t>MAE: </a:t>
            </a:r>
            <a:r>
              <a:rPr lang="en-GB" sz="1800" b="1">
                <a:solidFill>
                  <a:srgbClr val="ED8551"/>
                </a:solidFill>
              </a:rPr>
              <a:t>36.7</a:t>
            </a:r>
          </a:p>
          <a:p>
            <a:r>
              <a:rPr lang="en-GB" sz="1800"/>
              <a:t>RSME: </a:t>
            </a:r>
            <a:r>
              <a:rPr lang="en-GB" sz="1800" b="1">
                <a:solidFill>
                  <a:srgbClr val="FF0000"/>
                </a:solidFill>
              </a:rPr>
              <a:t>59.4</a:t>
            </a:r>
            <a:endParaRPr lang="pt-PT" sz="1800" b="1">
              <a:solidFill>
                <a:srgbClr val="FF0000"/>
              </a:solidFill>
            </a:endParaRPr>
          </a:p>
          <a:p>
            <a:endParaRPr lang="pt-PT"/>
          </a:p>
        </p:txBody>
      </p:sp>
      <p:sp>
        <p:nvSpPr>
          <p:cNvPr id="6" name="Subtitle 5">
            <a:extLst>
              <a:ext uri="{FF2B5EF4-FFF2-40B4-BE49-F238E27FC236}">
                <a16:creationId xmlns:a16="http://schemas.microsoft.com/office/drawing/2014/main" id="{490A4A92-D2FE-14AA-9587-DA2221404F53}"/>
              </a:ext>
            </a:extLst>
          </p:cNvPr>
          <p:cNvSpPr>
            <a:spLocks noGrp="1"/>
          </p:cNvSpPr>
          <p:nvPr>
            <p:ph type="subTitle" idx="4"/>
          </p:nvPr>
        </p:nvSpPr>
        <p:spPr/>
        <p:txBody>
          <a:bodyPr/>
          <a:lstStyle/>
          <a:p>
            <a:r>
              <a:rPr lang="pt-PT" sz="1800"/>
              <a:t>MAE: </a:t>
            </a:r>
            <a:r>
              <a:rPr lang="en-GB" sz="1800" b="1">
                <a:solidFill>
                  <a:srgbClr val="00B050"/>
                </a:solidFill>
              </a:rPr>
              <a:t>35.4</a:t>
            </a:r>
          </a:p>
          <a:p>
            <a:r>
              <a:rPr lang="en-GB" sz="1800"/>
              <a:t>RSME: </a:t>
            </a:r>
            <a:r>
              <a:rPr lang="en-GB" sz="1800" b="1">
                <a:solidFill>
                  <a:srgbClr val="00B050"/>
                </a:solidFill>
              </a:rPr>
              <a:t>55.4</a:t>
            </a:r>
            <a:endParaRPr lang="pt-PT" sz="1800" b="1">
              <a:solidFill>
                <a:srgbClr val="00B050"/>
              </a:solidFill>
            </a:endParaRPr>
          </a:p>
          <a:p>
            <a:endParaRPr lang="pt-PT"/>
          </a:p>
          <a:p>
            <a:endParaRPr lang="pt-PT"/>
          </a:p>
        </p:txBody>
      </p:sp>
      <p:sp>
        <p:nvSpPr>
          <p:cNvPr id="7" name="Subtitle 6">
            <a:extLst>
              <a:ext uri="{FF2B5EF4-FFF2-40B4-BE49-F238E27FC236}">
                <a16:creationId xmlns:a16="http://schemas.microsoft.com/office/drawing/2014/main" id="{962FF6C6-4D11-0DBD-4320-E501A6E86618}"/>
              </a:ext>
            </a:extLst>
          </p:cNvPr>
          <p:cNvSpPr>
            <a:spLocks noGrp="1"/>
          </p:cNvSpPr>
          <p:nvPr>
            <p:ph type="subTitle" idx="5"/>
          </p:nvPr>
        </p:nvSpPr>
        <p:spPr/>
        <p:txBody>
          <a:bodyPr/>
          <a:lstStyle/>
          <a:p>
            <a:r>
              <a:rPr lang="pt-PT"/>
              <a:t>Linear</a:t>
            </a:r>
          </a:p>
        </p:txBody>
      </p:sp>
      <p:sp>
        <p:nvSpPr>
          <p:cNvPr id="8" name="Subtitle 7">
            <a:extLst>
              <a:ext uri="{FF2B5EF4-FFF2-40B4-BE49-F238E27FC236}">
                <a16:creationId xmlns:a16="http://schemas.microsoft.com/office/drawing/2014/main" id="{2CEB1B24-EEFA-6575-B727-28DF1E7BF45C}"/>
              </a:ext>
            </a:extLst>
          </p:cNvPr>
          <p:cNvSpPr>
            <a:spLocks noGrp="1"/>
          </p:cNvSpPr>
          <p:nvPr>
            <p:ph type="subTitle" idx="6"/>
          </p:nvPr>
        </p:nvSpPr>
        <p:spPr/>
        <p:txBody>
          <a:bodyPr/>
          <a:lstStyle/>
          <a:p>
            <a:r>
              <a:rPr lang="pt-PT">
                <a:latin typeface="Golos Text"/>
                <a:ea typeface="Golos Text"/>
                <a:cs typeface="Golos Text"/>
                <a:sym typeface="Golos Text"/>
              </a:rPr>
              <a:t>Linear SVR</a:t>
            </a:r>
          </a:p>
        </p:txBody>
      </p:sp>
      <p:sp>
        <p:nvSpPr>
          <p:cNvPr id="9" name="Subtitle 8">
            <a:extLst>
              <a:ext uri="{FF2B5EF4-FFF2-40B4-BE49-F238E27FC236}">
                <a16:creationId xmlns:a16="http://schemas.microsoft.com/office/drawing/2014/main" id="{759C6BAE-D152-159F-25D0-AF89AADDD8A4}"/>
              </a:ext>
            </a:extLst>
          </p:cNvPr>
          <p:cNvSpPr>
            <a:spLocks noGrp="1"/>
          </p:cNvSpPr>
          <p:nvPr>
            <p:ph type="subTitle" idx="7"/>
          </p:nvPr>
        </p:nvSpPr>
        <p:spPr/>
        <p:txBody>
          <a:bodyPr/>
          <a:lstStyle/>
          <a:p>
            <a:r>
              <a:rPr lang="pt-PT"/>
              <a:t>Árvore</a:t>
            </a:r>
          </a:p>
        </p:txBody>
      </p:sp>
      <p:sp>
        <p:nvSpPr>
          <p:cNvPr id="10" name="Subtitle 9">
            <a:extLst>
              <a:ext uri="{FF2B5EF4-FFF2-40B4-BE49-F238E27FC236}">
                <a16:creationId xmlns:a16="http://schemas.microsoft.com/office/drawing/2014/main" id="{C06F238E-52BC-4AB5-677E-EB2F73A82C7D}"/>
              </a:ext>
            </a:extLst>
          </p:cNvPr>
          <p:cNvSpPr>
            <a:spLocks noGrp="1"/>
          </p:cNvSpPr>
          <p:nvPr>
            <p:ph type="subTitle" idx="8"/>
          </p:nvPr>
        </p:nvSpPr>
        <p:spPr/>
        <p:txBody>
          <a:bodyPr/>
          <a:lstStyle/>
          <a:p>
            <a:r>
              <a:rPr lang="pt-PT">
                <a:latin typeface="Golos Text"/>
                <a:ea typeface="Golos Text"/>
                <a:cs typeface="Golos Text"/>
                <a:sym typeface="Golos Text"/>
              </a:rPr>
              <a:t>Rede Neuronal</a:t>
            </a:r>
          </a:p>
        </p:txBody>
      </p:sp>
      <p:sp>
        <p:nvSpPr>
          <p:cNvPr id="11" name="Subtitle 4">
            <a:extLst>
              <a:ext uri="{FF2B5EF4-FFF2-40B4-BE49-F238E27FC236}">
                <a16:creationId xmlns:a16="http://schemas.microsoft.com/office/drawing/2014/main" id="{EA68E5D9-D869-2C24-A6E9-770C7F3D91CF}"/>
              </a:ext>
            </a:extLst>
          </p:cNvPr>
          <p:cNvSpPr txBox="1">
            <a:spLocks/>
          </p:cNvSpPr>
          <p:nvPr/>
        </p:nvSpPr>
        <p:spPr>
          <a:xfrm>
            <a:off x="1516196" y="5962733"/>
            <a:ext cx="5729895" cy="580100"/>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1400" b="1">
                <a:solidFill>
                  <a:schemeClr val="tx1">
                    <a:lumMod val="75000"/>
                    <a:lumOff val="25000"/>
                  </a:schemeClr>
                </a:solidFill>
              </a:rPr>
              <a:t>Legenda: </a:t>
            </a:r>
          </a:p>
          <a:p>
            <a:r>
              <a:rPr lang="en-GB" sz="1400" b="1">
                <a:solidFill>
                  <a:schemeClr val="tx1">
                    <a:lumMod val="75000"/>
                    <a:lumOff val="25000"/>
                  </a:schemeClr>
                </a:solidFill>
              </a:rPr>
              <a:t>MAE</a:t>
            </a:r>
            <a:r>
              <a:rPr lang="en-GB" sz="1400">
                <a:solidFill>
                  <a:schemeClr val="tx1">
                    <a:lumMod val="75000"/>
                    <a:lumOff val="25000"/>
                  </a:schemeClr>
                </a:solidFill>
              </a:rPr>
              <a:t> (Erro </a:t>
            </a:r>
            <a:r>
              <a:rPr lang="en-GB" sz="1400" err="1">
                <a:solidFill>
                  <a:schemeClr val="tx1">
                    <a:lumMod val="75000"/>
                    <a:lumOff val="25000"/>
                  </a:schemeClr>
                </a:solidFill>
              </a:rPr>
              <a:t>absoluto</a:t>
            </a:r>
            <a:r>
              <a:rPr lang="en-GB" sz="1400">
                <a:solidFill>
                  <a:schemeClr val="tx1">
                    <a:lumMod val="75000"/>
                    <a:lumOff val="25000"/>
                  </a:schemeClr>
                </a:solidFill>
              </a:rPr>
              <a:t> </a:t>
            </a:r>
            <a:r>
              <a:rPr lang="en-GB" sz="1400" err="1">
                <a:solidFill>
                  <a:schemeClr val="tx1">
                    <a:lumMod val="75000"/>
                    <a:lumOff val="25000"/>
                  </a:schemeClr>
                </a:solidFill>
              </a:rPr>
              <a:t>médio</a:t>
            </a:r>
            <a:r>
              <a:rPr lang="en-GB" sz="1400">
                <a:solidFill>
                  <a:schemeClr val="tx1">
                    <a:lumMod val="75000"/>
                    <a:lumOff val="25000"/>
                  </a:schemeClr>
                </a:solidFill>
              </a:rPr>
              <a:t>) </a:t>
            </a:r>
            <a:r>
              <a:rPr lang="en-GB" sz="1400" b="1">
                <a:solidFill>
                  <a:schemeClr val="tx1">
                    <a:lumMod val="75000"/>
                    <a:lumOff val="25000"/>
                  </a:schemeClr>
                </a:solidFill>
              </a:rPr>
              <a:t>RSME</a:t>
            </a:r>
            <a:r>
              <a:rPr lang="en-GB" sz="1400">
                <a:solidFill>
                  <a:schemeClr val="tx1">
                    <a:lumMod val="75000"/>
                    <a:lumOff val="25000"/>
                  </a:schemeClr>
                </a:solidFill>
              </a:rPr>
              <a:t> (</a:t>
            </a:r>
            <a:r>
              <a:rPr lang="en-GB" sz="1400" err="1">
                <a:solidFill>
                  <a:schemeClr val="tx1">
                    <a:lumMod val="75000"/>
                    <a:lumOff val="25000"/>
                  </a:schemeClr>
                </a:solidFill>
              </a:rPr>
              <a:t>Raíz</a:t>
            </a:r>
            <a:r>
              <a:rPr lang="en-GB" sz="1400">
                <a:solidFill>
                  <a:schemeClr val="tx1">
                    <a:lumMod val="75000"/>
                    <a:lumOff val="25000"/>
                  </a:schemeClr>
                </a:solidFill>
              </a:rPr>
              <a:t> do </a:t>
            </a:r>
            <a:r>
              <a:rPr lang="en-GB" sz="1400" err="1">
                <a:solidFill>
                  <a:schemeClr val="tx1">
                    <a:lumMod val="75000"/>
                    <a:lumOff val="25000"/>
                  </a:schemeClr>
                </a:solidFill>
              </a:rPr>
              <a:t>erro</a:t>
            </a:r>
            <a:r>
              <a:rPr lang="en-GB" sz="1400">
                <a:solidFill>
                  <a:schemeClr val="tx1">
                    <a:lumMod val="75000"/>
                    <a:lumOff val="25000"/>
                  </a:schemeClr>
                </a:solidFill>
              </a:rPr>
              <a:t> </a:t>
            </a:r>
            <a:r>
              <a:rPr lang="en-GB" sz="1400" err="1">
                <a:solidFill>
                  <a:schemeClr val="tx1">
                    <a:lumMod val="75000"/>
                    <a:lumOff val="25000"/>
                  </a:schemeClr>
                </a:solidFill>
              </a:rPr>
              <a:t>quadrático</a:t>
            </a:r>
            <a:r>
              <a:rPr lang="en-GB" sz="1400">
                <a:solidFill>
                  <a:schemeClr val="tx1">
                    <a:lumMod val="75000"/>
                    <a:lumOff val="25000"/>
                  </a:schemeClr>
                </a:solidFill>
              </a:rPr>
              <a:t> </a:t>
            </a:r>
            <a:r>
              <a:rPr lang="en-GB" sz="1400" err="1">
                <a:solidFill>
                  <a:schemeClr val="tx1">
                    <a:lumMod val="75000"/>
                    <a:lumOff val="25000"/>
                  </a:schemeClr>
                </a:solidFill>
              </a:rPr>
              <a:t>médio</a:t>
            </a:r>
            <a:r>
              <a:rPr lang="en-GB" sz="1400">
                <a:solidFill>
                  <a:schemeClr val="tx1">
                    <a:lumMod val="75000"/>
                    <a:lumOff val="25000"/>
                  </a:schemeClr>
                </a:solidFill>
              </a:rPr>
              <a:t>)</a:t>
            </a:r>
            <a:endParaRPr lang="pt-PT" sz="1600">
              <a:solidFill>
                <a:schemeClr val="tx1">
                  <a:lumMod val="75000"/>
                  <a:lumOff val="25000"/>
                </a:schemeClr>
              </a:solidFill>
            </a:endParaRPr>
          </a:p>
        </p:txBody>
      </p:sp>
      <p:grpSp>
        <p:nvGrpSpPr>
          <p:cNvPr id="12" name="Google Shape;11907;p65">
            <a:extLst>
              <a:ext uri="{FF2B5EF4-FFF2-40B4-BE49-F238E27FC236}">
                <a16:creationId xmlns:a16="http://schemas.microsoft.com/office/drawing/2014/main" id="{F6CF6B82-1A7E-5432-797B-BC3A370D5965}"/>
              </a:ext>
            </a:extLst>
          </p:cNvPr>
          <p:cNvGrpSpPr/>
          <p:nvPr/>
        </p:nvGrpSpPr>
        <p:grpSpPr>
          <a:xfrm>
            <a:off x="1073513" y="5936484"/>
            <a:ext cx="442683" cy="473939"/>
            <a:chOff x="7055134" y="2919170"/>
            <a:chExt cx="290321" cy="310820"/>
          </a:xfrm>
          <a:solidFill>
            <a:srgbClr val="626262"/>
          </a:solidFill>
        </p:grpSpPr>
        <p:sp>
          <p:nvSpPr>
            <p:cNvPr id="13" name="Google Shape;11908;p65">
              <a:extLst>
                <a:ext uri="{FF2B5EF4-FFF2-40B4-BE49-F238E27FC236}">
                  <a16:creationId xmlns:a16="http://schemas.microsoft.com/office/drawing/2014/main" id="{FDA8E1DD-41E1-5BCF-2655-00DFBBBD1614}"/>
                </a:ext>
              </a:extLst>
            </p:cNvPr>
            <p:cNvSpPr/>
            <p:nvPr/>
          </p:nvSpPr>
          <p:spPr>
            <a:xfrm>
              <a:off x="7102497" y="2970989"/>
              <a:ext cx="191044" cy="259001"/>
            </a:xfrm>
            <a:custGeom>
              <a:avLst/>
              <a:gdLst/>
              <a:ahLst/>
              <a:cxnLst/>
              <a:rect l="l" t="t" r="r" b="b"/>
              <a:pathLst>
                <a:path w="6002" h="8137" extrusionOk="0">
                  <a:moveTo>
                    <a:pt x="3097" y="314"/>
                  </a:moveTo>
                  <a:cubicBezTo>
                    <a:pt x="3739" y="314"/>
                    <a:pt x="4347" y="552"/>
                    <a:pt x="4835" y="980"/>
                  </a:cubicBezTo>
                  <a:cubicBezTo>
                    <a:pt x="5394" y="1481"/>
                    <a:pt x="5716" y="2195"/>
                    <a:pt x="5716" y="2933"/>
                  </a:cubicBezTo>
                  <a:cubicBezTo>
                    <a:pt x="5704" y="3445"/>
                    <a:pt x="5549" y="3933"/>
                    <a:pt x="5287" y="4350"/>
                  </a:cubicBezTo>
                  <a:cubicBezTo>
                    <a:pt x="5013" y="4767"/>
                    <a:pt x="4644" y="5100"/>
                    <a:pt x="4204" y="5302"/>
                  </a:cubicBezTo>
                  <a:cubicBezTo>
                    <a:pt x="3930" y="5433"/>
                    <a:pt x="3751" y="5719"/>
                    <a:pt x="3751" y="6029"/>
                  </a:cubicBezTo>
                  <a:lnTo>
                    <a:pt x="3751" y="6207"/>
                  </a:lnTo>
                  <a:lnTo>
                    <a:pt x="2430" y="6207"/>
                  </a:lnTo>
                  <a:lnTo>
                    <a:pt x="2430" y="6029"/>
                  </a:lnTo>
                  <a:cubicBezTo>
                    <a:pt x="2430" y="5719"/>
                    <a:pt x="2251" y="5433"/>
                    <a:pt x="1965" y="5302"/>
                  </a:cubicBezTo>
                  <a:cubicBezTo>
                    <a:pt x="942" y="4814"/>
                    <a:pt x="346" y="3731"/>
                    <a:pt x="489" y="2588"/>
                  </a:cubicBezTo>
                  <a:cubicBezTo>
                    <a:pt x="644" y="1421"/>
                    <a:pt x="1608" y="457"/>
                    <a:pt x="2799" y="326"/>
                  </a:cubicBezTo>
                  <a:cubicBezTo>
                    <a:pt x="2906" y="314"/>
                    <a:pt x="3013" y="314"/>
                    <a:pt x="3097" y="314"/>
                  </a:cubicBezTo>
                  <a:close/>
                  <a:moveTo>
                    <a:pt x="3728" y="6505"/>
                  </a:moveTo>
                  <a:lnTo>
                    <a:pt x="3739" y="7017"/>
                  </a:lnTo>
                  <a:cubicBezTo>
                    <a:pt x="3739" y="7100"/>
                    <a:pt x="3668" y="7195"/>
                    <a:pt x="3561" y="7195"/>
                  </a:cubicBezTo>
                  <a:lnTo>
                    <a:pt x="2573" y="7195"/>
                  </a:lnTo>
                  <a:cubicBezTo>
                    <a:pt x="2489" y="7195"/>
                    <a:pt x="2394" y="7124"/>
                    <a:pt x="2394" y="7017"/>
                  </a:cubicBezTo>
                  <a:lnTo>
                    <a:pt x="2394" y="6505"/>
                  </a:lnTo>
                  <a:close/>
                  <a:moveTo>
                    <a:pt x="3394" y="7469"/>
                  </a:moveTo>
                  <a:lnTo>
                    <a:pt x="3406" y="7648"/>
                  </a:lnTo>
                  <a:cubicBezTo>
                    <a:pt x="3406" y="7743"/>
                    <a:pt x="3335" y="7838"/>
                    <a:pt x="3228" y="7838"/>
                  </a:cubicBezTo>
                  <a:lnTo>
                    <a:pt x="2906" y="7838"/>
                  </a:lnTo>
                  <a:cubicBezTo>
                    <a:pt x="2811" y="7838"/>
                    <a:pt x="2727" y="7755"/>
                    <a:pt x="2727" y="7648"/>
                  </a:cubicBezTo>
                  <a:lnTo>
                    <a:pt x="2727" y="7469"/>
                  </a:lnTo>
                  <a:close/>
                  <a:moveTo>
                    <a:pt x="3056" y="0"/>
                  </a:moveTo>
                  <a:cubicBezTo>
                    <a:pt x="2951" y="0"/>
                    <a:pt x="2845" y="6"/>
                    <a:pt x="2739" y="16"/>
                  </a:cubicBezTo>
                  <a:cubicBezTo>
                    <a:pt x="1418" y="171"/>
                    <a:pt x="322" y="1230"/>
                    <a:pt x="168" y="2552"/>
                  </a:cubicBezTo>
                  <a:cubicBezTo>
                    <a:pt x="1" y="3814"/>
                    <a:pt x="668" y="5040"/>
                    <a:pt x="1811" y="5564"/>
                  </a:cubicBezTo>
                  <a:cubicBezTo>
                    <a:pt x="1977" y="5648"/>
                    <a:pt x="2096" y="5826"/>
                    <a:pt x="2096" y="6017"/>
                  </a:cubicBezTo>
                  <a:lnTo>
                    <a:pt x="2096" y="7005"/>
                  </a:lnTo>
                  <a:cubicBezTo>
                    <a:pt x="2096" y="7207"/>
                    <a:pt x="2239" y="7386"/>
                    <a:pt x="2430" y="7457"/>
                  </a:cubicBezTo>
                  <a:lnTo>
                    <a:pt x="2430" y="7648"/>
                  </a:lnTo>
                  <a:cubicBezTo>
                    <a:pt x="2430" y="7922"/>
                    <a:pt x="2632" y="8136"/>
                    <a:pt x="2906" y="8136"/>
                  </a:cubicBezTo>
                  <a:lnTo>
                    <a:pt x="3228" y="8136"/>
                  </a:lnTo>
                  <a:cubicBezTo>
                    <a:pt x="3501" y="8136"/>
                    <a:pt x="3704" y="7922"/>
                    <a:pt x="3704" y="7648"/>
                  </a:cubicBezTo>
                  <a:lnTo>
                    <a:pt x="3704" y="7457"/>
                  </a:lnTo>
                  <a:cubicBezTo>
                    <a:pt x="3906" y="7398"/>
                    <a:pt x="4037" y="7219"/>
                    <a:pt x="4037" y="7005"/>
                  </a:cubicBezTo>
                  <a:lnTo>
                    <a:pt x="4037" y="6017"/>
                  </a:lnTo>
                  <a:cubicBezTo>
                    <a:pt x="4037" y="5826"/>
                    <a:pt x="4144" y="5648"/>
                    <a:pt x="4323" y="5564"/>
                  </a:cubicBezTo>
                  <a:cubicBezTo>
                    <a:pt x="4811" y="5326"/>
                    <a:pt x="5228" y="4969"/>
                    <a:pt x="5537" y="4517"/>
                  </a:cubicBezTo>
                  <a:cubicBezTo>
                    <a:pt x="5847" y="4040"/>
                    <a:pt x="6002" y="3481"/>
                    <a:pt x="6002" y="2921"/>
                  </a:cubicBezTo>
                  <a:cubicBezTo>
                    <a:pt x="6002" y="2100"/>
                    <a:pt x="5644" y="1302"/>
                    <a:pt x="5037" y="754"/>
                  </a:cubicBezTo>
                  <a:cubicBezTo>
                    <a:pt x="4485" y="254"/>
                    <a:pt x="3788" y="0"/>
                    <a:pt x="3056" y="0"/>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lumMod val="75000"/>
                    <a:lumOff val="25000"/>
                  </a:schemeClr>
                </a:solidFill>
              </a:endParaRPr>
            </a:p>
          </p:txBody>
        </p:sp>
        <p:sp>
          <p:nvSpPr>
            <p:cNvPr id="14" name="Google Shape;11909;p65">
              <a:extLst>
                <a:ext uri="{FF2B5EF4-FFF2-40B4-BE49-F238E27FC236}">
                  <a16:creationId xmlns:a16="http://schemas.microsoft.com/office/drawing/2014/main" id="{65945968-559B-05E7-21DA-3BF434F49236}"/>
                </a:ext>
              </a:extLst>
            </p:cNvPr>
            <p:cNvSpPr/>
            <p:nvPr/>
          </p:nvSpPr>
          <p:spPr>
            <a:xfrm>
              <a:off x="7304872" y="3059413"/>
              <a:ext cx="40583" cy="9485"/>
            </a:xfrm>
            <a:custGeom>
              <a:avLst/>
              <a:gdLst/>
              <a:ahLst/>
              <a:cxnLst/>
              <a:rect l="l" t="t" r="r" b="b"/>
              <a:pathLst>
                <a:path w="1275" h="298" extrusionOk="0">
                  <a:moveTo>
                    <a:pt x="144" y="0"/>
                  </a:moveTo>
                  <a:cubicBezTo>
                    <a:pt x="60" y="0"/>
                    <a:pt x="1" y="72"/>
                    <a:pt x="1" y="143"/>
                  </a:cubicBezTo>
                  <a:cubicBezTo>
                    <a:pt x="1" y="238"/>
                    <a:pt x="72" y="298"/>
                    <a:pt x="144" y="298"/>
                  </a:cubicBezTo>
                  <a:lnTo>
                    <a:pt x="1132" y="298"/>
                  </a:lnTo>
                  <a:cubicBezTo>
                    <a:pt x="1215" y="298"/>
                    <a:pt x="1275" y="215"/>
                    <a:pt x="1275" y="143"/>
                  </a:cubicBezTo>
                  <a:cubicBezTo>
                    <a:pt x="1275" y="72"/>
                    <a:pt x="1203" y="0"/>
                    <a:pt x="1132" y="0"/>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lumMod val="75000"/>
                    <a:lumOff val="25000"/>
                  </a:schemeClr>
                </a:solidFill>
              </a:endParaRPr>
            </a:p>
          </p:txBody>
        </p:sp>
        <p:sp>
          <p:nvSpPr>
            <p:cNvPr id="15" name="Google Shape;11910;p65">
              <a:extLst>
                <a:ext uri="{FF2B5EF4-FFF2-40B4-BE49-F238E27FC236}">
                  <a16:creationId xmlns:a16="http://schemas.microsoft.com/office/drawing/2014/main" id="{13AE1EA5-D465-F2E0-B265-766D60070E14}"/>
                </a:ext>
              </a:extLst>
            </p:cNvPr>
            <p:cNvSpPr/>
            <p:nvPr/>
          </p:nvSpPr>
          <p:spPr>
            <a:xfrm>
              <a:off x="7055134" y="3059413"/>
              <a:ext cx="41347" cy="9485"/>
            </a:xfrm>
            <a:custGeom>
              <a:avLst/>
              <a:gdLst/>
              <a:ahLst/>
              <a:cxnLst/>
              <a:rect l="l" t="t" r="r" b="b"/>
              <a:pathLst>
                <a:path w="1299" h="298" extrusionOk="0">
                  <a:moveTo>
                    <a:pt x="155" y="0"/>
                  </a:moveTo>
                  <a:cubicBezTo>
                    <a:pt x="60" y="0"/>
                    <a:pt x="1" y="72"/>
                    <a:pt x="1" y="143"/>
                  </a:cubicBezTo>
                  <a:cubicBezTo>
                    <a:pt x="1" y="238"/>
                    <a:pt x="72" y="298"/>
                    <a:pt x="155" y="298"/>
                  </a:cubicBezTo>
                  <a:lnTo>
                    <a:pt x="1132" y="298"/>
                  </a:lnTo>
                  <a:cubicBezTo>
                    <a:pt x="1215" y="298"/>
                    <a:pt x="1287" y="215"/>
                    <a:pt x="1287" y="143"/>
                  </a:cubicBezTo>
                  <a:cubicBezTo>
                    <a:pt x="1298" y="72"/>
                    <a:pt x="1227" y="0"/>
                    <a:pt x="1132" y="0"/>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lumMod val="75000"/>
                    <a:lumOff val="25000"/>
                  </a:schemeClr>
                </a:solidFill>
              </a:endParaRPr>
            </a:p>
          </p:txBody>
        </p:sp>
        <p:sp>
          <p:nvSpPr>
            <p:cNvPr id="16" name="Google Shape;11911;p65">
              <a:extLst>
                <a:ext uri="{FF2B5EF4-FFF2-40B4-BE49-F238E27FC236}">
                  <a16:creationId xmlns:a16="http://schemas.microsoft.com/office/drawing/2014/main" id="{AF610B37-C8E5-D4BB-ECD3-1E3630778AF3}"/>
                </a:ext>
              </a:extLst>
            </p:cNvPr>
            <p:cNvSpPr/>
            <p:nvPr/>
          </p:nvSpPr>
          <p:spPr>
            <a:xfrm>
              <a:off x="7195727" y="2919170"/>
              <a:ext cx="9517" cy="40583"/>
            </a:xfrm>
            <a:custGeom>
              <a:avLst/>
              <a:gdLst/>
              <a:ahLst/>
              <a:cxnLst/>
              <a:rect l="l" t="t" r="r" b="b"/>
              <a:pathLst>
                <a:path w="299" h="1275" extrusionOk="0">
                  <a:moveTo>
                    <a:pt x="156" y="1"/>
                  </a:moveTo>
                  <a:cubicBezTo>
                    <a:pt x="60" y="1"/>
                    <a:pt x="1" y="72"/>
                    <a:pt x="1" y="144"/>
                  </a:cubicBezTo>
                  <a:lnTo>
                    <a:pt x="1" y="1132"/>
                  </a:lnTo>
                  <a:cubicBezTo>
                    <a:pt x="1" y="1215"/>
                    <a:pt x="84" y="1275"/>
                    <a:pt x="156" y="1275"/>
                  </a:cubicBezTo>
                  <a:cubicBezTo>
                    <a:pt x="227" y="1275"/>
                    <a:pt x="299" y="1204"/>
                    <a:pt x="299" y="1132"/>
                  </a:cubicBezTo>
                  <a:lnTo>
                    <a:pt x="299" y="144"/>
                  </a:lnTo>
                  <a:cubicBezTo>
                    <a:pt x="299" y="72"/>
                    <a:pt x="227" y="1"/>
                    <a:pt x="156" y="1"/>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lumMod val="75000"/>
                    <a:lumOff val="25000"/>
                  </a:schemeClr>
                </a:solidFill>
              </a:endParaRPr>
            </a:p>
          </p:txBody>
        </p:sp>
        <p:sp>
          <p:nvSpPr>
            <p:cNvPr id="17" name="Google Shape;11912;p65">
              <a:extLst>
                <a:ext uri="{FF2B5EF4-FFF2-40B4-BE49-F238E27FC236}">
                  <a16:creationId xmlns:a16="http://schemas.microsoft.com/office/drawing/2014/main" id="{53C7D796-1B07-800A-5DB4-9DCD038DDFB3}"/>
                </a:ext>
              </a:extLst>
            </p:cNvPr>
            <p:cNvSpPr/>
            <p:nvPr/>
          </p:nvSpPr>
          <p:spPr>
            <a:xfrm>
              <a:off x="7185128" y="3007116"/>
              <a:ext cx="30334" cy="92880"/>
            </a:xfrm>
            <a:custGeom>
              <a:avLst/>
              <a:gdLst/>
              <a:ahLst/>
              <a:cxnLst/>
              <a:rect l="l" t="t" r="r" b="b"/>
              <a:pathLst>
                <a:path w="953" h="2918" extrusionOk="0">
                  <a:moveTo>
                    <a:pt x="477" y="310"/>
                  </a:moveTo>
                  <a:cubicBezTo>
                    <a:pt x="512" y="310"/>
                    <a:pt x="560" y="334"/>
                    <a:pt x="596" y="357"/>
                  </a:cubicBezTo>
                  <a:cubicBezTo>
                    <a:pt x="620" y="393"/>
                    <a:pt x="632" y="429"/>
                    <a:pt x="632" y="476"/>
                  </a:cubicBezTo>
                  <a:lnTo>
                    <a:pt x="548" y="2608"/>
                  </a:lnTo>
                  <a:lnTo>
                    <a:pt x="405" y="2620"/>
                  </a:lnTo>
                  <a:cubicBezTo>
                    <a:pt x="405" y="2620"/>
                    <a:pt x="393" y="2620"/>
                    <a:pt x="393" y="2608"/>
                  </a:cubicBezTo>
                  <a:lnTo>
                    <a:pt x="310" y="476"/>
                  </a:lnTo>
                  <a:cubicBezTo>
                    <a:pt x="310" y="429"/>
                    <a:pt x="322" y="393"/>
                    <a:pt x="358" y="357"/>
                  </a:cubicBezTo>
                  <a:cubicBezTo>
                    <a:pt x="381" y="334"/>
                    <a:pt x="429" y="310"/>
                    <a:pt x="477" y="310"/>
                  </a:cubicBezTo>
                  <a:close/>
                  <a:moveTo>
                    <a:pt x="477" y="0"/>
                  </a:moveTo>
                  <a:cubicBezTo>
                    <a:pt x="334" y="0"/>
                    <a:pt x="215" y="48"/>
                    <a:pt x="131" y="155"/>
                  </a:cubicBezTo>
                  <a:cubicBezTo>
                    <a:pt x="36" y="238"/>
                    <a:pt x="0" y="357"/>
                    <a:pt x="0" y="488"/>
                  </a:cubicBezTo>
                  <a:lnTo>
                    <a:pt x="84" y="2620"/>
                  </a:lnTo>
                  <a:cubicBezTo>
                    <a:pt x="84" y="2786"/>
                    <a:pt x="239" y="2917"/>
                    <a:pt x="393" y="2917"/>
                  </a:cubicBezTo>
                  <a:lnTo>
                    <a:pt x="512" y="2917"/>
                  </a:lnTo>
                  <a:cubicBezTo>
                    <a:pt x="679" y="2917"/>
                    <a:pt x="822" y="2786"/>
                    <a:pt x="822" y="2620"/>
                  </a:cubicBezTo>
                  <a:lnTo>
                    <a:pt x="917" y="488"/>
                  </a:lnTo>
                  <a:cubicBezTo>
                    <a:pt x="953" y="369"/>
                    <a:pt x="905" y="238"/>
                    <a:pt x="810" y="155"/>
                  </a:cubicBezTo>
                  <a:cubicBezTo>
                    <a:pt x="727" y="60"/>
                    <a:pt x="608" y="0"/>
                    <a:pt x="477" y="0"/>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lumMod val="75000"/>
                    <a:lumOff val="25000"/>
                  </a:schemeClr>
                </a:solidFill>
              </a:endParaRPr>
            </a:p>
          </p:txBody>
        </p:sp>
        <p:sp>
          <p:nvSpPr>
            <p:cNvPr id="18" name="Google Shape;11913;p65">
              <a:extLst>
                <a:ext uri="{FF2B5EF4-FFF2-40B4-BE49-F238E27FC236}">
                  <a16:creationId xmlns:a16="http://schemas.microsoft.com/office/drawing/2014/main" id="{BB769DCF-072F-5C78-4C0F-663E405DBDA5}"/>
                </a:ext>
              </a:extLst>
            </p:cNvPr>
            <p:cNvSpPr/>
            <p:nvPr/>
          </p:nvSpPr>
          <p:spPr>
            <a:xfrm>
              <a:off x="7187770" y="3111328"/>
              <a:ext cx="25814" cy="25814"/>
            </a:xfrm>
            <a:custGeom>
              <a:avLst/>
              <a:gdLst/>
              <a:ahLst/>
              <a:cxnLst/>
              <a:rect l="l" t="t" r="r" b="b"/>
              <a:pathLst>
                <a:path w="811" h="811" extrusionOk="0">
                  <a:moveTo>
                    <a:pt x="406" y="310"/>
                  </a:moveTo>
                  <a:cubicBezTo>
                    <a:pt x="453" y="310"/>
                    <a:pt x="489" y="358"/>
                    <a:pt x="489" y="405"/>
                  </a:cubicBezTo>
                  <a:cubicBezTo>
                    <a:pt x="489" y="453"/>
                    <a:pt x="453" y="489"/>
                    <a:pt x="406" y="489"/>
                  </a:cubicBezTo>
                  <a:cubicBezTo>
                    <a:pt x="358" y="489"/>
                    <a:pt x="310" y="453"/>
                    <a:pt x="310" y="405"/>
                  </a:cubicBezTo>
                  <a:cubicBezTo>
                    <a:pt x="310" y="358"/>
                    <a:pt x="358" y="310"/>
                    <a:pt x="406" y="310"/>
                  </a:cubicBezTo>
                  <a:close/>
                  <a:moveTo>
                    <a:pt x="406" y="0"/>
                  </a:moveTo>
                  <a:cubicBezTo>
                    <a:pt x="179" y="0"/>
                    <a:pt x="1" y="179"/>
                    <a:pt x="1" y="405"/>
                  </a:cubicBezTo>
                  <a:cubicBezTo>
                    <a:pt x="1" y="631"/>
                    <a:pt x="179" y="810"/>
                    <a:pt x="406" y="810"/>
                  </a:cubicBezTo>
                  <a:cubicBezTo>
                    <a:pt x="632" y="810"/>
                    <a:pt x="810" y="631"/>
                    <a:pt x="810" y="405"/>
                  </a:cubicBezTo>
                  <a:cubicBezTo>
                    <a:pt x="787" y="179"/>
                    <a:pt x="608" y="0"/>
                    <a:pt x="406" y="0"/>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lumMod val="75000"/>
                    <a:lumOff val="25000"/>
                  </a:schemeClr>
                </a:solidFill>
              </a:endParaRPr>
            </a:p>
          </p:txBody>
        </p:sp>
        <p:sp>
          <p:nvSpPr>
            <p:cNvPr id="19" name="Google Shape;11914;p65">
              <a:extLst>
                <a:ext uri="{FF2B5EF4-FFF2-40B4-BE49-F238E27FC236}">
                  <a16:creationId xmlns:a16="http://schemas.microsoft.com/office/drawing/2014/main" id="{6B689C45-7304-D149-78B6-3B7C258EEFA0}"/>
                </a:ext>
              </a:extLst>
            </p:cNvPr>
            <p:cNvSpPr/>
            <p:nvPr/>
          </p:nvSpPr>
          <p:spPr>
            <a:xfrm>
              <a:off x="7249552" y="2951477"/>
              <a:ext cx="18971" cy="23077"/>
            </a:xfrm>
            <a:custGeom>
              <a:avLst/>
              <a:gdLst/>
              <a:ahLst/>
              <a:cxnLst/>
              <a:rect l="l" t="t" r="r" b="b"/>
              <a:pathLst>
                <a:path w="596" h="725" extrusionOk="0">
                  <a:moveTo>
                    <a:pt x="417" y="0"/>
                  </a:moveTo>
                  <a:cubicBezTo>
                    <a:pt x="362" y="0"/>
                    <a:pt x="307" y="32"/>
                    <a:pt x="274" y="81"/>
                  </a:cubicBezTo>
                  <a:lnTo>
                    <a:pt x="36" y="498"/>
                  </a:lnTo>
                  <a:cubicBezTo>
                    <a:pt x="1" y="570"/>
                    <a:pt x="24" y="665"/>
                    <a:pt x="96" y="700"/>
                  </a:cubicBezTo>
                  <a:cubicBezTo>
                    <a:pt x="132" y="724"/>
                    <a:pt x="143" y="724"/>
                    <a:pt x="179" y="724"/>
                  </a:cubicBezTo>
                  <a:cubicBezTo>
                    <a:pt x="239" y="724"/>
                    <a:pt x="274" y="689"/>
                    <a:pt x="310" y="641"/>
                  </a:cubicBezTo>
                  <a:lnTo>
                    <a:pt x="548" y="224"/>
                  </a:lnTo>
                  <a:cubicBezTo>
                    <a:pt x="596" y="153"/>
                    <a:pt x="560" y="69"/>
                    <a:pt x="489" y="22"/>
                  </a:cubicBezTo>
                  <a:cubicBezTo>
                    <a:pt x="466" y="7"/>
                    <a:pt x="442" y="0"/>
                    <a:pt x="417" y="0"/>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lumMod val="75000"/>
                    <a:lumOff val="25000"/>
                  </a:schemeClr>
                </a:solidFill>
              </a:endParaRPr>
            </a:p>
          </p:txBody>
        </p:sp>
        <p:sp>
          <p:nvSpPr>
            <p:cNvPr id="20" name="Google Shape;11915;p65">
              <a:extLst>
                <a:ext uri="{FF2B5EF4-FFF2-40B4-BE49-F238E27FC236}">
                  <a16:creationId xmlns:a16="http://schemas.microsoft.com/office/drawing/2014/main" id="{170835D3-7B64-7A9B-40B2-12A118B0C19A}"/>
                </a:ext>
              </a:extLst>
            </p:cNvPr>
            <p:cNvSpPr/>
            <p:nvPr/>
          </p:nvSpPr>
          <p:spPr>
            <a:xfrm>
              <a:off x="7132831" y="3153852"/>
              <a:ext cx="18589" cy="22695"/>
            </a:xfrm>
            <a:custGeom>
              <a:avLst/>
              <a:gdLst/>
              <a:ahLst/>
              <a:cxnLst/>
              <a:rect l="l" t="t" r="r" b="b"/>
              <a:pathLst>
                <a:path w="584" h="713" extrusionOk="0">
                  <a:moveTo>
                    <a:pt x="419" y="0"/>
                  </a:moveTo>
                  <a:cubicBezTo>
                    <a:pt x="368" y="0"/>
                    <a:pt x="319" y="32"/>
                    <a:pt x="286" y="81"/>
                  </a:cubicBezTo>
                  <a:lnTo>
                    <a:pt x="48" y="498"/>
                  </a:lnTo>
                  <a:cubicBezTo>
                    <a:pt x="0" y="569"/>
                    <a:pt x="36" y="665"/>
                    <a:pt x="108" y="700"/>
                  </a:cubicBezTo>
                  <a:cubicBezTo>
                    <a:pt x="131" y="712"/>
                    <a:pt x="155" y="712"/>
                    <a:pt x="179" y="712"/>
                  </a:cubicBezTo>
                  <a:cubicBezTo>
                    <a:pt x="239" y="712"/>
                    <a:pt x="286" y="689"/>
                    <a:pt x="310" y="641"/>
                  </a:cubicBezTo>
                  <a:lnTo>
                    <a:pt x="548" y="224"/>
                  </a:lnTo>
                  <a:cubicBezTo>
                    <a:pt x="584" y="153"/>
                    <a:pt x="572" y="69"/>
                    <a:pt x="489" y="22"/>
                  </a:cubicBezTo>
                  <a:cubicBezTo>
                    <a:pt x="466" y="7"/>
                    <a:pt x="443" y="0"/>
                    <a:pt x="419" y="0"/>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lumMod val="75000"/>
                    <a:lumOff val="25000"/>
                  </a:schemeClr>
                </a:solidFill>
              </a:endParaRPr>
            </a:p>
          </p:txBody>
        </p:sp>
        <p:sp>
          <p:nvSpPr>
            <p:cNvPr id="21" name="Google Shape;11916;p65">
              <a:extLst>
                <a:ext uri="{FF2B5EF4-FFF2-40B4-BE49-F238E27FC236}">
                  <a16:creationId xmlns:a16="http://schemas.microsoft.com/office/drawing/2014/main" id="{BE1D7CAA-724C-ECA2-2267-15FA5B6DC508}"/>
                </a:ext>
              </a:extLst>
            </p:cNvPr>
            <p:cNvSpPr/>
            <p:nvPr/>
          </p:nvSpPr>
          <p:spPr>
            <a:xfrm>
              <a:off x="7132449" y="2951477"/>
              <a:ext cx="18971" cy="23077"/>
            </a:xfrm>
            <a:custGeom>
              <a:avLst/>
              <a:gdLst/>
              <a:ahLst/>
              <a:cxnLst/>
              <a:rect l="l" t="t" r="r" b="b"/>
              <a:pathLst>
                <a:path w="596" h="725" extrusionOk="0">
                  <a:moveTo>
                    <a:pt x="177" y="0"/>
                  </a:moveTo>
                  <a:cubicBezTo>
                    <a:pt x="154" y="0"/>
                    <a:pt x="130" y="7"/>
                    <a:pt x="108" y="22"/>
                  </a:cubicBezTo>
                  <a:cubicBezTo>
                    <a:pt x="24" y="69"/>
                    <a:pt x="1" y="153"/>
                    <a:pt x="48" y="236"/>
                  </a:cubicBezTo>
                  <a:lnTo>
                    <a:pt x="274" y="653"/>
                  </a:lnTo>
                  <a:cubicBezTo>
                    <a:pt x="310" y="689"/>
                    <a:pt x="358" y="724"/>
                    <a:pt x="417" y="724"/>
                  </a:cubicBezTo>
                  <a:cubicBezTo>
                    <a:pt x="441" y="724"/>
                    <a:pt x="477" y="724"/>
                    <a:pt x="489" y="712"/>
                  </a:cubicBezTo>
                  <a:cubicBezTo>
                    <a:pt x="584" y="665"/>
                    <a:pt x="596" y="570"/>
                    <a:pt x="548" y="498"/>
                  </a:cubicBezTo>
                  <a:lnTo>
                    <a:pt x="310" y="81"/>
                  </a:lnTo>
                  <a:cubicBezTo>
                    <a:pt x="277" y="32"/>
                    <a:pt x="228" y="0"/>
                    <a:pt x="177" y="0"/>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lumMod val="75000"/>
                    <a:lumOff val="25000"/>
                  </a:schemeClr>
                </a:solidFill>
              </a:endParaRPr>
            </a:p>
          </p:txBody>
        </p:sp>
        <p:sp>
          <p:nvSpPr>
            <p:cNvPr id="22" name="Google Shape;11917;p65">
              <a:extLst>
                <a:ext uri="{FF2B5EF4-FFF2-40B4-BE49-F238E27FC236}">
                  <a16:creationId xmlns:a16="http://schemas.microsoft.com/office/drawing/2014/main" id="{F9BD21B7-7B7F-568A-27F3-47DBEE104EBD}"/>
                </a:ext>
              </a:extLst>
            </p:cNvPr>
            <p:cNvSpPr/>
            <p:nvPr/>
          </p:nvSpPr>
          <p:spPr>
            <a:xfrm>
              <a:off x="7249552" y="3153852"/>
              <a:ext cx="18971" cy="22695"/>
            </a:xfrm>
            <a:custGeom>
              <a:avLst/>
              <a:gdLst/>
              <a:ahLst/>
              <a:cxnLst/>
              <a:rect l="l" t="t" r="r" b="b"/>
              <a:pathLst>
                <a:path w="596" h="713" extrusionOk="0">
                  <a:moveTo>
                    <a:pt x="173" y="0"/>
                  </a:moveTo>
                  <a:cubicBezTo>
                    <a:pt x="148" y="0"/>
                    <a:pt x="122" y="7"/>
                    <a:pt x="96" y="22"/>
                  </a:cubicBezTo>
                  <a:cubicBezTo>
                    <a:pt x="24" y="69"/>
                    <a:pt x="1" y="153"/>
                    <a:pt x="36" y="224"/>
                  </a:cubicBezTo>
                  <a:lnTo>
                    <a:pt x="274" y="641"/>
                  </a:lnTo>
                  <a:cubicBezTo>
                    <a:pt x="310" y="689"/>
                    <a:pt x="358" y="712"/>
                    <a:pt x="417" y="712"/>
                  </a:cubicBezTo>
                  <a:cubicBezTo>
                    <a:pt x="441" y="712"/>
                    <a:pt x="477" y="712"/>
                    <a:pt x="489" y="700"/>
                  </a:cubicBezTo>
                  <a:cubicBezTo>
                    <a:pt x="560" y="665"/>
                    <a:pt x="596" y="569"/>
                    <a:pt x="548" y="498"/>
                  </a:cubicBezTo>
                  <a:lnTo>
                    <a:pt x="310" y="81"/>
                  </a:lnTo>
                  <a:cubicBezTo>
                    <a:pt x="277" y="32"/>
                    <a:pt x="228" y="0"/>
                    <a:pt x="173" y="0"/>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lumMod val="75000"/>
                    <a:lumOff val="25000"/>
                  </a:schemeClr>
                </a:solidFill>
              </a:endParaRPr>
            </a:p>
          </p:txBody>
        </p:sp>
        <p:sp>
          <p:nvSpPr>
            <p:cNvPr id="23" name="Google Shape;11918;p65">
              <a:extLst>
                <a:ext uri="{FF2B5EF4-FFF2-40B4-BE49-F238E27FC236}">
                  <a16:creationId xmlns:a16="http://schemas.microsoft.com/office/drawing/2014/main" id="{3DEAB7E1-E9CA-8463-2CBC-E7905A7F7743}"/>
                </a:ext>
              </a:extLst>
            </p:cNvPr>
            <p:cNvSpPr/>
            <p:nvPr/>
          </p:nvSpPr>
          <p:spPr>
            <a:xfrm>
              <a:off x="7289721" y="3113969"/>
              <a:ext cx="24286" cy="17093"/>
            </a:xfrm>
            <a:custGeom>
              <a:avLst/>
              <a:gdLst/>
              <a:ahLst/>
              <a:cxnLst/>
              <a:rect l="l" t="t" r="r" b="b"/>
              <a:pathLst>
                <a:path w="763" h="537" extrusionOk="0">
                  <a:moveTo>
                    <a:pt x="172" y="0"/>
                  </a:moveTo>
                  <a:cubicBezTo>
                    <a:pt x="121" y="0"/>
                    <a:pt x="72" y="29"/>
                    <a:pt x="48" y="84"/>
                  </a:cubicBezTo>
                  <a:cubicBezTo>
                    <a:pt x="1" y="156"/>
                    <a:pt x="24" y="239"/>
                    <a:pt x="108" y="287"/>
                  </a:cubicBezTo>
                  <a:lnTo>
                    <a:pt x="524" y="525"/>
                  </a:lnTo>
                  <a:cubicBezTo>
                    <a:pt x="548" y="537"/>
                    <a:pt x="560" y="537"/>
                    <a:pt x="596" y="537"/>
                  </a:cubicBezTo>
                  <a:cubicBezTo>
                    <a:pt x="655" y="537"/>
                    <a:pt x="703" y="513"/>
                    <a:pt x="727" y="465"/>
                  </a:cubicBezTo>
                  <a:cubicBezTo>
                    <a:pt x="763" y="394"/>
                    <a:pt x="739" y="310"/>
                    <a:pt x="667" y="263"/>
                  </a:cubicBezTo>
                  <a:lnTo>
                    <a:pt x="251" y="25"/>
                  </a:lnTo>
                  <a:cubicBezTo>
                    <a:pt x="226" y="8"/>
                    <a:pt x="199" y="0"/>
                    <a:pt x="172" y="0"/>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lumMod val="75000"/>
                    <a:lumOff val="25000"/>
                  </a:schemeClr>
                </a:solidFill>
              </a:endParaRPr>
            </a:p>
          </p:txBody>
        </p:sp>
        <p:sp>
          <p:nvSpPr>
            <p:cNvPr id="24" name="Google Shape;11919;p65">
              <a:extLst>
                <a:ext uri="{FF2B5EF4-FFF2-40B4-BE49-F238E27FC236}">
                  <a16:creationId xmlns:a16="http://schemas.microsoft.com/office/drawing/2014/main" id="{ED6E8167-7403-A954-49CA-0F5CB6971586}"/>
                </a:ext>
              </a:extLst>
            </p:cNvPr>
            <p:cNvSpPr/>
            <p:nvPr/>
          </p:nvSpPr>
          <p:spPr>
            <a:xfrm>
              <a:off x="7086964" y="2996931"/>
              <a:ext cx="24668" cy="17411"/>
            </a:xfrm>
            <a:custGeom>
              <a:avLst/>
              <a:gdLst/>
              <a:ahLst/>
              <a:cxnLst/>
              <a:rect l="l" t="t" r="r" b="b"/>
              <a:pathLst>
                <a:path w="775" h="547" extrusionOk="0">
                  <a:moveTo>
                    <a:pt x="179" y="1"/>
                  </a:moveTo>
                  <a:cubicBezTo>
                    <a:pt x="125" y="1"/>
                    <a:pt x="73" y="33"/>
                    <a:pt x="48" y="82"/>
                  </a:cubicBezTo>
                  <a:cubicBezTo>
                    <a:pt x="1" y="154"/>
                    <a:pt x="25" y="249"/>
                    <a:pt x="108" y="285"/>
                  </a:cubicBezTo>
                  <a:lnTo>
                    <a:pt x="525" y="535"/>
                  </a:lnTo>
                  <a:cubicBezTo>
                    <a:pt x="548" y="546"/>
                    <a:pt x="560" y="546"/>
                    <a:pt x="596" y="546"/>
                  </a:cubicBezTo>
                  <a:cubicBezTo>
                    <a:pt x="656" y="546"/>
                    <a:pt x="703" y="511"/>
                    <a:pt x="727" y="475"/>
                  </a:cubicBezTo>
                  <a:cubicBezTo>
                    <a:pt x="775" y="415"/>
                    <a:pt x="739" y="308"/>
                    <a:pt x="668" y="261"/>
                  </a:cubicBezTo>
                  <a:lnTo>
                    <a:pt x="251" y="23"/>
                  </a:lnTo>
                  <a:cubicBezTo>
                    <a:pt x="228" y="8"/>
                    <a:pt x="204" y="1"/>
                    <a:pt x="179" y="1"/>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lumMod val="75000"/>
                    <a:lumOff val="25000"/>
                  </a:schemeClr>
                </a:solidFill>
              </a:endParaRPr>
            </a:p>
          </p:txBody>
        </p:sp>
        <p:sp>
          <p:nvSpPr>
            <p:cNvPr id="25" name="Google Shape;11920;p65">
              <a:extLst>
                <a:ext uri="{FF2B5EF4-FFF2-40B4-BE49-F238E27FC236}">
                  <a16:creationId xmlns:a16="http://schemas.microsoft.com/office/drawing/2014/main" id="{98078045-3BE2-ED57-17D5-3C81A9ABCDAB}"/>
                </a:ext>
              </a:extLst>
            </p:cNvPr>
            <p:cNvSpPr/>
            <p:nvPr/>
          </p:nvSpPr>
          <p:spPr>
            <a:xfrm>
              <a:off x="7289339" y="2996931"/>
              <a:ext cx="24668" cy="17411"/>
            </a:xfrm>
            <a:custGeom>
              <a:avLst/>
              <a:gdLst/>
              <a:ahLst/>
              <a:cxnLst/>
              <a:rect l="l" t="t" r="r" b="b"/>
              <a:pathLst>
                <a:path w="775" h="547" extrusionOk="0">
                  <a:moveTo>
                    <a:pt x="590" y="1"/>
                  </a:moveTo>
                  <a:cubicBezTo>
                    <a:pt x="565" y="1"/>
                    <a:pt x="539" y="8"/>
                    <a:pt x="513" y="23"/>
                  </a:cubicBezTo>
                  <a:lnTo>
                    <a:pt x="96" y="261"/>
                  </a:lnTo>
                  <a:cubicBezTo>
                    <a:pt x="25" y="308"/>
                    <a:pt x="1" y="392"/>
                    <a:pt x="36" y="475"/>
                  </a:cubicBezTo>
                  <a:cubicBezTo>
                    <a:pt x="72" y="511"/>
                    <a:pt x="108" y="546"/>
                    <a:pt x="179" y="546"/>
                  </a:cubicBezTo>
                  <a:cubicBezTo>
                    <a:pt x="203" y="546"/>
                    <a:pt x="239" y="546"/>
                    <a:pt x="251" y="535"/>
                  </a:cubicBezTo>
                  <a:lnTo>
                    <a:pt x="667" y="285"/>
                  </a:lnTo>
                  <a:cubicBezTo>
                    <a:pt x="751" y="249"/>
                    <a:pt x="775" y="154"/>
                    <a:pt x="727" y="82"/>
                  </a:cubicBezTo>
                  <a:cubicBezTo>
                    <a:pt x="694" y="33"/>
                    <a:pt x="645" y="1"/>
                    <a:pt x="590" y="1"/>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lumMod val="75000"/>
                    <a:lumOff val="25000"/>
                  </a:schemeClr>
                </a:solidFill>
              </a:endParaRPr>
            </a:p>
          </p:txBody>
        </p:sp>
        <p:sp>
          <p:nvSpPr>
            <p:cNvPr id="26" name="Google Shape;11921;p65">
              <a:extLst>
                <a:ext uri="{FF2B5EF4-FFF2-40B4-BE49-F238E27FC236}">
                  <a16:creationId xmlns:a16="http://schemas.microsoft.com/office/drawing/2014/main" id="{E3682840-EB8D-18F1-8FB7-40E0592D0D04}"/>
                </a:ext>
              </a:extLst>
            </p:cNvPr>
            <p:cNvSpPr/>
            <p:nvPr/>
          </p:nvSpPr>
          <p:spPr>
            <a:xfrm>
              <a:off x="7086964" y="3113587"/>
              <a:ext cx="24668" cy="17093"/>
            </a:xfrm>
            <a:custGeom>
              <a:avLst/>
              <a:gdLst/>
              <a:ahLst/>
              <a:cxnLst/>
              <a:rect l="l" t="t" r="r" b="b"/>
              <a:pathLst>
                <a:path w="775" h="537" extrusionOk="0">
                  <a:moveTo>
                    <a:pt x="597" y="0"/>
                  </a:moveTo>
                  <a:cubicBezTo>
                    <a:pt x="570" y="0"/>
                    <a:pt x="541" y="8"/>
                    <a:pt x="513" y="25"/>
                  </a:cubicBezTo>
                  <a:lnTo>
                    <a:pt x="108" y="263"/>
                  </a:lnTo>
                  <a:cubicBezTo>
                    <a:pt x="25" y="299"/>
                    <a:pt x="1" y="394"/>
                    <a:pt x="36" y="465"/>
                  </a:cubicBezTo>
                  <a:cubicBezTo>
                    <a:pt x="72" y="513"/>
                    <a:pt x="120" y="537"/>
                    <a:pt x="179" y="537"/>
                  </a:cubicBezTo>
                  <a:cubicBezTo>
                    <a:pt x="203" y="537"/>
                    <a:pt x="239" y="537"/>
                    <a:pt x="251" y="525"/>
                  </a:cubicBezTo>
                  <a:lnTo>
                    <a:pt x="668" y="287"/>
                  </a:lnTo>
                  <a:cubicBezTo>
                    <a:pt x="739" y="263"/>
                    <a:pt x="775" y="156"/>
                    <a:pt x="727" y="84"/>
                  </a:cubicBezTo>
                  <a:cubicBezTo>
                    <a:pt x="696" y="29"/>
                    <a:pt x="649" y="0"/>
                    <a:pt x="597" y="0"/>
                  </a:cubicBezTo>
                  <a:close/>
                </a:path>
              </a:pathLst>
            </a:custGeom>
            <a:grpFill/>
            <a:ln>
              <a:noFill/>
            </a:ln>
          </p:spPr>
          <p:txBody>
            <a:bodyPr spcFirstLastPara="1" wrap="square" lIns="121900" tIns="121900" rIns="121900" bIns="121900" anchor="ctr" anchorCtr="0">
              <a:noAutofit/>
            </a:bodyPr>
            <a:lstStyle/>
            <a:p>
              <a:endParaRPr lang="pt-PT" sz="1867" noProof="0">
                <a:solidFill>
                  <a:schemeClr val="tx1">
                    <a:lumMod val="75000"/>
                    <a:lumOff val="25000"/>
                  </a:schemeClr>
                </a:solidFill>
              </a:endParaRPr>
            </a:p>
          </p:txBody>
        </p:sp>
      </p:grpSp>
    </p:spTree>
    <p:extLst>
      <p:ext uri="{BB962C8B-B14F-4D97-AF65-F5344CB8AC3E}">
        <p14:creationId xmlns:p14="http://schemas.microsoft.com/office/powerpoint/2010/main" val="2626515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2F80F-5E25-C403-B9FA-D87FF5651EAD}"/>
              </a:ext>
            </a:extLst>
          </p:cNvPr>
          <p:cNvSpPr>
            <a:spLocks noGrp="1"/>
          </p:cNvSpPr>
          <p:nvPr>
            <p:ph type="title"/>
          </p:nvPr>
        </p:nvSpPr>
        <p:spPr/>
        <p:txBody>
          <a:bodyPr/>
          <a:lstStyle/>
          <a:p>
            <a:r>
              <a:rPr lang="pt-PT" noProof="0"/>
              <a:t>Validação da Regressão</a:t>
            </a:r>
            <a:br>
              <a:rPr lang="pt-PT" noProof="0"/>
            </a:br>
            <a:endParaRPr lang="pt-PT" noProof="0"/>
          </a:p>
        </p:txBody>
      </p:sp>
      <p:sp>
        <p:nvSpPr>
          <p:cNvPr id="3" name="Text Placeholder 2">
            <a:extLst>
              <a:ext uri="{FF2B5EF4-FFF2-40B4-BE49-F238E27FC236}">
                <a16:creationId xmlns:a16="http://schemas.microsoft.com/office/drawing/2014/main" id="{A40BB257-D661-DF86-D91D-AABAC2F933BB}"/>
              </a:ext>
            </a:extLst>
          </p:cNvPr>
          <p:cNvSpPr>
            <a:spLocks noGrp="1"/>
          </p:cNvSpPr>
          <p:nvPr>
            <p:ph type="body" idx="1"/>
          </p:nvPr>
        </p:nvSpPr>
        <p:spPr>
          <a:xfrm>
            <a:off x="960000" y="1233563"/>
            <a:ext cx="10272000" cy="908226"/>
          </a:xfrm>
        </p:spPr>
        <p:txBody>
          <a:bodyPr/>
          <a:lstStyle/>
          <a:p>
            <a:pPr marL="203195" indent="0">
              <a:spcBef>
                <a:spcPts val="600"/>
              </a:spcBef>
              <a:buNone/>
            </a:pPr>
            <a:r>
              <a:rPr lang="pt-PT" sz="1800" b="1" noProof="0"/>
              <a:t>NeuralNet:</a:t>
            </a:r>
            <a:r>
              <a:rPr lang="pt-PT" sz="1600" b="1" noProof="0"/>
              <a:t>	</a:t>
            </a:r>
            <a:r>
              <a:rPr lang="pt-PT" sz="1600" b="1" noProof="0">
                <a:solidFill>
                  <a:srgbClr val="00B050"/>
                </a:solidFill>
              </a:rPr>
              <a:t>Treino adequado </a:t>
            </a:r>
            <a:r>
              <a:rPr lang="en-GB" sz="1600"/>
              <a:t>curvas </a:t>
            </a:r>
            <a:r>
              <a:rPr lang="en-GB" sz="1600" err="1"/>
              <a:t>convergem</a:t>
            </a:r>
            <a:r>
              <a:rPr lang="en-GB" sz="1600"/>
              <a:t> e gap </a:t>
            </a:r>
            <a:r>
              <a:rPr lang="en-GB" sz="1600" err="1"/>
              <a:t>reduzido</a:t>
            </a:r>
            <a:endParaRPr lang="pt-PT" sz="1800" b="1" noProof="0">
              <a:solidFill>
                <a:srgbClr val="00B050"/>
              </a:solidFill>
            </a:endParaRPr>
          </a:p>
          <a:p>
            <a:pPr marL="203195" indent="0">
              <a:spcBef>
                <a:spcPts val="600"/>
              </a:spcBef>
              <a:buNone/>
            </a:pPr>
            <a:r>
              <a:rPr lang="pt-PT" sz="1800" b="1" noProof="0"/>
              <a:t>Árvore:	</a:t>
            </a:r>
            <a:r>
              <a:rPr lang="pt-PT" sz="1600" b="1" noProof="0"/>
              <a:t>	</a:t>
            </a:r>
            <a:r>
              <a:rPr lang="pt-PT" sz="1600" b="1"/>
              <a:t> </a:t>
            </a:r>
            <a:r>
              <a:rPr lang="pt-PT" sz="1600" b="1">
                <a:solidFill>
                  <a:srgbClr val="00B050"/>
                </a:solidFill>
              </a:rPr>
              <a:t>Treino adequado </a:t>
            </a:r>
            <a:r>
              <a:rPr lang="en-GB" sz="1600"/>
              <a:t>curvas </a:t>
            </a:r>
            <a:r>
              <a:rPr lang="en-GB" sz="1600" err="1"/>
              <a:t>convergem</a:t>
            </a:r>
            <a:r>
              <a:rPr lang="en-GB" sz="1600"/>
              <a:t> e gap </a:t>
            </a:r>
            <a:r>
              <a:rPr lang="en-GB" sz="1600" err="1"/>
              <a:t>reduzido</a:t>
            </a:r>
            <a:endParaRPr lang="pt-PT" sz="1800" b="1">
              <a:solidFill>
                <a:srgbClr val="00B050"/>
              </a:solidFill>
            </a:endParaRPr>
          </a:p>
          <a:p>
            <a:pPr marL="203195" indent="0">
              <a:spcBef>
                <a:spcPts val="600"/>
              </a:spcBef>
              <a:buNone/>
            </a:pPr>
            <a:endParaRPr lang="pt-PT" sz="1600" i="1" noProof="0">
              <a:solidFill>
                <a:srgbClr val="00B050"/>
              </a:solidFill>
            </a:endParaRPr>
          </a:p>
        </p:txBody>
      </p:sp>
      <p:pic>
        <p:nvPicPr>
          <p:cNvPr id="6" name="Picture 5">
            <a:extLst>
              <a:ext uri="{FF2B5EF4-FFF2-40B4-BE49-F238E27FC236}">
                <a16:creationId xmlns:a16="http://schemas.microsoft.com/office/drawing/2014/main" id="{A23F07E2-C475-F760-BEF9-0849AE0369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60000" y="2444695"/>
            <a:ext cx="10272000" cy="365801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227601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F917D82-6CEA-9865-CBEA-CC078526D08A}"/>
              </a:ext>
            </a:extLst>
          </p:cNvPr>
          <p:cNvSpPr>
            <a:spLocks noGrp="1"/>
          </p:cNvSpPr>
          <p:nvPr>
            <p:ph type="title"/>
          </p:nvPr>
        </p:nvSpPr>
        <p:spPr>
          <a:xfrm>
            <a:off x="950966" y="2386722"/>
            <a:ext cx="9032277" cy="2619200"/>
          </a:xfrm>
        </p:spPr>
        <p:txBody>
          <a:bodyPr wrap="square" anchor="ctr">
            <a:noAutofit/>
          </a:bodyPr>
          <a:lstStyle/>
          <a:p>
            <a:r>
              <a:rPr lang="en-GB" sz="3600" err="1"/>
              <a:t>Melhor</a:t>
            </a:r>
            <a:r>
              <a:rPr lang="en-GB" sz="3600"/>
              <a:t> </a:t>
            </a:r>
            <a:r>
              <a:rPr lang="en-GB" sz="3600" err="1"/>
              <a:t>modelo</a:t>
            </a:r>
            <a:r>
              <a:rPr lang="en-GB" sz="3600"/>
              <a:t>:</a:t>
            </a:r>
            <a:r>
              <a:rPr lang="en-GB" sz="3600" b="0"/>
              <a:t> Rede neuronal</a:t>
            </a:r>
            <a:br>
              <a:rPr lang="en-GB" sz="3600" b="0"/>
            </a:br>
            <a:r>
              <a:rPr lang="en-GB" sz="2000" b="0"/>
              <a:t>A </a:t>
            </a:r>
            <a:r>
              <a:rPr lang="en-GB" sz="2000" b="0" err="1"/>
              <a:t>diferença</a:t>
            </a:r>
            <a:r>
              <a:rPr lang="en-GB" sz="2000" b="0"/>
              <a:t> é </a:t>
            </a:r>
            <a:r>
              <a:rPr lang="en-GB" sz="2000" b="0" err="1"/>
              <a:t>estatisticamente</a:t>
            </a:r>
            <a:r>
              <a:rPr lang="en-GB" sz="2000" b="0"/>
              <a:t> </a:t>
            </a:r>
            <a:r>
              <a:rPr lang="en-GB" sz="2000" b="0" err="1"/>
              <a:t>significativa</a:t>
            </a:r>
            <a:r>
              <a:rPr lang="en-GB" sz="2000" b="0"/>
              <a:t> (p=0.0141 &lt; 0.05).</a:t>
            </a:r>
            <a:br>
              <a:rPr lang="en-GB" sz="3600"/>
            </a:br>
            <a:endParaRPr lang="pt-PT" sz="3600"/>
          </a:p>
        </p:txBody>
      </p:sp>
    </p:spTree>
    <p:extLst>
      <p:ext uri="{BB962C8B-B14F-4D97-AF65-F5344CB8AC3E}">
        <p14:creationId xmlns:p14="http://schemas.microsoft.com/office/powerpoint/2010/main" val="1433442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351593C5-E5E3-42E2-D2BA-3C69F5F54F7D}"/>
            </a:ext>
          </a:extLst>
        </p:cNvPr>
        <p:cNvGrpSpPr/>
        <p:nvPr/>
      </p:nvGrpSpPr>
      <p:grpSpPr>
        <a:xfrm>
          <a:off x="0" y="0"/>
          <a:ext cx="0" cy="0"/>
          <a:chOff x="0" y="0"/>
          <a:chExt cx="0" cy="0"/>
        </a:xfrm>
      </p:grpSpPr>
      <p:sp>
        <p:nvSpPr>
          <p:cNvPr id="321" name="Google Shape;321;p31">
            <a:extLst>
              <a:ext uri="{FF2B5EF4-FFF2-40B4-BE49-F238E27FC236}">
                <a16:creationId xmlns:a16="http://schemas.microsoft.com/office/drawing/2014/main" id="{E647E702-657A-29DC-731E-060095B611E6}"/>
              </a:ext>
            </a:extLst>
          </p:cNvPr>
          <p:cNvSpPr txBox="1">
            <a:spLocks noGrp="1"/>
          </p:cNvSpPr>
          <p:nvPr>
            <p:ph type="title"/>
          </p:nvPr>
        </p:nvSpPr>
        <p:spPr>
          <a:xfrm>
            <a:off x="5510533" y="3211267"/>
            <a:ext cx="6475028" cy="2139600"/>
          </a:xfrm>
          <a:prstGeom prst="rect">
            <a:avLst/>
          </a:prstGeom>
        </p:spPr>
        <p:txBody>
          <a:bodyPr spcFirstLastPara="1" wrap="square" lIns="121900" tIns="121900" rIns="121900" bIns="121900" anchor="b" anchorCtr="0">
            <a:noAutofit/>
          </a:bodyPr>
          <a:lstStyle/>
          <a:p>
            <a:r>
              <a:rPr lang="pt-PT" sz="6650"/>
              <a:t>CLASSIFICAÇÃO</a:t>
            </a:r>
            <a:endParaRPr lang="en-US"/>
          </a:p>
        </p:txBody>
      </p:sp>
      <p:sp>
        <p:nvSpPr>
          <p:cNvPr id="322" name="Google Shape;322;p31">
            <a:extLst>
              <a:ext uri="{FF2B5EF4-FFF2-40B4-BE49-F238E27FC236}">
                <a16:creationId xmlns:a16="http://schemas.microsoft.com/office/drawing/2014/main" id="{51B64B76-882A-7537-3FE0-E56C3D4E75CC}"/>
              </a:ext>
            </a:extLst>
          </p:cNvPr>
          <p:cNvSpPr txBox="1">
            <a:spLocks noGrp="1"/>
          </p:cNvSpPr>
          <p:nvPr>
            <p:ph type="title" idx="2"/>
          </p:nvPr>
        </p:nvSpPr>
        <p:spPr>
          <a:xfrm>
            <a:off x="5510533" y="1714567"/>
            <a:ext cx="1934400" cy="1399200"/>
          </a:xfrm>
          <a:prstGeom prst="rect">
            <a:avLst/>
          </a:prstGeom>
        </p:spPr>
        <p:txBody>
          <a:bodyPr spcFirstLastPara="1" wrap="square" lIns="121900" tIns="121900" rIns="121900" bIns="121900" anchor="b" anchorCtr="0">
            <a:noAutofit/>
          </a:bodyPr>
          <a:lstStyle/>
          <a:p>
            <a:r>
              <a:rPr lang="pt-PT"/>
              <a:t>03</a:t>
            </a:r>
            <a:endParaRPr lang="pt-PT" noProof="0"/>
          </a:p>
        </p:txBody>
      </p:sp>
      <p:pic>
        <p:nvPicPr>
          <p:cNvPr id="323" name="Google Shape;323;p31">
            <a:extLst>
              <a:ext uri="{FF2B5EF4-FFF2-40B4-BE49-F238E27FC236}">
                <a16:creationId xmlns:a16="http://schemas.microsoft.com/office/drawing/2014/main" id="{50A7769A-5314-0799-7A1A-1C47373684B4}"/>
              </a:ext>
            </a:extLst>
          </p:cNvPr>
          <p:cNvPicPr preferRelativeResize="0"/>
          <p:nvPr/>
        </p:nvPicPr>
        <p:blipFill>
          <a:blip r:embed="rId3">
            <a:alphaModFix amt="21000"/>
          </a:blip>
          <a:stretch>
            <a:fillRect/>
          </a:stretch>
        </p:blipFill>
        <p:spPr>
          <a:xfrm flipH="1">
            <a:off x="-710470" y="-5"/>
            <a:ext cx="6366801" cy="3385461"/>
          </a:xfrm>
          <a:prstGeom prst="rect">
            <a:avLst/>
          </a:prstGeom>
          <a:noFill/>
          <a:ln>
            <a:noFill/>
          </a:ln>
        </p:spPr>
      </p:pic>
      <p:grpSp>
        <p:nvGrpSpPr>
          <p:cNvPr id="324" name="Google Shape;324;p31">
            <a:extLst>
              <a:ext uri="{FF2B5EF4-FFF2-40B4-BE49-F238E27FC236}">
                <a16:creationId xmlns:a16="http://schemas.microsoft.com/office/drawing/2014/main" id="{3F8F2F9A-C612-9A04-179B-C0004BF95C36}"/>
              </a:ext>
            </a:extLst>
          </p:cNvPr>
          <p:cNvGrpSpPr/>
          <p:nvPr/>
        </p:nvGrpSpPr>
        <p:grpSpPr>
          <a:xfrm flipH="1">
            <a:off x="-1219459" y="607498"/>
            <a:ext cx="7084491" cy="6861268"/>
            <a:chOff x="4326600" y="455623"/>
            <a:chExt cx="5313368" cy="5145951"/>
          </a:xfrm>
        </p:grpSpPr>
        <p:sp>
          <p:nvSpPr>
            <p:cNvPr id="325" name="Google Shape;325;p31">
              <a:extLst>
                <a:ext uri="{FF2B5EF4-FFF2-40B4-BE49-F238E27FC236}">
                  <a16:creationId xmlns:a16="http://schemas.microsoft.com/office/drawing/2014/main" id="{7D2C4669-5765-A26E-F49D-A7551A0EB977}"/>
                </a:ext>
              </a:extLst>
            </p:cNvPr>
            <p:cNvSpPr/>
            <p:nvPr/>
          </p:nvSpPr>
          <p:spPr>
            <a:xfrm>
              <a:off x="4326600" y="45562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sp>
          <p:nvSpPr>
            <p:cNvPr id="326" name="Google Shape;326;p31">
              <a:extLst>
                <a:ext uri="{FF2B5EF4-FFF2-40B4-BE49-F238E27FC236}">
                  <a16:creationId xmlns:a16="http://schemas.microsoft.com/office/drawing/2014/main" id="{CC7F7095-F20B-964A-E3B1-F35D866EDFD1}"/>
                </a:ext>
              </a:extLst>
            </p:cNvPr>
            <p:cNvSpPr/>
            <p:nvPr/>
          </p:nvSpPr>
          <p:spPr>
            <a:xfrm>
              <a:off x="4368901" y="76764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sp>
          <p:nvSpPr>
            <p:cNvPr id="327" name="Google Shape;327;p31">
              <a:extLst>
                <a:ext uri="{FF2B5EF4-FFF2-40B4-BE49-F238E27FC236}">
                  <a16:creationId xmlns:a16="http://schemas.microsoft.com/office/drawing/2014/main" id="{EFE7202A-ED7B-E790-148D-1691405243E9}"/>
                </a:ext>
              </a:extLst>
            </p:cNvPr>
            <p:cNvSpPr/>
            <p:nvPr/>
          </p:nvSpPr>
          <p:spPr>
            <a:xfrm>
              <a:off x="4368899" y="45562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grpSp>
      <p:pic>
        <p:nvPicPr>
          <p:cNvPr id="328" name="Google Shape;328;p31">
            <a:extLst>
              <a:ext uri="{FF2B5EF4-FFF2-40B4-BE49-F238E27FC236}">
                <a16:creationId xmlns:a16="http://schemas.microsoft.com/office/drawing/2014/main" id="{DA329CAF-A922-A3C6-72CB-7DAA1E328F3F}"/>
              </a:ext>
            </a:extLst>
          </p:cNvPr>
          <p:cNvPicPr preferRelativeResize="0"/>
          <p:nvPr/>
        </p:nvPicPr>
        <p:blipFill>
          <a:blip r:embed="rId4">
            <a:alphaModFix amt="79000"/>
          </a:blip>
          <a:stretch>
            <a:fillRect/>
          </a:stretch>
        </p:blipFill>
        <p:spPr>
          <a:xfrm flipH="1">
            <a:off x="17567" y="-1758337"/>
            <a:ext cx="3125799" cy="3128340"/>
          </a:xfrm>
          <a:prstGeom prst="rect">
            <a:avLst/>
          </a:prstGeom>
          <a:noFill/>
          <a:ln>
            <a:noFill/>
          </a:ln>
        </p:spPr>
      </p:pic>
      <p:pic>
        <p:nvPicPr>
          <p:cNvPr id="329" name="Google Shape;329;p31">
            <a:extLst>
              <a:ext uri="{FF2B5EF4-FFF2-40B4-BE49-F238E27FC236}">
                <a16:creationId xmlns:a16="http://schemas.microsoft.com/office/drawing/2014/main" id="{24B3E980-8949-1CA1-3891-FF0E23817D68}"/>
              </a:ext>
            </a:extLst>
          </p:cNvPr>
          <p:cNvPicPr preferRelativeResize="0"/>
          <p:nvPr/>
        </p:nvPicPr>
        <p:blipFill>
          <a:blip r:embed="rId4">
            <a:alphaModFix amt="79000"/>
          </a:blip>
          <a:stretch>
            <a:fillRect/>
          </a:stretch>
        </p:blipFill>
        <p:spPr>
          <a:xfrm flipH="1">
            <a:off x="-2151500" y="3113197"/>
            <a:ext cx="3125799" cy="3128340"/>
          </a:xfrm>
          <a:prstGeom prst="rect">
            <a:avLst/>
          </a:prstGeom>
          <a:noFill/>
          <a:ln>
            <a:noFill/>
          </a:ln>
        </p:spPr>
      </p:pic>
      <p:pic>
        <p:nvPicPr>
          <p:cNvPr id="330" name="Google Shape;330;p31">
            <a:extLst>
              <a:ext uri="{FF2B5EF4-FFF2-40B4-BE49-F238E27FC236}">
                <a16:creationId xmlns:a16="http://schemas.microsoft.com/office/drawing/2014/main" id="{9BD46076-5990-09A4-56E5-0E4ED687B6A2}"/>
              </a:ext>
            </a:extLst>
          </p:cNvPr>
          <p:cNvPicPr preferRelativeResize="0"/>
          <p:nvPr/>
        </p:nvPicPr>
        <p:blipFill>
          <a:blip r:embed="rId4">
            <a:alphaModFix amt="79000"/>
          </a:blip>
          <a:stretch>
            <a:fillRect/>
          </a:stretch>
        </p:blipFill>
        <p:spPr>
          <a:xfrm flipH="1">
            <a:off x="-1015266" y="5754797"/>
            <a:ext cx="3125799" cy="3128340"/>
          </a:xfrm>
          <a:prstGeom prst="rect">
            <a:avLst/>
          </a:prstGeom>
          <a:noFill/>
          <a:ln>
            <a:noFill/>
          </a:ln>
        </p:spPr>
      </p:pic>
      <p:grpSp>
        <p:nvGrpSpPr>
          <p:cNvPr id="331" name="Google Shape;331;p31">
            <a:extLst>
              <a:ext uri="{FF2B5EF4-FFF2-40B4-BE49-F238E27FC236}">
                <a16:creationId xmlns:a16="http://schemas.microsoft.com/office/drawing/2014/main" id="{C979C41E-8C7C-144D-875A-6ACB7D3FC080}"/>
              </a:ext>
            </a:extLst>
          </p:cNvPr>
          <p:cNvGrpSpPr/>
          <p:nvPr/>
        </p:nvGrpSpPr>
        <p:grpSpPr>
          <a:xfrm>
            <a:off x="1105617" y="4269834"/>
            <a:ext cx="2864284" cy="3514332"/>
            <a:chOff x="5119300" y="3450025"/>
            <a:chExt cx="2148213" cy="2635749"/>
          </a:xfrm>
        </p:grpSpPr>
        <p:pic>
          <p:nvPicPr>
            <p:cNvPr id="332" name="Google Shape;332;p31">
              <a:extLst>
                <a:ext uri="{FF2B5EF4-FFF2-40B4-BE49-F238E27FC236}">
                  <a16:creationId xmlns:a16="http://schemas.microsoft.com/office/drawing/2014/main" id="{A05F87FB-44B8-BB8F-2C19-039B01B7B196}"/>
                </a:ext>
              </a:extLst>
            </p:cNvPr>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33" name="Google Shape;333;p31">
              <a:extLst>
                <a:ext uri="{FF2B5EF4-FFF2-40B4-BE49-F238E27FC236}">
                  <a16:creationId xmlns:a16="http://schemas.microsoft.com/office/drawing/2014/main" id="{94BC701F-1881-DF99-2871-7DB828D072A3}"/>
                </a:ext>
              </a:extLst>
            </p:cNvPr>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334" name="Google Shape;334;p31">
            <a:extLst>
              <a:ext uri="{FF2B5EF4-FFF2-40B4-BE49-F238E27FC236}">
                <a16:creationId xmlns:a16="http://schemas.microsoft.com/office/drawing/2014/main" id="{CF3C553A-669D-A132-48A3-13620C9C465C}"/>
              </a:ext>
            </a:extLst>
          </p:cNvPr>
          <p:cNvGrpSpPr/>
          <p:nvPr/>
        </p:nvGrpSpPr>
        <p:grpSpPr>
          <a:xfrm>
            <a:off x="950983" y="-629299"/>
            <a:ext cx="2864284" cy="3514332"/>
            <a:chOff x="5119300" y="3450025"/>
            <a:chExt cx="2148213" cy="2635749"/>
          </a:xfrm>
        </p:grpSpPr>
        <p:pic>
          <p:nvPicPr>
            <p:cNvPr id="335" name="Google Shape;335;p31">
              <a:extLst>
                <a:ext uri="{FF2B5EF4-FFF2-40B4-BE49-F238E27FC236}">
                  <a16:creationId xmlns:a16="http://schemas.microsoft.com/office/drawing/2014/main" id="{A367994B-E760-CDCF-7117-B4C4BFEAA23D}"/>
                </a:ext>
              </a:extLst>
            </p:cNvPr>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36" name="Google Shape;336;p31">
              <a:extLst>
                <a:ext uri="{FF2B5EF4-FFF2-40B4-BE49-F238E27FC236}">
                  <a16:creationId xmlns:a16="http://schemas.microsoft.com/office/drawing/2014/main" id="{9861F989-CC96-B7C4-FC71-54333F147130}"/>
                </a:ext>
              </a:extLst>
            </p:cNvPr>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337" name="Google Shape;337;p31">
            <a:extLst>
              <a:ext uri="{FF2B5EF4-FFF2-40B4-BE49-F238E27FC236}">
                <a16:creationId xmlns:a16="http://schemas.microsoft.com/office/drawing/2014/main" id="{ECF6732A-DFC6-6ACD-B70B-82BD34E1E8B4}"/>
              </a:ext>
            </a:extLst>
          </p:cNvPr>
          <p:cNvGrpSpPr/>
          <p:nvPr/>
        </p:nvGrpSpPr>
        <p:grpSpPr>
          <a:xfrm>
            <a:off x="8838250" y="-1694266"/>
            <a:ext cx="2864284" cy="3514332"/>
            <a:chOff x="5119300" y="3450025"/>
            <a:chExt cx="2148213" cy="2635749"/>
          </a:xfrm>
        </p:grpSpPr>
        <p:pic>
          <p:nvPicPr>
            <p:cNvPr id="338" name="Google Shape;338;p31">
              <a:extLst>
                <a:ext uri="{FF2B5EF4-FFF2-40B4-BE49-F238E27FC236}">
                  <a16:creationId xmlns:a16="http://schemas.microsoft.com/office/drawing/2014/main" id="{D1C3EC4B-06BC-C18B-11DF-5EAE9EE30076}"/>
                </a:ext>
              </a:extLst>
            </p:cNvPr>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39" name="Google Shape;339;p31">
              <a:extLst>
                <a:ext uri="{FF2B5EF4-FFF2-40B4-BE49-F238E27FC236}">
                  <a16:creationId xmlns:a16="http://schemas.microsoft.com/office/drawing/2014/main" id="{9A62356D-79C5-94FB-6ED7-73ABB7224F75}"/>
                </a:ext>
              </a:extLst>
            </p:cNvPr>
            <p:cNvPicPr preferRelativeResize="0"/>
            <p:nvPr/>
          </p:nvPicPr>
          <p:blipFill>
            <a:blip r:embed="rId5">
              <a:alphaModFix/>
            </a:blip>
            <a:stretch>
              <a:fillRect/>
            </a:stretch>
          </p:blipFill>
          <p:spPr>
            <a:xfrm>
              <a:off x="5576500" y="4392300"/>
              <a:ext cx="1691013" cy="1693474"/>
            </a:xfrm>
            <a:prstGeom prst="rect">
              <a:avLst/>
            </a:prstGeom>
            <a:noFill/>
            <a:ln>
              <a:noFill/>
            </a:ln>
          </p:spPr>
        </p:pic>
      </p:grpSp>
      <p:cxnSp>
        <p:nvCxnSpPr>
          <p:cNvPr id="340" name="Google Shape;340;p31">
            <a:extLst>
              <a:ext uri="{FF2B5EF4-FFF2-40B4-BE49-F238E27FC236}">
                <a16:creationId xmlns:a16="http://schemas.microsoft.com/office/drawing/2014/main" id="{5CC35320-0288-02D0-7280-CEC9DC7FEF51}"/>
              </a:ext>
            </a:extLst>
          </p:cNvPr>
          <p:cNvCxnSpPr/>
          <p:nvPr/>
        </p:nvCxnSpPr>
        <p:spPr>
          <a:xfrm>
            <a:off x="5674900" y="1572967"/>
            <a:ext cx="812800"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3794897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EE050-B948-7868-D6A0-20F74528C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728E57-71EE-D52C-2684-DD588612CB68}"/>
              </a:ext>
            </a:extLst>
          </p:cNvPr>
          <p:cNvSpPr>
            <a:spLocks noGrp="1"/>
          </p:cNvSpPr>
          <p:nvPr>
            <p:ph type="title"/>
          </p:nvPr>
        </p:nvSpPr>
        <p:spPr/>
        <p:txBody>
          <a:bodyPr/>
          <a:lstStyle/>
          <a:p>
            <a:r>
              <a:rPr lang="pt-PT"/>
              <a:t>Resultados da classificação</a:t>
            </a:r>
          </a:p>
        </p:txBody>
      </p:sp>
      <p:sp>
        <p:nvSpPr>
          <p:cNvPr id="3" name="Subtitle 2">
            <a:extLst>
              <a:ext uri="{FF2B5EF4-FFF2-40B4-BE49-F238E27FC236}">
                <a16:creationId xmlns:a16="http://schemas.microsoft.com/office/drawing/2014/main" id="{E7627553-3160-F828-2A9E-6B07EF532BF3}"/>
              </a:ext>
            </a:extLst>
          </p:cNvPr>
          <p:cNvSpPr>
            <a:spLocks noGrp="1"/>
          </p:cNvSpPr>
          <p:nvPr>
            <p:ph type="subTitle" idx="1"/>
          </p:nvPr>
        </p:nvSpPr>
        <p:spPr/>
        <p:txBody>
          <a:bodyPr/>
          <a:lstStyle/>
          <a:p>
            <a:r>
              <a:rPr lang="en-GB" sz="1800"/>
              <a:t>Accuracy: 0.64</a:t>
            </a:r>
          </a:p>
          <a:p>
            <a:r>
              <a:rPr lang="en-GB" sz="1800">
                <a:solidFill>
                  <a:schemeClr val="tx1"/>
                </a:solidFill>
              </a:rPr>
              <a:t>F1: </a:t>
            </a:r>
            <a:r>
              <a:rPr lang="en-GB" sz="2400" b="1">
                <a:solidFill>
                  <a:srgbClr val="FF9900"/>
                </a:solidFill>
              </a:rPr>
              <a:t>0.63</a:t>
            </a:r>
            <a:endParaRPr lang="pt-PT" sz="2400" b="1">
              <a:solidFill>
                <a:srgbClr val="FF9900"/>
              </a:solidFill>
            </a:endParaRPr>
          </a:p>
        </p:txBody>
      </p:sp>
      <p:sp>
        <p:nvSpPr>
          <p:cNvPr id="4" name="Subtitle 3">
            <a:extLst>
              <a:ext uri="{FF2B5EF4-FFF2-40B4-BE49-F238E27FC236}">
                <a16:creationId xmlns:a16="http://schemas.microsoft.com/office/drawing/2014/main" id="{3D5E437A-CB7F-A086-9302-06A717A2D6F6}"/>
              </a:ext>
            </a:extLst>
          </p:cNvPr>
          <p:cNvSpPr>
            <a:spLocks noGrp="1"/>
          </p:cNvSpPr>
          <p:nvPr>
            <p:ph type="subTitle" idx="2"/>
          </p:nvPr>
        </p:nvSpPr>
        <p:spPr/>
        <p:txBody>
          <a:bodyPr/>
          <a:lstStyle/>
          <a:p>
            <a:r>
              <a:rPr lang="en-GB" sz="1800"/>
              <a:t>Accuracy: 0.65</a:t>
            </a:r>
          </a:p>
          <a:p>
            <a:r>
              <a:rPr lang="en-GB" sz="1800">
                <a:solidFill>
                  <a:schemeClr val="tx1"/>
                </a:solidFill>
              </a:rPr>
              <a:t>F1: </a:t>
            </a:r>
            <a:r>
              <a:rPr lang="en-GB" sz="2400" b="1">
                <a:solidFill>
                  <a:srgbClr val="FF9900"/>
                </a:solidFill>
              </a:rPr>
              <a:t>0.64</a:t>
            </a:r>
            <a:endParaRPr lang="pt-PT" sz="2400" b="1">
              <a:solidFill>
                <a:srgbClr val="FF9900"/>
              </a:solidFill>
            </a:endParaRPr>
          </a:p>
        </p:txBody>
      </p:sp>
      <p:sp>
        <p:nvSpPr>
          <p:cNvPr id="5" name="Subtitle 4">
            <a:extLst>
              <a:ext uri="{FF2B5EF4-FFF2-40B4-BE49-F238E27FC236}">
                <a16:creationId xmlns:a16="http://schemas.microsoft.com/office/drawing/2014/main" id="{8B91A237-831D-E48D-D43B-87996E50A5DF}"/>
              </a:ext>
            </a:extLst>
          </p:cNvPr>
          <p:cNvSpPr>
            <a:spLocks noGrp="1"/>
          </p:cNvSpPr>
          <p:nvPr>
            <p:ph type="subTitle" idx="3"/>
          </p:nvPr>
        </p:nvSpPr>
        <p:spPr/>
        <p:txBody>
          <a:bodyPr/>
          <a:lstStyle/>
          <a:p>
            <a:r>
              <a:rPr lang="en-GB" sz="1800"/>
              <a:t>Accuracy: 0.6</a:t>
            </a:r>
          </a:p>
          <a:p>
            <a:r>
              <a:rPr lang="en-GB" sz="1800">
                <a:solidFill>
                  <a:schemeClr val="tx1"/>
                </a:solidFill>
              </a:rPr>
              <a:t>F1: </a:t>
            </a:r>
            <a:r>
              <a:rPr lang="en-GB" sz="2400" b="1">
                <a:solidFill>
                  <a:srgbClr val="FF0000"/>
                </a:solidFill>
              </a:rPr>
              <a:t>0.52</a:t>
            </a:r>
            <a:endParaRPr lang="pt-PT" sz="2400" b="1">
              <a:solidFill>
                <a:srgbClr val="FF0000"/>
              </a:solidFill>
            </a:endParaRPr>
          </a:p>
        </p:txBody>
      </p:sp>
      <p:sp>
        <p:nvSpPr>
          <p:cNvPr id="6" name="Subtitle 5">
            <a:extLst>
              <a:ext uri="{FF2B5EF4-FFF2-40B4-BE49-F238E27FC236}">
                <a16:creationId xmlns:a16="http://schemas.microsoft.com/office/drawing/2014/main" id="{1057C7A7-9532-FB09-2BC8-A64314112A68}"/>
              </a:ext>
            </a:extLst>
          </p:cNvPr>
          <p:cNvSpPr>
            <a:spLocks noGrp="1"/>
          </p:cNvSpPr>
          <p:nvPr>
            <p:ph type="subTitle" idx="4"/>
          </p:nvPr>
        </p:nvSpPr>
        <p:spPr/>
        <p:txBody>
          <a:bodyPr/>
          <a:lstStyle/>
          <a:p>
            <a:r>
              <a:rPr lang="en-GB" sz="1800"/>
              <a:t>Accuracy: 0.66</a:t>
            </a:r>
          </a:p>
          <a:p>
            <a:r>
              <a:rPr lang="en-GB" sz="1800">
                <a:solidFill>
                  <a:schemeClr val="tx1"/>
                </a:solidFill>
              </a:rPr>
              <a:t>F1: </a:t>
            </a:r>
            <a:r>
              <a:rPr lang="en-GB" sz="2400" b="1">
                <a:solidFill>
                  <a:srgbClr val="00B050"/>
                </a:solidFill>
              </a:rPr>
              <a:t>0.65</a:t>
            </a:r>
            <a:endParaRPr lang="pt-PT" sz="2400" b="1">
              <a:solidFill>
                <a:srgbClr val="00B050"/>
              </a:solidFill>
            </a:endParaRPr>
          </a:p>
        </p:txBody>
      </p:sp>
      <p:sp>
        <p:nvSpPr>
          <p:cNvPr id="7" name="Subtitle 6">
            <a:extLst>
              <a:ext uri="{FF2B5EF4-FFF2-40B4-BE49-F238E27FC236}">
                <a16:creationId xmlns:a16="http://schemas.microsoft.com/office/drawing/2014/main" id="{EB8EE546-8520-F94C-5714-90C67293627E}"/>
              </a:ext>
            </a:extLst>
          </p:cNvPr>
          <p:cNvSpPr>
            <a:spLocks noGrp="1"/>
          </p:cNvSpPr>
          <p:nvPr>
            <p:ph type="subTitle" idx="5"/>
          </p:nvPr>
        </p:nvSpPr>
        <p:spPr/>
        <p:txBody>
          <a:bodyPr/>
          <a:lstStyle/>
          <a:p>
            <a:r>
              <a:rPr lang="pt-PT"/>
              <a:t>KNN</a:t>
            </a:r>
          </a:p>
        </p:txBody>
      </p:sp>
      <p:sp>
        <p:nvSpPr>
          <p:cNvPr id="8" name="Subtitle 7">
            <a:extLst>
              <a:ext uri="{FF2B5EF4-FFF2-40B4-BE49-F238E27FC236}">
                <a16:creationId xmlns:a16="http://schemas.microsoft.com/office/drawing/2014/main" id="{9D53DBC9-1F32-3046-4F6D-ACD3B6BBF5F6}"/>
              </a:ext>
            </a:extLst>
          </p:cNvPr>
          <p:cNvSpPr>
            <a:spLocks noGrp="1"/>
          </p:cNvSpPr>
          <p:nvPr>
            <p:ph type="subTitle" idx="6"/>
          </p:nvPr>
        </p:nvSpPr>
        <p:spPr/>
        <p:txBody>
          <a:bodyPr/>
          <a:lstStyle/>
          <a:p>
            <a:r>
              <a:rPr lang="pt-PT">
                <a:latin typeface="Golos Text"/>
                <a:ea typeface="Golos Text"/>
                <a:cs typeface="Golos Text"/>
                <a:sym typeface="Golos Text"/>
              </a:rPr>
              <a:t>Linear SVC</a:t>
            </a:r>
          </a:p>
        </p:txBody>
      </p:sp>
      <p:sp>
        <p:nvSpPr>
          <p:cNvPr id="9" name="Subtitle 8">
            <a:extLst>
              <a:ext uri="{FF2B5EF4-FFF2-40B4-BE49-F238E27FC236}">
                <a16:creationId xmlns:a16="http://schemas.microsoft.com/office/drawing/2014/main" id="{BD8D47F8-8416-7FA8-3FA6-3AB073D30006}"/>
              </a:ext>
            </a:extLst>
          </p:cNvPr>
          <p:cNvSpPr>
            <a:spLocks noGrp="1"/>
          </p:cNvSpPr>
          <p:nvPr>
            <p:ph type="subTitle" idx="7"/>
          </p:nvPr>
        </p:nvSpPr>
        <p:spPr/>
        <p:txBody>
          <a:bodyPr/>
          <a:lstStyle/>
          <a:p>
            <a:r>
              <a:rPr lang="pt-PT"/>
              <a:t>Árvore</a:t>
            </a:r>
          </a:p>
        </p:txBody>
      </p:sp>
      <p:sp>
        <p:nvSpPr>
          <p:cNvPr id="10" name="Subtitle 9">
            <a:extLst>
              <a:ext uri="{FF2B5EF4-FFF2-40B4-BE49-F238E27FC236}">
                <a16:creationId xmlns:a16="http://schemas.microsoft.com/office/drawing/2014/main" id="{2849F6CF-8E2A-6537-69A4-B16CD773F0E4}"/>
              </a:ext>
            </a:extLst>
          </p:cNvPr>
          <p:cNvSpPr>
            <a:spLocks noGrp="1"/>
          </p:cNvSpPr>
          <p:nvPr>
            <p:ph type="subTitle" idx="8"/>
          </p:nvPr>
        </p:nvSpPr>
        <p:spPr/>
        <p:txBody>
          <a:bodyPr/>
          <a:lstStyle/>
          <a:p>
            <a:r>
              <a:rPr lang="pt-PT">
                <a:latin typeface="Golos Text"/>
                <a:ea typeface="Golos Text"/>
                <a:cs typeface="Golos Text"/>
                <a:sym typeface="Golos Text"/>
              </a:rPr>
              <a:t>Rede Neuronal</a:t>
            </a:r>
          </a:p>
        </p:txBody>
      </p:sp>
    </p:spTree>
    <p:extLst>
      <p:ext uri="{BB962C8B-B14F-4D97-AF65-F5344CB8AC3E}">
        <p14:creationId xmlns:p14="http://schemas.microsoft.com/office/powerpoint/2010/main" val="2442630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E5C25DD1-7A22-EA35-092E-8DA226048FEA}"/>
              </a:ext>
            </a:extLst>
          </p:cNvPr>
          <p:cNvSpPr>
            <a:spLocks noGrp="1"/>
          </p:cNvSpPr>
          <p:nvPr>
            <p:ph type="subTitle" idx="2"/>
          </p:nvPr>
        </p:nvSpPr>
        <p:spPr>
          <a:xfrm>
            <a:off x="2385738" y="2260701"/>
            <a:ext cx="1434771" cy="1861200"/>
          </a:xfrm>
        </p:spPr>
        <p:txBody>
          <a:bodyPr/>
          <a:lstStyle/>
          <a:p>
            <a:r>
              <a:rPr lang="pt-PT"/>
              <a:t>Precision: 0.67</a:t>
            </a:r>
          </a:p>
          <a:p>
            <a:r>
              <a:rPr lang="pt-PT"/>
              <a:t>F1: </a:t>
            </a:r>
            <a:r>
              <a:rPr lang="pt-PT" sz="1800">
                <a:solidFill>
                  <a:srgbClr val="00B050"/>
                </a:solidFill>
              </a:rPr>
              <a:t>0.72</a:t>
            </a:r>
          </a:p>
          <a:p>
            <a:endParaRPr lang="pt-PT"/>
          </a:p>
        </p:txBody>
      </p:sp>
      <p:sp>
        <p:nvSpPr>
          <p:cNvPr id="2" name="Title 1">
            <a:extLst>
              <a:ext uri="{FF2B5EF4-FFF2-40B4-BE49-F238E27FC236}">
                <a16:creationId xmlns:a16="http://schemas.microsoft.com/office/drawing/2014/main" id="{5DAF2524-74DF-DD35-4C3B-4EFB24A3B89A}"/>
              </a:ext>
            </a:extLst>
          </p:cNvPr>
          <p:cNvSpPr>
            <a:spLocks noGrp="1"/>
          </p:cNvSpPr>
          <p:nvPr>
            <p:ph type="title"/>
          </p:nvPr>
        </p:nvSpPr>
        <p:spPr/>
        <p:txBody>
          <a:bodyPr/>
          <a:lstStyle/>
          <a:p>
            <a:r>
              <a:rPr lang="pt-PT"/>
              <a:t>Métricas por classe </a:t>
            </a:r>
            <a:br>
              <a:rPr lang="pt-PT"/>
            </a:br>
            <a:r>
              <a:rPr lang="pt-PT"/>
              <a:t>(Rede neuronal)</a:t>
            </a:r>
          </a:p>
        </p:txBody>
      </p:sp>
      <p:sp>
        <p:nvSpPr>
          <p:cNvPr id="3" name="Subtitle 2">
            <a:extLst>
              <a:ext uri="{FF2B5EF4-FFF2-40B4-BE49-F238E27FC236}">
                <a16:creationId xmlns:a16="http://schemas.microsoft.com/office/drawing/2014/main" id="{FCD74D30-93E5-9F7B-AA20-CA5B65B7945A}"/>
              </a:ext>
            </a:extLst>
          </p:cNvPr>
          <p:cNvSpPr>
            <a:spLocks noGrp="1"/>
          </p:cNvSpPr>
          <p:nvPr>
            <p:ph type="subTitle" idx="1"/>
          </p:nvPr>
        </p:nvSpPr>
        <p:spPr>
          <a:xfrm>
            <a:off x="950967" y="2260701"/>
            <a:ext cx="1434771" cy="1861200"/>
          </a:xfrm>
        </p:spPr>
        <p:txBody>
          <a:bodyPr/>
          <a:lstStyle/>
          <a:p>
            <a:r>
              <a:rPr lang="pt-PT"/>
              <a:t>Precision: 0.7</a:t>
            </a:r>
          </a:p>
          <a:p>
            <a:r>
              <a:rPr lang="pt-PT"/>
              <a:t>F1: </a:t>
            </a:r>
            <a:r>
              <a:rPr lang="pt-PT" sz="1800">
                <a:solidFill>
                  <a:srgbClr val="FF9900"/>
                </a:solidFill>
              </a:rPr>
              <a:t>0.6</a:t>
            </a:r>
            <a:endParaRPr lang="pt-PT">
              <a:solidFill>
                <a:srgbClr val="FF9900"/>
              </a:solidFill>
            </a:endParaRPr>
          </a:p>
        </p:txBody>
      </p:sp>
      <p:sp>
        <p:nvSpPr>
          <p:cNvPr id="5" name="Subtitle 4">
            <a:extLst>
              <a:ext uri="{FF2B5EF4-FFF2-40B4-BE49-F238E27FC236}">
                <a16:creationId xmlns:a16="http://schemas.microsoft.com/office/drawing/2014/main" id="{1319A0AD-4E7C-EFBE-BE5A-AF2231FAB65C}"/>
              </a:ext>
            </a:extLst>
          </p:cNvPr>
          <p:cNvSpPr>
            <a:spLocks noGrp="1"/>
          </p:cNvSpPr>
          <p:nvPr>
            <p:ph type="subTitle" idx="3"/>
          </p:nvPr>
        </p:nvSpPr>
        <p:spPr>
          <a:xfrm>
            <a:off x="3950713" y="2246735"/>
            <a:ext cx="1493296" cy="1861200"/>
          </a:xfrm>
        </p:spPr>
        <p:txBody>
          <a:bodyPr/>
          <a:lstStyle/>
          <a:p>
            <a:r>
              <a:rPr lang="pt-PT"/>
              <a:t>Precision: 0.54</a:t>
            </a:r>
          </a:p>
          <a:p>
            <a:r>
              <a:rPr lang="pt-PT"/>
              <a:t>F1: </a:t>
            </a:r>
            <a:r>
              <a:rPr lang="pt-PT" sz="1800">
                <a:solidFill>
                  <a:srgbClr val="ED8551"/>
                </a:solidFill>
              </a:rPr>
              <a:t>0.5</a:t>
            </a:r>
          </a:p>
          <a:p>
            <a:endParaRPr lang="pt-PT"/>
          </a:p>
          <a:p>
            <a:endParaRPr lang="pt-PT"/>
          </a:p>
        </p:txBody>
      </p:sp>
      <p:sp>
        <p:nvSpPr>
          <p:cNvPr id="6" name="Subtitle 5">
            <a:extLst>
              <a:ext uri="{FF2B5EF4-FFF2-40B4-BE49-F238E27FC236}">
                <a16:creationId xmlns:a16="http://schemas.microsoft.com/office/drawing/2014/main" id="{9E953304-F631-AF0E-8873-417B6612FE04}"/>
              </a:ext>
            </a:extLst>
          </p:cNvPr>
          <p:cNvSpPr>
            <a:spLocks noGrp="1"/>
          </p:cNvSpPr>
          <p:nvPr>
            <p:ph type="subTitle" idx="4"/>
          </p:nvPr>
        </p:nvSpPr>
        <p:spPr>
          <a:xfrm>
            <a:off x="950967" y="1557101"/>
            <a:ext cx="3040800" cy="703600"/>
          </a:xfrm>
        </p:spPr>
        <p:txBody>
          <a:bodyPr/>
          <a:lstStyle/>
          <a:p>
            <a:r>
              <a:rPr lang="pt-PT"/>
              <a:t>Alto</a:t>
            </a:r>
          </a:p>
        </p:txBody>
      </p:sp>
      <p:sp>
        <p:nvSpPr>
          <p:cNvPr id="7" name="Subtitle 6">
            <a:extLst>
              <a:ext uri="{FF2B5EF4-FFF2-40B4-BE49-F238E27FC236}">
                <a16:creationId xmlns:a16="http://schemas.microsoft.com/office/drawing/2014/main" id="{DC547C00-0C8A-0FD1-2F4A-5B2FCCA1BBD5}"/>
              </a:ext>
            </a:extLst>
          </p:cNvPr>
          <p:cNvSpPr>
            <a:spLocks noGrp="1"/>
          </p:cNvSpPr>
          <p:nvPr>
            <p:ph type="subTitle" idx="5"/>
          </p:nvPr>
        </p:nvSpPr>
        <p:spPr>
          <a:xfrm>
            <a:off x="2358634" y="1557101"/>
            <a:ext cx="3040800" cy="703600"/>
          </a:xfrm>
        </p:spPr>
        <p:txBody>
          <a:bodyPr/>
          <a:lstStyle/>
          <a:p>
            <a:r>
              <a:rPr lang="pt-PT"/>
              <a:t>Médio</a:t>
            </a:r>
          </a:p>
        </p:txBody>
      </p:sp>
      <p:sp>
        <p:nvSpPr>
          <p:cNvPr id="8" name="Subtitle 7">
            <a:extLst>
              <a:ext uri="{FF2B5EF4-FFF2-40B4-BE49-F238E27FC236}">
                <a16:creationId xmlns:a16="http://schemas.microsoft.com/office/drawing/2014/main" id="{98B8BFA0-BE01-6852-1CA8-6305BC933067}"/>
              </a:ext>
            </a:extLst>
          </p:cNvPr>
          <p:cNvSpPr>
            <a:spLocks noGrp="1"/>
          </p:cNvSpPr>
          <p:nvPr>
            <p:ph type="subTitle" idx="6"/>
          </p:nvPr>
        </p:nvSpPr>
        <p:spPr>
          <a:xfrm>
            <a:off x="3906138" y="1557101"/>
            <a:ext cx="3040800" cy="703600"/>
          </a:xfrm>
        </p:spPr>
        <p:txBody>
          <a:bodyPr/>
          <a:lstStyle/>
          <a:p>
            <a:r>
              <a:rPr lang="pt-PT"/>
              <a:t>Baixo</a:t>
            </a:r>
          </a:p>
        </p:txBody>
      </p:sp>
      <p:sp>
        <p:nvSpPr>
          <p:cNvPr id="11" name="Title 1">
            <a:extLst>
              <a:ext uri="{FF2B5EF4-FFF2-40B4-BE49-F238E27FC236}">
                <a16:creationId xmlns:a16="http://schemas.microsoft.com/office/drawing/2014/main" id="{F749E044-AECB-13C4-674E-981E36D5610C}"/>
              </a:ext>
            </a:extLst>
          </p:cNvPr>
          <p:cNvSpPr txBox="1">
            <a:spLocks/>
          </p:cNvSpPr>
          <p:nvPr/>
        </p:nvSpPr>
        <p:spPr>
          <a:xfrm>
            <a:off x="6105033" y="493300"/>
            <a:ext cx="10272000" cy="763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dk1"/>
              </a:buClr>
              <a:buSzPts val="2800"/>
              <a:buFont typeface="Hind"/>
              <a:buNone/>
              <a:defRPr sz="2800" b="1" i="0" u="none" strike="noStrike" cap="none">
                <a:solidFill>
                  <a:schemeClr val="dk1"/>
                </a:solidFill>
                <a:latin typeface="Hind"/>
                <a:ea typeface="Hind"/>
                <a:cs typeface="Hind"/>
                <a:sym typeface="Hind"/>
              </a:defRPr>
            </a:lvl1pPr>
            <a:lvl2pPr marR="0" lvl="1" algn="l" rtl="0" eaLnBrk="1" hangingPunct="1">
              <a:lnSpc>
                <a:spcPct val="100000"/>
              </a:lnSpc>
              <a:spcBef>
                <a:spcPts val="0"/>
              </a:spcBef>
              <a:spcAft>
                <a:spcPts val="0"/>
              </a:spcAft>
              <a:buClr>
                <a:schemeClr val="dk1"/>
              </a:buClr>
              <a:buSzPts val="3000"/>
              <a:buFont typeface="Hind"/>
              <a:buNone/>
              <a:defRPr sz="3000" b="1" i="0" u="none" strike="noStrike" cap="none">
                <a:solidFill>
                  <a:schemeClr val="dk1"/>
                </a:solidFill>
                <a:latin typeface="Hind"/>
                <a:ea typeface="Hind"/>
                <a:cs typeface="Hind"/>
                <a:sym typeface="Hind"/>
              </a:defRPr>
            </a:lvl2pPr>
            <a:lvl3pPr marR="0" lvl="2" algn="l" rtl="0" eaLnBrk="1" hangingPunct="1">
              <a:lnSpc>
                <a:spcPct val="100000"/>
              </a:lnSpc>
              <a:spcBef>
                <a:spcPts val="0"/>
              </a:spcBef>
              <a:spcAft>
                <a:spcPts val="0"/>
              </a:spcAft>
              <a:buClr>
                <a:schemeClr val="dk1"/>
              </a:buClr>
              <a:buSzPts val="3000"/>
              <a:buFont typeface="Hind"/>
              <a:buNone/>
              <a:defRPr sz="3000" b="1" i="0" u="none" strike="noStrike" cap="none">
                <a:solidFill>
                  <a:schemeClr val="dk1"/>
                </a:solidFill>
                <a:latin typeface="Hind"/>
                <a:ea typeface="Hind"/>
                <a:cs typeface="Hind"/>
                <a:sym typeface="Hind"/>
              </a:defRPr>
            </a:lvl3pPr>
            <a:lvl4pPr marR="0" lvl="3" algn="l" rtl="0" eaLnBrk="1" hangingPunct="1">
              <a:lnSpc>
                <a:spcPct val="100000"/>
              </a:lnSpc>
              <a:spcBef>
                <a:spcPts val="0"/>
              </a:spcBef>
              <a:spcAft>
                <a:spcPts val="0"/>
              </a:spcAft>
              <a:buClr>
                <a:schemeClr val="dk1"/>
              </a:buClr>
              <a:buSzPts val="3000"/>
              <a:buFont typeface="Hind"/>
              <a:buNone/>
              <a:defRPr sz="3000" b="1" i="0" u="none" strike="noStrike" cap="none">
                <a:solidFill>
                  <a:schemeClr val="dk1"/>
                </a:solidFill>
                <a:latin typeface="Hind"/>
                <a:ea typeface="Hind"/>
                <a:cs typeface="Hind"/>
                <a:sym typeface="Hind"/>
              </a:defRPr>
            </a:lvl4pPr>
            <a:lvl5pPr marR="0" lvl="4" algn="l" rtl="0" eaLnBrk="1" hangingPunct="1">
              <a:lnSpc>
                <a:spcPct val="100000"/>
              </a:lnSpc>
              <a:spcBef>
                <a:spcPts val="0"/>
              </a:spcBef>
              <a:spcAft>
                <a:spcPts val="0"/>
              </a:spcAft>
              <a:buClr>
                <a:schemeClr val="dk1"/>
              </a:buClr>
              <a:buSzPts val="3000"/>
              <a:buFont typeface="Hind"/>
              <a:buNone/>
              <a:defRPr sz="3000" b="1" i="0" u="none" strike="noStrike" cap="none">
                <a:solidFill>
                  <a:schemeClr val="dk1"/>
                </a:solidFill>
                <a:latin typeface="Hind"/>
                <a:ea typeface="Hind"/>
                <a:cs typeface="Hind"/>
                <a:sym typeface="Hind"/>
              </a:defRPr>
            </a:lvl5pPr>
            <a:lvl6pPr marR="0" lvl="5" algn="l" rtl="0" eaLnBrk="1" hangingPunct="1">
              <a:lnSpc>
                <a:spcPct val="100000"/>
              </a:lnSpc>
              <a:spcBef>
                <a:spcPts val="0"/>
              </a:spcBef>
              <a:spcAft>
                <a:spcPts val="0"/>
              </a:spcAft>
              <a:buClr>
                <a:schemeClr val="dk1"/>
              </a:buClr>
              <a:buSzPts val="3000"/>
              <a:buFont typeface="Hind"/>
              <a:buNone/>
              <a:defRPr sz="3000" b="1" i="0" u="none" strike="noStrike" cap="none">
                <a:solidFill>
                  <a:schemeClr val="dk1"/>
                </a:solidFill>
                <a:latin typeface="Hind"/>
                <a:ea typeface="Hind"/>
                <a:cs typeface="Hind"/>
                <a:sym typeface="Hind"/>
              </a:defRPr>
            </a:lvl6pPr>
            <a:lvl7pPr marR="0" lvl="6" algn="l" rtl="0" eaLnBrk="1" hangingPunct="1">
              <a:lnSpc>
                <a:spcPct val="100000"/>
              </a:lnSpc>
              <a:spcBef>
                <a:spcPts val="0"/>
              </a:spcBef>
              <a:spcAft>
                <a:spcPts val="0"/>
              </a:spcAft>
              <a:buClr>
                <a:schemeClr val="dk1"/>
              </a:buClr>
              <a:buSzPts val="3000"/>
              <a:buFont typeface="Hind"/>
              <a:buNone/>
              <a:defRPr sz="3000" b="1" i="0" u="none" strike="noStrike" cap="none">
                <a:solidFill>
                  <a:schemeClr val="dk1"/>
                </a:solidFill>
                <a:latin typeface="Hind"/>
                <a:ea typeface="Hind"/>
                <a:cs typeface="Hind"/>
                <a:sym typeface="Hind"/>
              </a:defRPr>
            </a:lvl7pPr>
            <a:lvl8pPr marR="0" lvl="7" algn="l" rtl="0" eaLnBrk="1" hangingPunct="1">
              <a:lnSpc>
                <a:spcPct val="100000"/>
              </a:lnSpc>
              <a:spcBef>
                <a:spcPts val="0"/>
              </a:spcBef>
              <a:spcAft>
                <a:spcPts val="0"/>
              </a:spcAft>
              <a:buClr>
                <a:schemeClr val="dk1"/>
              </a:buClr>
              <a:buSzPts val="3000"/>
              <a:buFont typeface="Hind"/>
              <a:buNone/>
              <a:defRPr sz="3000" b="1" i="0" u="none" strike="noStrike" cap="none">
                <a:solidFill>
                  <a:schemeClr val="dk1"/>
                </a:solidFill>
                <a:latin typeface="Hind"/>
                <a:ea typeface="Hind"/>
                <a:cs typeface="Hind"/>
                <a:sym typeface="Hind"/>
              </a:defRPr>
            </a:lvl8pPr>
            <a:lvl9pPr marR="0" lvl="8" algn="l" rtl="0" eaLnBrk="1" hangingPunct="1">
              <a:lnSpc>
                <a:spcPct val="100000"/>
              </a:lnSpc>
              <a:spcBef>
                <a:spcPts val="0"/>
              </a:spcBef>
              <a:spcAft>
                <a:spcPts val="0"/>
              </a:spcAft>
              <a:buClr>
                <a:schemeClr val="dk1"/>
              </a:buClr>
              <a:buSzPts val="3000"/>
              <a:buFont typeface="Hind"/>
              <a:buNone/>
              <a:defRPr sz="3000" b="1" i="0" u="none" strike="noStrike" cap="none">
                <a:solidFill>
                  <a:schemeClr val="dk1"/>
                </a:solidFill>
                <a:latin typeface="Hind"/>
                <a:ea typeface="Hind"/>
                <a:cs typeface="Hind"/>
                <a:sym typeface="Hind"/>
              </a:defRPr>
            </a:lvl9pPr>
          </a:lstStyle>
          <a:p>
            <a:r>
              <a:rPr lang="pt-PT"/>
              <a:t>Métricas por classe </a:t>
            </a:r>
          </a:p>
          <a:p>
            <a:r>
              <a:rPr lang="pt-PT"/>
              <a:t>(Árvore)</a:t>
            </a:r>
          </a:p>
        </p:txBody>
      </p:sp>
      <p:sp>
        <p:nvSpPr>
          <p:cNvPr id="12" name="Subtitle 2">
            <a:extLst>
              <a:ext uri="{FF2B5EF4-FFF2-40B4-BE49-F238E27FC236}">
                <a16:creationId xmlns:a16="http://schemas.microsoft.com/office/drawing/2014/main" id="{E82FE9DE-DE00-B08B-9D46-5F35389CACA4}"/>
              </a:ext>
            </a:extLst>
          </p:cNvPr>
          <p:cNvSpPr txBox="1">
            <a:spLocks/>
          </p:cNvSpPr>
          <p:nvPr/>
        </p:nvSpPr>
        <p:spPr>
          <a:xfrm>
            <a:off x="6105033" y="2184634"/>
            <a:ext cx="1389596" cy="186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1pPr>
            <a:lvl2pPr marL="914400" marR="0" lvl="1"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2pPr>
            <a:lvl3pPr marL="1371600" marR="0" lvl="2"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3pPr>
            <a:lvl4pPr marL="1828800" marR="0" lvl="3"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4pPr>
            <a:lvl5pPr marL="2286000" marR="0" lvl="4"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5pPr>
            <a:lvl6pPr marL="2743200" marR="0" lvl="5"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6pPr>
            <a:lvl7pPr marL="3200400" marR="0" lvl="6"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7pPr>
            <a:lvl8pPr marL="3657600" marR="0" lvl="7"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8pPr>
            <a:lvl9pPr marL="4114800" marR="0" lvl="8"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9pPr>
          </a:lstStyle>
          <a:p>
            <a:r>
              <a:rPr lang="pt-PT"/>
              <a:t>Precision: 0.68</a:t>
            </a:r>
          </a:p>
          <a:p>
            <a:r>
              <a:rPr lang="pt-PT"/>
              <a:t>F1: </a:t>
            </a:r>
            <a:r>
              <a:rPr lang="pt-PT" sz="1800">
                <a:solidFill>
                  <a:srgbClr val="FF0000"/>
                </a:solidFill>
              </a:rPr>
              <a:t>0.58</a:t>
            </a:r>
          </a:p>
        </p:txBody>
      </p:sp>
      <p:sp>
        <p:nvSpPr>
          <p:cNvPr id="13" name="Subtitle 5">
            <a:extLst>
              <a:ext uri="{FF2B5EF4-FFF2-40B4-BE49-F238E27FC236}">
                <a16:creationId xmlns:a16="http://schemas.microsoft.com/office/drawing/2014/main" id="{A2DC6B99-ABF7-87B0-A006-AFB352EE61BB}"/>
              </a:ext>
            </a:extLst>
          </p:cNvPr>
          <p:cNvSpPr txBox="1">
            <a:spLocks/>
          </p:cNvSpPr>
          <p:nvPr/>
        </p:nvSpPr>
        <p:spPr>
          <a:xfrm>
            <a:off x="6096000" y="1457034"/>
            <a:ext cx="3040800" cy="70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2400"/>
              <a:buFont typeface="Raleway"/>
              <a:buNone/>
              <a:defRPr sz="2400" b="1" i="0" u="none" strike="noStrike" cap="none">
                <a:solidFill>
                  <a:schemeClr val="dk1"/>
                </a:solidFill>
                <a:latin typeface="Hind"/>
                <a:ea typeface="Hind"/>
                <a:cs typeface="Hind"/>
                <a:sym typeface="Hind"/>
              </a:defRPr>
            </a:lvl1pPr>
            <a:lvl2pPr marL="914400" marR="0" lvl="1"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2pPr>
            <a:lvl3pPr marL="1371600" marR="0" lvl="2"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3pPr>
            <a:lvl4pPr marL="1828800" marR="0" lvl="3"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4pPr>
            <a:lvl5pPr marL="2286000" marR="0" lvl="4"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5pPr>
            <a:lvl6pPr marL="2743200" marR="0" lvl="5"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6pPr>
            <a:lvl7pPr marL="3200400" marR="0" lvl="6"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7pPr>
            <a:lvl8pPr marL="3657600" marR="0" lvl="7"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8pPr>
            <a:lvl9pPr marL="4114800" marR="0" lvl="8"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9pPr>
          </a:lstStyle>
          <a:p>
            <a:r>
              <a:rPr lang="pt-PT"/>
              <a:t>Alto</a:t>
            </a:r>
          </a:p>
        </p:txBody>
      </p:sp>
      <p:sp>
        <p:nvSpPr>
          <p:cNvPr id="14" name="Subtitle 6">
            <a:extLst>
              <a:ext uri="{FF2B5EF4-FFF2-40B4-BE49-F238E27FC236}">
                <a16:creationId xmlns:a16="http://schemas.microsoft.com/office/drawing/2014/main" id="{CDD82C96-B241-3416-0534-D7CADA75043B}"/>
              </a:ext>
            </a:extLst>
          </p:cNvPr>
          <p:cNvSpPr txBox="1">
            <a:spLocks/>
          </p:cNvSpPr>
          <p:nvPr/>
        </p:nvSpPr>
        <p:spPr>
          <a:xfrm>
            <a:off x="7503672" y="1457034"/>
            <a:ext cx="3040800" cy="70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2400"/>
              <a:buFont typeface="Raleway"/>
              <a:buNone/>
              <a:defRPr sz="2400" b="1" i="0" u="none" strike="noStrike" cap="none">
                <a:solidFill>
                  <a:schemeClr val="dk1"/>
                </a:solidFill>
                <a:latin typeface="Hind"/>
                <a:ea typeface="Hind"/>
                <a:cs typeface="Hind"/>
                <a:sym typeface="Hind"/>
              </a:defRPr>
            </a:lvl1pPr>
            <a:lvl2pPr marL="914400" marR="0" lvl="1"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2pPr>
            <a:lvl3pPr marL="1371600" marR="0" lvl="2"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3pPr>
            <a:lvl4pPr marL="1828800" marR="0" lvl="3"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4pPr>
            <a:lvl5pPr marL="2286000" marR="0" lvl="4"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5pPr>
            <a:lvl6pPr marL="2743200" marR="0" lvl="5"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6pPr>
            <a:lvl7pPr marL="3200400" marR="0" lvl="6"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7pPr>
            <a:lvl8pPr marL="3657600" marR="0" lvl="7"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8pPr>
            <a:lvl9pPr marL="4114800" marR="0" lvl="8"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9pPr>
          </a:lstStyle>
          <a:p>
            <a:r>
              <a:rPr lang="pt-PT"/>
              <a:t>Médio</a:t>
            </a:r>
          </a:p>
        </p:txBody>
      </p:sp>
      <p:sp>
        <p:nvSpPr>
          <p:cNvPr id="15" name="Subtitle 7">
            <a:extLst>
              <a:ext uri="{FF2B5EF4-FFF2-40B4-BE49-F238E27FC236}">
                <a16:creationId xmlns:a16="http://schemas.microsoft.com/office/drawing/2014/main" id="{D27F5E19-90BB-AFC9-D56B-9CF2EFF108A3}"/>
              </a:ext>
            </a:extLst>
          </p:cNvPr>
          <p:cNvSpPr txBox="1">
            <a:spLocks/>
          </p:cNvSpPr>
          <p:nvPr/>
        </p:nvSpPr>
        <p:spPr>
          <a:xfrm>
            <a:off x="9024067" y="1457034"/>
            <a:ext cx="3040800" cy="70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2400"/>
              <a:buFont typeface="Raleway"/>
              <a:buNone/>
              <a:defRPr sz="2400" b="1" i="0" u="none" strike="noStrike" cap="none">
                <a:solidFill>
                  <a:schemeClr val="dk1"/>
                </a:solidFill>
                <a:latin typeface="Hind"/>
                <a:ea typeface="Hind"/>
                <a:cs typeface="Hind"/>
                <a:sym typeface="Hind"/>
              </a:defRPr>
            </a:lvl1pPr>
            <a:lvl2pPr marL="914400" marR="0" lvl="1"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2pPr>
            <a:lvl3pPr marL="1371600" marR="0" lvl="2"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3pPr>
            <a:lvl4pPr marL="1828800" marR="0" lvl="3"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4pPr>
            <a:lvl5pPr marL="2286000" marR="0" lvl="4"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5pPr>
            <a:lvl6pPr marL="2743200" marR="0" lvl="5"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6pPr>
            <a:lvl7pPr marL="3200400" marR="0" lvl="6"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7pPr>
            <a:lvl8pPr marL="3657600" marR="0" lvl="7"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8pPr>
            <a:lvl9pPr marL="4114800" marR="0" lvl="8" indent="-304800" algn="ctr" rtl="0" eaLnBrk="1" hangingPunct="1">
              <a:lnSpc>
                <a:spcPct val="100000"/>
              </a:lnSpc>
              <a:spcBef>
                <a:spcPts val="0"/>
              </a:spcBef>
              <a:spcAft>
                <a:spcPts val="0"/>
              </a:spcAft>
              <a:buClr>
                <a:schemeClr val="dk1"/>
              </a:buClr>
              <a:buSzPts val="2400"/>
              <a:buFont typeface="Raleway"/>
              <a:buNone/>
              <a:defRPr sz="3200" b="1" i="0" u="none" strike="noStrike" cap="none">
                <a:solidFill>
                  <a:schemeClr val="dk1"/>
                </a:solidFill>
                <a:latin typeface="Raleway"/>
                <a:ea typeface="Raleway"/>
                <a:cs typeface="Raleway"/>
                <a:sym typeface="Raleway"/>
              </a:defRPr>
            </a:lvl9pPr>
          </a:lstStyle>
          <a:p>
            <a:r>
              <a:rPr lang="pt-PT"/>
              <a:t>Baixo</a:t>
            </a:r>
          </a:p>
        </p:txBody>
      </p:sp>
      <p:sp>
        <p:nvSpPr>
          <p:cNvPr id="16" name="Subtitle 2">
            <a:extLst>
              <a:ext uri="{FF2B5EF4-FFF2-40B4-BE49-F238E27FC236}">
                <a16:creationId xmlns:a16="http://schemas.microsoft.com/office/drawing/2014/main" id="{FD1E0678-E490-0CBD-9371-1A18A803D0BD}"/>
              </a:ext>
            </a:extLst>
          </p:cNvPr>
          <p:cNvSpPr txBox="1">
            <a:spLocks/>
          </p:cNvSpPr>
          <p:nvPr/>
        </p:nvSpPr>
        <p:spPr>
          <a:xfrm>
            <a:off x="7494629" y="2184634"/>
            <a:ext cx="1502324" cy="186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1pPr>
            <a:lvl2pPr marL="914400" marR="0" lvl="1"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2pPr>
            <a:lvl3pPr marL="1371600" marR="0" lvl="2"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3pPr>
            <a:lvl4pPr marL="1828800" marR="0" lvl="3"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4pPr>
            <a:lvl5pPr marL="2286000" marR="0" lvl="4"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5pPr>
            <a:lvl6pPr marL="2743200" marR="0" lvl="5"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6pPr>
            <a:lvl7pPr marL="3200400" marR="0" lvl="6"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7pPr>
            <a:lvl8pPr marL="3657600" marR="0" lvl="7"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8pPr>
            <a:lvl9pPr marL="4114800" marR="0" lvl="8"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9pPr>
          </a:lstStyle>
          <a:p>
            <a:r>
              <a:rPr lang="pt-PT"/>
              <a:t>Precision: 0.67</a:t>
            </a:r>
          </a:p>
          <a:p>
            <a:r>
              <a:rPr lang="pt-PT"/>
              <a:t>F1</a:t>
            </a:r>
            <a:r>
              <a:rPr lang="pt-PT">
                <a:solidFill>
                  <a:srgbClr val="FF9900"/>
                </a:solidFill>
              </a:rPr>
              <a:t>: </a:t>
            </a:r>
            <a:r>
              <a:rPr lang="pt-PT" sz="1800">
                <a:solidFill>
                  <a:srgbClr val="FF9900"/>
                </a:solidFill>
              </a:rPr>
              <a:t>0.6</a:t>
            </a:r>
          </a:p>
        </p:txBody>
      </p:sp>
      <p:sp>
        <p:nvSpPr>
          <p:cNvPr id="17" name="Subtitle 2">
            <a:extLst>
              <a:ext uri="{FF2B5EF4-FFF2-40B4-BE49-F238E27FC236}">
                <a16:creationId xmlns:a16="http://schemas.microsoft.com/office/drawing/2014/main" id="{EC76DDC5-1C6F-5BCD-2C92-CCAA4EC25471}"/>
              </a:ext>
            </a:extLst>
          </p:cNvPr>
          <p:cNvSpPr txBox="1">
            <a:spLocks/>
          </p:cNvSpPr>
          <p:nvPr/>
        </p:nvSpPr>
        <p:spPr>
          <a:xfrm>
            <a:off x="8996948" y="2142642"/>
            <a:ext cx="1407677" cy="186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1pPr>
            <a:lvl2pPr marL="914400" marR="0" lvl="1"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2pPr>
            <a:lvl3pPr marL="1371600" marR="0" lvl="2"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3pPr>
            <a:lvl4pPr marL="1828800" marR="0" lvl="3"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4pPr>
            <a:lvl5pPr marL="2286000" marR="0" lvl="4"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5pPr>
            <a:lvl6pPr marL="2743200" marR="0" lvl="5"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6pPr>
            <a:lvl7pPr marL="3200400" marR="0" lvl="6"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7pPr>
            <a:lvl8pPr marL="3657600" marR="0" lvl="7"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8pPr>
            <a:lvl9pPr marL="4114800" marR="0" lvl="8" indent="-304800" algn="ctr" rtl="0" eaLnBrk="1" hangingPunct="1">
              <a:lnSpc>
                <a:spcPct val="100000"/>
              </a:lnSpc>
              <a:spcBef>
                <a:spcPts val="0"/>
              </a:spcBef>
              <a:spcAft>
                <a:spcPts val="0"/>
              </a:spcAft>
              <a:buClr>
                <a:schemeClr val="dk1"/>
              </a:buClr>
              <a:buSzPts val="1200"/>
              <a:buFont typeface="Golos Text"/>
              <a:buNone/>
              <a:defRPr sz="1200" b="0" i="0" u="none" strike="noStrike" cap="none">
                <a:solidFill>
                  <a:schemeClr val="dk1"/>
                </a:solidFill>
                <a:latin typeface="Golos Text"/>
                <a:ea typeface="Golos Text"/>
                <a:cs typeface="Golos Text"/>
                <a:sym typeface="Golos Text"/>
              </a:defRPr>
            </a:lvl9pPr>
          </a:lstStyle>
          <a:p>
            <a:r>
              <a:rPr lang="pt-PT"/>
              <a:t>Precision: 0.68</a:t>
            </a:r>
          </a:p>
          <a:p>
            <a:r>
              <a:rPr lang="pt-PT"/>
              <a:t>F1: </a:t>
            </a:r>
            <a:r>
              <a:rPr lang="pt-PT" sz="1800">
                <a:solidFill>
                  <a:srgbClr val="FF0000"/>
                </a:solidFill>
              </a:rPr>
              <a:t>0.58</a:t>
            </a:r>
          </a:p>
        </p:txBody>
      </p:sp>
      <p:pic>
        <p:nvPicPr>
          <p:cNvPr id="24" name="Picture 23">
            <a:extLst>
              <a:ext uri="{FF2B5EF4-FFF2-40B4-BE49-F238E27FC236}">
                <a16:creationId xmlns:a16="http://schemas.microsoft.com/office/drawing/2014/main" id="{8EAA3241-6EED-5A01-61E0-087D9D1D01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519" y="3115234"/>
            <a:ext cx="10153028" cy="337525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01017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8368C-E8FE-1057-56C1-E030C898F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7CE9C-87B1-9D7E-411C-B4396F9A25AD}"/>
              </a:ext>
            </a:extLst>
          </p:cNvPr>
          <p:cNvSpPr>
            <a:spLocks noGrp="1"/>
          </p:cNvSpPr>
          <p:nvPr>
            <p:ph type="title"/>
          </p:nvPr>
        </p:nvSpPr>
        <p:spPr/>
        <p:txBody>
          <a:bodyPr/>
          <a:lstStyle/>
          <a:p>
            <a:r>
              <a:rPr lang="pt-PT" noProof="0"/>
              <a:t>Validação da Classificação</a:t>
            </a:r>
          </a:p>
        </p:txBody>
      </p:sp>
      <p:sp>
        <p:nvSpPr>
          <p:cNvPr id="3" name="Text Placeholder 2">
            <a:extLst>
              <a:ext uri="{FF2B5EF4-FFF2-40B4-BE49-F238E27FC236}">
                <a16:creationId xmlns:a16="http://schemas.microsoft.com/office/drawing/2014/main" id="{F7D368EC-C86B-02BD-AEBF-FE0074C27866}"/>
              </a:ext>
            </a:extLst>
          </p:cNvPr>
          <p:cNvSpPr>
            <a:spLocks noGrp="1"/>
          </p:cNvSpPr>
          <p:nvPr>
            <p:ph type="body" idx="1"/>
          </p:nvPr>
        </p:nvSpPr>
        <p:spPr>
          <a:xfrm>
            <a:off x="960000" y="1233563"/>
            <a:ext cx="10272000" cy="908226"/>
          </a:xfrm>
        </p:spPr>
        <p:txBody>
          <a:bodyPr/>
          <a:lstStyle/>
          <a:p>
            <a:pPr marL="203195" indent="0">
              <a:spcBef>
                <a:spcPts val="600"/>
              </a:spcBef>
              <a:buNone/>
            </a:pPr>
            <a:r>
              <a:rPr lang="pt-PT" sz="1800" b="1" noProof="0"/>
              <a:t>NeuralNet:</a:t>
            </a:r>
            <a:r>
              <a:rPr lang="pt-PT" sz="1600" b="1" noProof="0"/>
              <a:t>	</a:t>
            </a:r>
            <a:r>
              <a:rPr lang="pt-PT" sz="1600" b="1" noProof="0">
                <a:solidFill>
                  <a:srgbClr val="00B050"/>
                </a:solidFill>
              </a:rPr>
              <a:t>Treino adequado</a:t>
            </a:r>
            <a:endParaRPr lang="en-GB" sz="1600"/>
          </a:p>
          <a:p>
            <a:pPr marL="203195" indent="0">
              <a:spcBef>
                <a:spcPts val="600"/>
              </a:spcBef>
              <a:buNone/>
            </a:pPr>
            <a:r>
              <a:rPr lang="pt-PT" sz="1800" b="1" noProof="0"/>
              <a:t>Árvore:	</a:t>
            </a:r>
            <a:r>
              <a:rPr lang="pt-PT" sz="1600" b="1" noProof="0"/>
              <a:t>	</a:t>
            </a:r>
            <a:r>
              <a:rPr lang="pt-PT" sz="1600" b="1"/>
              <a:t> </a:t>
            </a:r>
            <a:r>
              <a:rPr lang="pt-PT" sz="1600" b="1">
                <a:solidFill>
                  <a:srgbClr val="00B050"/>
                </a:solidFill>
              </a:rPr>
              <a:t>Treino adequado</a:t>
            </a:r>
            <a:endParaRPr lang="pt-PT" sz="1800" b="1">
              <a:solidFill>
                <a:srgbClr val="00B050"/>
              </a:solidFill>
            </a:endParaRPr>
          </a:p>
          <a:p>
            <a:pPr marL="203195" indent="0">
              <a:spcBef>
                <a:spcPts val="600"/>
              </a:spcBef>
              <a:buNone/>
            </a:pPr>
            <a:endParaRPr lang="pt-PT" sz="1600" i="1" noProof="0">
              <a:solidFill>
                <a:srgbClr val="00B050"/>
              </a:solidFill>
            </a:endParaRPr>
          </a:p>
        </p:txBody>
      </p:sp>
      <p:pic>
        <p:nvPicPr>
          <p:cNvPr id="5" name="Picture 4">
            <a:extLst>
              <a:ext uri="{FF2B5EF4-FFF2-40B4-BE49-F238E27FC236}">
                <a16:creationId xmlns:a16="http://schemas.microsoft.com/office/drawing/2014/main" id="{3CF8092F-871A-6E8F-BBAD-85A33720E7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7397" y="2273190"/>
            <a:ext cx="6037206" cy="429671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33138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6D74C-21E0-3CBF-FA66-2FBB82A5D4E4}"/>
              </a:ext>
            </a:extLst>
          </p:cNvPr>
          <p:cNvSpPr>
            <a:spLocks noGrp="1"/>
          </p:cNvSpPr>
          <p:nvPr>
            <p:ph type="title"/>
          </p:nvPr>
        </p:nvSpPr>
        <p:spPr/>
        <p:txBody>
          <a:bodyPr/>
          <a:lstStyle/>
          <a:p>
            <a:r>
              <a:rPr lang="pt-PT"/>
              <a:t>Matriz de confusão</a:t>
            </a:r>
          </a:p>
        </p:txBody>
      </p:sp>
      <p:pic>
        <p:nvPicPr>
          <p:cNvPr id="5" name="Picture 4">
            <a:extLst>
              <a:ext uri="{FF2B5EF4-FFF2-40B4-BE49-F238E27FC236}">
                <a16:creationId xmlns:a16="http://schemas.microsoft.com/office/drawing/2014/main" id="{E175FFAF-A8F4-CCE0-734F-CBD499A104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1654" y="1541636"/>
            <a:ext cx="9948692" cy="452628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743648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0245E-D783-A612-C84D-5D16C8DF058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3F2323E-A8CF-ACB9-FECC-9C76C04658B2}"/>
              </a:ext>
            </a:extLst>
          </p:cNvPr>
          <p:cNvSpPr>
            <a:spLocks noGrp="1"/>
          </p:cNvSpPr>
          <p:nvPr>
            <p:ph type="title"/>
          </p:nvPr>
        </p:nvSpPr>
        <p:spPr>
          <a:xfrm>
            <a:off x="950966" y="2386722"/>
            <a:ext cx="9032277" cy="2619200"/>
          </a:xfrm>
        </p:spPr>
        <p:txBody>
          <a:bodyPr wrap="square" anchor="ctr">
            <a:noAutofit/>
          </a:bodyPr>
          <a:lstStyle/>
          <a:p>
            <a:r>
              <a:rPr lang="en-GB" sz="3600" err="1"/>
              <a:t>Melhor</a:t>
            </a:r>
            <a:r>
              <a:rPr lang="en-GB" sz="3600"/>
              <a:t> </a:t>
            </a:r>
            <a:r>
              <a:rPr lang="en-GB" sz="3600" err="1"/>
              <a:t>modelo</a:t>
            </a:r>
            <a:r>
              <a:rPr lang="en-GB" sz="3600"/>
              <a:t>:</a:t>
            </a:r>
            <a:r>
              <a:rPr lang="en-GB" sz="3600" b="0"/>
              <a:t> Rede neuronal</a:t>
            </a:r>
            <a:br>
              <a:rPr lang="en-GB" sz="3600" b="0"/>
            </a:br>
            <a:r>
              <a:rPr lang="en-GB" sz="2000" b="0"/>
              <a:t>A </a:t>
            </a:r>
            <a:r>
              <a:rPr lang="en-GB" sz="2000" b="0" err="1"/>
              <a:t>diferença</a:t>
            </a:r>
            <a:r>
              <a:rPr lang="en-GB" sz="2000" b="0"/>
              <a:t> é </a:t>
            </a:r>
            <a:r>
              <a:rPr lang="en-GB" sz="2000" b="0" err="1"/>
              <a:t>estatisticamente</a:t>
            </a:r>
            <a:r>
              <a:rPr lang="en-GB" sz="2000" b="0"/>
              <a:t> </a:t>
            </a:r>
            <a:r>
              <a:rPr lang="en-GB" sz="2000" b="0" err="1"/>
              <a:t>significativa</a:t>
            </a:r>
            <a:r>
              <a:rPr lang="en-GB" sz="2000" b="0"/>
              <a:t> (p=0.0141 &lt; 0.05).</a:t>
            </a:r>
            <a:br>
              <a:rPr lang="en-GB" sz="3600"/>
            </a:br>
            <a:endParaRPr lang="pt-PT" sz="3600"/>
          </a:p>
        </p:txBody>
      </p:sp>
    </p:spTree>
    <p:extLst>
      <p:ext uri="{BB962C8B-B14F-4D97-AF65-F5344CB8AC3E}">
        <p14:creationId xmlns:p14="http://schemas.microsoft.com/office/powerpoint/2010/main" val="1532074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29D36F23-3FA4-55F1-275F-C5CD7A39E6B4}"/>
              </a:ext>
            </a:extLst>
          </p:cNvPr>
          <p:cNvSpPr>
            <a:spLocks noGrp="1"/>
          </p:cNvSpPr>
          <p:nvPr>
            <p:ph type="subTitle" idx="1"/>
          </p:nvPr>
        </p:nvSpPr>
        <p:spPr/>
        <p:txBody>
          <a:bodyPr/>
          <a:lstStyle/>
          <a:p>
            <a:r>
              <a:rPr lang="pt-PT"/>
              <a:t>Trade-off entre velocidade de treino e precisão dos</a:t>
            </a:r>
          </a:p>
          <a:p>
            <a:r>
              <a:rPr lang="pt-PT"/>
              <a:t>modelos</a:t>
            </a:r>
          </a:p>
        </p:txBody>
      </p:sp>
      <p:sp>
        <p:nvSpPr>
          <p:cNvPr id="6" name="Title 5">
            <a:extLst>
              <a:ext uri="{FF2B5EF4-FFF2-40B4-BE49-F238E27FC236}">
                <a16:creationId xmlns:a16="http://schemas.microsoft.com/office/drawing/2014/main" id="{E28A4B7D-5FF9-EC33-361C-CD2BB79D4A8D}"/>
              </a:ext>
            </a:extLst>
          </p:cNvPr>
          <p:cNvSpPr>
            <a:spLocks noGrp="1"/>
          </p:cNvSpPr>
          <p:nvPr>
            <p:ph type="title"/>
          </p:nvPr>
        </p:nvSpPr>
        <p:spPr/>
        <p:txBody>
          <a:bodyPr/>
          <a:lstStyle/>
          <a:p>
            <a:r>
              <a:rPr lang="pt-PT"/>
              <a:t>Perfis de treino</a:t>
            </a:r>
          </a:p>
        </p:txBody>
      </p:sp>
      <p:pic>
        <p:nvPicPr>
          <p:cNvPr id="23" name="Picture 22">
            <a:extLst>
              <a:ext uri="{FF2B5EF4-FFF2-40B4-BE49-F238E27FC236}">
                <a16:creationId xmlns:a16="http://schemas.microsoft.com/office/drawing/2014/main" id="{43561F5E-D2E8-BD29-108B-038C10FC7B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1133" y="776613"/>
            <a:ext cx="9946618" cy="3544691"/>
          </a:xfrm>
          <a:prstGeom prst="rect">
            <a:avLst/>
          </a:prstGeom>
        </p:spPr>
      </p:pic>
      <p:pic>
        <p:nvPicPr>
          <p:cNvPr id="29" name="Picture 28">
            <a:extLst>
              <a:ext uri="{FF2B5EF4-FFF2-40B4-BE49-F238E27FC236}">
                <a16:creationId xmlns:a16="http://schemas.microsoft.com/office/drawing/2014/main" id="{C8895BB5-2870-F0D4-9401-425D29C069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1133" y="814386"/>
            <a:ext cx="9946618" cy="3544691"/>
          </a:xfrm>
          <a:prstGeom prst="rect">
            <a:avLst/>
          </a:prstGeom>
        </p:spPr>
      </p:pic>
      <p:pic>
        <p:nvPicPr>
          <p:cNvPr id="21" name="Picture 20">
            <a:extLst>
              <a:ext uri="{FF2B5EF4-FFF2-40B4-BE49-F238E27FC236}">
                <a16:creationId xmlns:a16="http://schemas.microsoft.com/office/drawing/2014/main" id="{A3A7C128-E56D-DC50-9984-88EF2D36C0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1133" y="701066"/>
            <a:ext cx="10158608" cy="3620238"/>
          </a:xfrm>
          <a:prstGeom prst="rect">
            <a:avLst/>
          </a:prstGeom>
        </p:spPr>
      </p:pic>
    </p:spTree>
    <p:extLst>
      <p:ext uri="{BB962C8B-B14F-4D97-AF65-F5344CB8AC3E}">
        <p14:creationId xmlns:p14="http://schemas.microsoft.com/office/powerpoint/2010/main" val="2739695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pic>
        <p:nvPicPr>
          <p:cNvPr id="583" name="Google Shape;583;p45"/>
          <p:cNvPicPr preferRelativeResize="0">
            <a:picLocks noGrp="1"/>
          </p:cNvPicPr>
          <p:nvPr>
            <p:ph type="pic" idx="2"/>
          </p:nvPr>
        </p:nvPicPr>
        <p:blipFill rotWithShape="1">
          <a:blip r:embed="rId3">
            <a:alphaModFix/>
          </a:blip>
          <a:srcRect t="32018" b="26309"/>
          <a:stretch/>
        </p:blipFill>
        <p:spPr>
          <a:xfrm>
            <a:off x="950967" y="719334"/>
            <a:ext cx="3734799" cy="2335197"/>
          </a:xfrm>
          <a:prstGeom prst="rect">
            <a:avLst/>
          </a:prstGeom>
        </p:spPr>
      </p:pic>
      <p:pic>
        <p:nvPicPr>
          <p:cNvPr id="585" name="Google Shape;585;p45"/>
          <p:cNvPicPr preferRelativeResize="0">
            <a:picLocks noGrp="1"/>
          </p:cNvPicPr>
          <p:nvPr>
            <p:ph type="pic" idx="4"/>
          </p:nvPr>
        </p:nvPicPr>
        <p:blipFill rotWithShape="1">
          <a:blip r:embed="rId4">
            <a:alphaModFix/>
          </a:blip>
          <a:srcRect t="39355" b="9006"/>
          <a:stretch/>
        </p:blipFill>
        <p:spPr>
          <a:xfrm>
            <a:off x="950967" y="3264534"/>
            <a:ext cx="3734799" cy="2874300"/>
          </a:xfrm>
          <a:prstGeom prst="rect">
            <a:avLst/>
          </a:prstGeom>
        </p:spPr>
      </p:pic>
      <p:sp>
        <p:nvSpPr>
          <p:cNvPr id="10" name="Google Shape;321;p31">
            <a:extLst>
              <a:ext uri="{FF2B5EF4-FFF2-40B4-BE49-F238E27FC236}">
                <a16:creationId xmlns:a16="http://schemas.microsoft.com/office/drawing/2014/main" id="{57008887-1D57-92BB-58C1-D9B7CB44F43C}"/>
              </a:ext>
            </a:extLst>
          </p:cNvPr>
          <p:cNvSpPr txBox="1">
            <a:spLocks noGrp="1"/>
          </p:cNvSpPr>
          <p:nvPr>
            <p:ph type="title"/>
          </p:nvPr>
        </p:nvSpPr>
        <p:spPr>
          <a:xfrm>
            <a:off x="5003229" y="2440916"/>
            <a:ext cx="6475028" cy="2139600"/>
          </a:xfrm>
          <a:prstGeom prst="rect">
            <a:avLst/>
          </a:prstGeom>
        </p:spPr>
        <p:txBody>
          <a:bodyPr spcFirstLastPara="1" wrap="square" lIns="121900" tIns="121900" rIns="121900" bIns="121900" anchor="b" anchorCtr="0">
            <a:noAutofit/>
          </a:bodyPr>
          <a:lstStyle/>
          <a:p>
            <a:r>
              <a:rPr lang="pt-PT" sz="6000"/>
              <a:t>DEMONSTRAÇÃO</a:t>
            </a:r>
            <a:endParaRPr lang="en-US" sz="2000"/>
          </a:p>
        </p:txBody>
      </p:sp>
      <p:sp>
        <p:nvSpPr>
          <p:cNvPr id="11" name="Google Shape;322;p31">
            <a:extLst>
              <a:ext uri="{FF2B5EF4-FFF2-40B4-BE49-F238E27FC236}">
                <a16:creationId xmlns:a16="http://schemas.microsoft.com/office/drawing/2014/main" id="{25378336-3DD4-C47C-364A-E879E8B91A6A}"/>
              </a:ext>
            </a:extLst>
          </p:cNvPr>
          <p:cNvSpPr txBox="1">
            <a:spLocks/>
          </p:cNvSpPr>
          <p:nvPr/>
        </p:nvSpPr>
        <p:spPr>
          <a:xfrm>
            <a:off x="5003229" y="944216"/>
            <a:ext cx="1823456" cy="1399200"/>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L="457200" marR="0" lvl="0" indent="-304800" algn="l" rtl="0" eaLnBrk="1" hangingPunct="1">
              <a:lnSpc>
                <a:spcPct val="100000"/>
              </a:lnSpc>
              <a:spcBef>
                <a:spcPts val="0"/>
              </a:spcBef>
              <a:spcAft>
                <a:spcPts val="0"/>
              </a:spcAft>
              <a:buClr>
                <a:schemeClr val="dk1"/>
              </a:buClr>
              <a:buSzPts val="1200"/>
              <a:buFont typeface="Golos Text"/>
              <a:buChar char="●"/>
              <a:defRPr sz="1200" b="0" i="0" u="none" strike="noStrike" cap="none">
                <a:solidFill>
                  <a:schemeClr val="dk1"/>
                </a:solidFill>
                <a:latin typeface="Golos Text"/>
                <a:ea typeface="Golos Text"/>
                <a:cs typeface="Golos Text"/>
                <a:sym typeface="Golos Text"/>
              </a:defRPr>
            </a:lvl1pPr>
            <a:lvl2pPr marL="914400" marR="0" lvl="1" indent="-304800" algn="l" rtl="0" eaLnBrk="1" hangingPunct="1">
              <a:lnSpc>
                <a:spcPct val="100000"/>
              </a:lnSpc>
              <a:spcBef>
                <a:spcPts val="0"/>
              </a:spcBef>
              <a:spcAft>
                <a:spcPts val="0"/>
              </a:spcAft>
              <a:buClr>
                <a:schemeClr val="dk1"/>
              </a:buClr>
              <a:buSzPts val="1200"/>
              <a:buFont typeface="Golos Text"/>
              <a:buChar char="○"/>
              <a:defRPr sz="1200" b="0" i="0" u="none" strike="noStrike" cap="none">
                <a:solidFill>
                  <a:schemeClr val="dk1"/>
                </a:solidFill>
                <a:latin typeface="Golos Text"/>
                <a:ea typeface="Golos Text"/>
                <a:cs typeface="Golos Text"/>
                <a:sym typeface="Golos Text"/>
              </a:defRPr>
            </a:lvl2pPr>
            <a:lvl3pPr marL="1371600" marR="0" lvl="2" indent="-304800" algn="l" rtl="0" eaLnBrk="1" hangingPunct="1">
              <a:lnSpc>
                <a:spcPct val="100000"/>
              </a:lnSpc>
              <a:spcBef>
                <a:spcPts val="0"/>
              </a:spcBef>
              <a:spcAft>
                <a:spcPts val="0"/>
              </a:spcAft>
              <a:buClr>
                <a:schemeClr val="dk1"/>
              </a:buClr>
              <a:buSzPts val="1200"/>
              <a:buFont typeface="Golos Text"/>
              <a:buChar char="■"/>
              <a:defRPr sz="1200" b="0" i="0" u="none" strike="noStrike" cap="none">
                <a:solidFill>
                  <a:schemeClr val="dk1"/>
                </a:solidFill>
                <a:latin typeface="Golos Text"/>
                <a:ea typeface="Golos Text"/>
                <a:cs typeface="Golos Text"/>
                <a:sym typeface="Golos Text"/>
              </a:defRPr>
            </a:lvl3pPr>
            <a:lvl4pPr marL="1828800" marR="0" lvl="3" indent="-304800" algn="l" rtl="0" eaLnBrk="1" hangingPunct="1">
              <a:lnSpc>
                <a:spcPct val="100000"/>
              </a:lnSpc>
              <a:spcBef>
                <a:spcPts val="0"/>
              </a:spcBef>
              <a:spcAft>
                <a:spcPts val="0"/>
              </a:spcAft>
              <a:buClr>
                <a:schemeClr val="dk1"/>
              </a:buClr>
              <a:buSzPts val="1200"/>
              <a:buFont typeface="Golos Text"/>
              <a:buChar char="●"/>
              <a:defRPr sz="1200" b="0" i="0" u="none" strike="noStrike" cap="none">
                <a:solidFill>
                  <a:schemeClr val="dk1"/>
                </a:solidFill>
                <a:latin typeface="Golos Text"/>
                <a:ea typeface="Golos Text"/>
                <a:cs typeface="Golos Text"/>
                <a:sym typeface="Golos Text"/>
              </a:defRPr>
            </a:lvl4pPr>
            <a:lvl5pPr marL="2286000" marR="0" lvl="4" indent="-304800" algn="l" rtl="0" eaLnBrk="1" hangingPunct="1">
              <a:lnSpc>
                <a:spcPct val="100000"/>
              </a:lnSpc>
              <a:spcBef>
                <a:spcPts val="0"/>
              </a:spcBef>
              <a:spcAft>
                <a:spcPts val="0"/>
              </a:spcAft>
              <a:buClr>
                <a:schemeClr val="dk1"/>
              </a:buClr>
              <a:buSzPts val="1200"/>
              <a:buFont typeface="Golos Text"/>
              <a:buChar char="○"/>
              <a:defRPr sz="1200" b="0" i="0" u="none" strike="noStrike" cap="none">
                <a:solidFill>
                  <a:schemeClr val="dk1"/>
                </a:solidFill>
                <a:latin typeface="Golos Text"/>
                <a:ea typeface="Golos Text"/>
                <a:cs typeface="Golos Text"/>
                <a:sym typeface="Golos Text"/>
              </a:defRPr>
            </a:lvl5pPr>
            <a:lvl6pPr marL="2743200" marR="0" lvl="5" indent="-304800" algn="l" rtl="0" eaLnBrk="1" hangingPunct="1">
              <a:lnSpc>
                <a:spcPct val="100000"/>
              </a:lnSpc>
              <a:spcBef>
                <a:spcPts val="0"/>
              </a:spcBef>
              <a:spcAft>
                <a:spcPts val="0"/>
              </a:spcAft>
              <a:buClr>
                <a:schemeClr val="dk1"/>
              </a:buClr>
              <a:buSzPts val="1200"/>
              <a:buFont typeface="Golos Text"/>
              <a:buChar char="■"/>
              <a:defRPr sz="1200" b="0" i="0" u="none" strike="noStrike" cap="none">
                <a:solidFill>
                  <a:schemeClr val="dk1"/>
                </a:solidFill>
                <a:latin typeface="Golos Text"/>
                <a:ea typeface="Golos Text"/>
                <a:cs typeface="Golos Text"/>
                <a:sym typeface="Golos Text"/>
              </a:defRPr>
            </a:lvl6pPr>
            <a:lvl7pPr marL="3200400" marR="0" lvl="6" indent="-304800" algn="l" rtl="0" eaLnBrk="1" hangingPunct="1">
              <a:lnSpc>
                <a:spcPct val="100000"/>
              </a:lnSpc>
              <a:spcBef>
                <a:spcPts val="0"/>
              </a:spcBef>
              <a:spcAft>
                <a:spcPts val="0"/>
              </a:spcAft>
              <a:buClr>
                <a:schemeClr val="dk1"/>
              </a:buClr>
              <a:buSzPts val="1200"/>
              <a:buFont typeface="Golos Text"/>
              <a:buChar char="●"/>
              <a:defRPr sz="1200" b="0" i="0" u="none" strike="noStrike" cap="none">
                <a:solidFill>
                  <a:schemeClr val="dk1"/>
                </a:solidFill>
                <a:latin typeface="Golos Text"/>
                <a:ea typeface="Golos Text"/>
                <a:cs typeface="Golos Text"/>
                <a:sym typeface="Golos Text"/>
              </a:defRPr>
            </a:lvl7pPr>
            <a:lvl8pPr marL="3657600" marR="0" lvl="7" indent="-304800" algn="l" rtl="0" eaLnBrk="1" hangingPunct="1">
              <a:lnSpc>
                <a:spcPct val="100000"/>
              </a:lnSpc>
              <a:spcBef>
                <a:spcPts val="0"/>
              </a:spcBef>
              <a:spcAft>
                <a:spcPts val="0"/>
              </a:spcAft>
              <a:buClr>
                <a:schemeClr val="dk1"/>
              </a:buClr>
              <a:buSzPts val="1200"/>
              <a:buFont typeface="Golos Text"/>
              <a:buChar char="○"/>
              <a:defRPr sz="1200" b="0" i="0" u="none" strike="noStrike" cap="none">
                <a:solidFill>
                  <a:schemeClr val="dk1"/>
                </a:solidFill>
                <a:latin typeface="Golos Text"/>
                <a:ea typeface="Golos Text"/>
                <a:cs typeface="Golos Text"/>
                <a:sym typeface="Golos Text"/>
              </a:defRPr>
            </a:lvl8pPr>
            <a:lvl9pPr marL="4114800" marR="0" lvl="8" indent="-304800" algn="l" rtl="0" eaLnBrk="1" hangingPunct="1">
              <a:lnSpc>
                <a:spcPct val="100000"/>
              </a:lnSpc>
              <a:spcBef>
                <a:spcPts val="0"/>
              </a:spcBef>
              <a:spcAft>
                <a:spcPts val="0"/>
              </a:spcAft>
              <a:buClr>
                <a:schemeClr val="dk1"/>
              </a:buClr>
              <a:buSzPts val="1200"/>
              <a:buFont typeface="Golos Text"/>
              <a:buChar char="■"/>
              <a:defRPr sz="1200" b="0" i="0" u="none" strike="noStrike" cap="none">
                <a:solidFill>
                  <a:schemeClr val="dk1"/>
                </a:solidFill>
                <a:latin typeface="Golos Text"/>
                <a:ea typeface="Golos Text"/>
                <a:cs typeface="Golos Text"/>
                <a:sym typeface="Golos Text"/>
              </a:defRPr>
            </a:lvl9pPr>
          </a:lstStyle>
          <a:p>
            <a:pPr marL="152400" indent="0">
              <a:buNone/>
            </a:pPr>
            <a:r>
              <a:rPr lang="pt-PT" sz="8000" b="1">
                <a:latin typeface="Hind"/>
                <a:cs typeface="Hind"/>
                <a:sym typeface="Hind"/>
              </a:rPr>
              <a:t>04</a:t>
            </a:r>
          </a:p>
        </p:txBody>
      </p:sp>
      <p:cxnSp>
        <p:nvCxnSpPr>
          <p:cNvPr id="12" name="Google Shape;340;p31">
            <a:extLst>
              <a:ext uri="{FF2B5EF4-FFF2-40B4-BE49-F238E27FC236}">
                <a16:creationId xmlns:a16="http://schemas.microsoft.com/office/drawing/2014/main" id="{8082BE74-2445-C89C-A869-9E2116CD6EA2}"/>
              </a:ext>
            </a:extLst>
          </p:cNvPr>
          <p:cNvCxnSpPr/>
          <p:nvPr/>
        </p:nvCxnSpPr>
        <p:spPr>
          <a:xfrm>
            <a:off x="5393065" y="833931"/>
            <a:ext cx="812800" cy="0"/>
          </a:xfrm>
          <a:prstGeom prst="straightConnector1">
            <a:avLst/>
          </a:prstGeom>
          <a:noFill/>
          <a:ln w="28575" cap="flat" cmpd="sng">
            <a:solidFill>
              <a:schemeClr val="dk2"/>
            </a:solidFill>
            <a:prstDash val="solid"/>
            <a:round/>
            <a:headEnd type="none" w="med" len="med"/>
            <a:tailEnd type="none" w="med" len="med"/>
          </a:ln>
        </p:spPr>
      </p:cxnSp>
      <p:pic>
        <p:nvPicPr>
          <p:cNvPr id="8" name="Picture 7">
            <a:extLst>
              <a:ext uri="{FF2B5EF4-FFF2-40B4-BE49-F238E27FC236}">
                <a16:creationId xmlns:a16="http://schemas.microsoft.com/office/drawing/2014/main" id="{55D9D81D-8ABA-8657-1494-FDEB2BE38F76}"/>
              </a:ext>
            </a:extLst>
          </p:cNvPr>
          <p:cNvPicPr>
            <a:picLocks noChangeAspect="1"/>
          </p:cNvPicPr>
          <p:nvPr/>
        </p:nvPicPr>
        <p:blipFill>
          <a:blip r:embed="rId5"/>
          <a:stretch>
            <a:fillRect/>
          </a:stretch>
        </p:blipFill>
        <p:spPr>
          <a:xfrm>
            <a:off x="950967" y="3264366"/>
            <a:ext cx="3800787" cy="28743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215CB551-70EA-8E06-4FBB-CC96DE6E7E35}"/>
            </a:ext>
          </a:extLst>
        </p:cNvPr>
        <p:cNvGrpSpPr/>
        <p:nvPr/>
      </p:nvGrpSpPr>
      <p:grpSpPr>
        <a:xfrm>
          <a:off x="0" y="0"/>
          <a:ext cx="0" cy="0"/>
          <a:chOff x="0" y="0"/>
          <a:chExt cx="0" cy="0"/>
        </a:xfrm>
      </p:grpSpPr>
      <p:sp>
        <p:nvSpPr>
          <p:cNvPr id="321" name="Google Shape;321;p31">
            <a:extLst>
              <a:ext uri="{FF2B5EF4-FFF2-40B4-BE49-F238E27FC236}">
                <a16:creationId xmlns:a16="http://schemas.microsoft.com/office/drawing/2014/main" id="{8C105235-4A5B-AAF7-DA6C-B2E3AD4169A8}"/>
              </a:ext>
            </a:extLst>
          </p:cNvPr>
          <p:cNvSpPr txBox="1">
            <a:spLocks noGrp="1"/>
          </p:cNvSpPr>
          <p:nvPr>
            <p:ph type="title"/>
          </p:nvPr>
        </p:nvSpPr>
        <p:spPr>
          <a:xfrm>
            <a:off x="5510533" y="3211267"/>
            <a:ext cx="6475028" cy="2139600"/>
          </a:xfrm>
          <a:prstGeom prst="rect">
            <a:avLst/>
          </a:prstGeom>
        </p:spPr>
        <p:txBody>
          <a:bodyPr spcFirstLastPara="1" wrap="square" lIns="121900" tIns="121900" rIns="121900" bIns="121900" anchor="b" anchorCtr="0">
            <a:noAutofit/>
          </a:bodyPr>
          <a:lstStyle/>
          <a:p>
            <a:r>
              <a:rPr lang="pt-PT" sz="6650"/>
              <a:t>CONCLUSÃO</a:t>
            </a:r>
            <a:endParaRPr lang="en-US"/>
          </a:p>
        </p:txBody>
      </p:sp>
      <p:sp>
        <p:nvSpPr>
          <p:cNvPr id="322" name="Google Shape;322;p31">
            <a:extLst>
              <a:ext uri="{FF2B5EF4-FFF2-40B4-BE49-F238E27FC236}">
                <a16:creationId xmlns:a16="http://schemas.microsoft.com/office/drawing/2014/main" id="{C3C7D967-E5DA-16B9-68E5-B7FE55D08EC8}"/>
              </a:ext>
            </a:extLst>
          </p:cNvPr>
          <p:cNvSpPr txBox="1">
            <a:spLocks noGrp="1"/>
          </p:cNvSpPr>
          <p:nvPr>
            <p:ph type="title" idx="2"/>
          </p:nvPr>
        </p:nvSpPr>
        <p:spPr>
          <a:xfrm>
            <a:off x="5510533" y="1714567"/>
            <a:ext cx="1934400" cy="1399200"/>
          </a:xfrm>
          <a:prstGeom prst="rect">
            <a:avLst/>
          </a:prstGeom>
        </p:spPr>
        <p:txBody>
          <a:bodyPr spcFirstLastPara="1" wrap="square" lIns="121900" tIns="121900" rIns="121900" bIns="121900" anchor="b" anchorCtr="0">
            <a:noAutofit/>
          </a:bodyPr>
          <a:lstStyle/>
          <a:p>
            <a:r>
              <a:rPr lang="pt-PT"/>
              <a:t>05</a:t>
            </a:r>
            <a:endParaRPr lang="pt-PT" noProof="0"/>
          </a:p>
        </p:txBody>
      </p:sp>
      <p:pic>
        <p:nvPicPr>
          <p:cNvPr id="323" name="Google Shape;323;p31">
            <a:extLst>
              <a:ext uri="{FF2B5EF4-FFF2-40B4-BE49-F238E27FC236}">
                <a16:creationId xmlns:a16="http://schemas.microsoft.com/office/drawing/2014/main" id="{D2E01ED3-0E0A-41FB-C611-20EFA9BDDFEB}"/>
              </a:ext>
            </a:extLst>
          </p:cNvPr>
          <p:cNvPicPr preferRelativeResize="0"/>
          <p:nvPr/>
        </p:nvPicPr>
        <p:blipFill>
          <a:blip r:embed="rId3">
            <a:alphaModFix amt="21000"/>
          </a:blip>
          <a:stretch>
            <a:fillRect/>
          </a:stretch>
        </p:blipFill>
        <p:spPr>
          <a:xfrm flipH="1">
            <a:off x="-710470" y="-5"/>
            <a:ext cx="6366801" cy="3385461"/>
          </a:xfrm>
          <a:prstGeom prst="rect">
            <a:avLst/>
          </a:prstGeom>
          <a:noFill/>
          <a:ln>
            <a:noFill/>
          </a:ln>
        </p:spPr>
      </p:pic>
      <p:grpSp>
        <p:nvGrpSpPr>
          <p:cNvPr id="324" name="Google Shape;324;p31">
            <a:extLst>
              <a:ext uri="{FF2B5EF4-FFF2-40B4-BE49-F238E27FC236}">
                <a16:creationId xmlns:a16="http://schemas.microsoft.com/office/drawing/2014/main" id="{3D571D37-54A3-7841-1C9D-F9F1BFCC790A}"/>
              </a:ext>
            </a:extLst>
          </p:cNvPr>
          <p:cNvGrpSpPr/>
          <p:nvPr/>
        </p:nvGrpSpPr>
        <p:grpSpPr>
          <a:xfrm flipH="1">
            <a:off x="-1219459" y="607498"/>
            <a:ext cx="7084491" cy="6861268"/>
            <a:chOff x="4326600" y="455623"/>
            <a:chExt cx="5313368" cy="5145951"/>
          </a:xfrm>
        </p:grpSpPr>
        <p:sp>
          <p:nvSpPr>
            <p:cNvPr id="325" name="Google Shape;325;p31">
              <a:extLst>
                <a:ext uri="{FF2B5EF4-FFF2-40B4-BE49-F238E27FC236}">
                  <a16:creationId xmlns:a16="http://schemas.microsoft.com/office/drawing/2014/main" id="{989E85B3-742B-EC82-0F81-46948BC20ED3}"/>
                </a:ext>
              </a:extLst>
            </p:cNvPr>
            <p:cNvSpPr/>
            <p:nvPr/>
          </p:nvSpPr>
          <p:spPr>
            <a:xfrm>
              <a:off x="4326600" y="45562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sp>
          <p:nvSpPr>
            <p:cNvPr id="326" name="Google Shape;326;p31">
              <a:extLst>
                <a:ext uri="{FF2B5EF4-FFF2-40B4-BE49-F238E27FC236}">
                  <a16:creationId xmlns:a16="http://schemas.microsoft.com/office/drawing/2014/main" id="{B8ADE6C9-DC11-D4BE-1886-38030878E095}"/>
                </a:ext>
              </a:extLst>
            </p:cNvPr>
            <p:cNvSpPr/>
            <p:nvPr/>
          </p:nvSpPr>
          <p:spPr>
            <a:xfrm>
              <a:off x="4368901" y="76764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sp>
          <p:nvSpPr>
            <p:cNvPr id="327" name="Google Shape;327;p31">
              <a:extLst>
                <a:ext uri="{FF2B5EF4-FFF2-40B4-BE49-F238E27FC236}">
                  <a16:creationId xmlns:a16="http://schemas.microsoft.com/office/drawing/2014/main" id="{AFEF8FBE-7502-A398-9D5C-D25142A42E88}"/>
                </a:ext>
              </a:extLst>
            </p:cNvPr>
            <p:cNvSpPr/>
            <p:nvPr/>
          </p:nvSpPr>
          <p:spPr>
            <a:xfrm>
              <a:off x="4368899" y="45562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grpSp>
      <p:pic>
        <p:nvPicPr>
          <p:cNvPr id="328" name="Google Shape;328;p31">
            <a:extLst>
              <a:ext uri="{FF2B5EF4-FFF2-40B4-BE49-F238E27FC236}">
                <a16:creationId xmlns:a16="http://schemas.microsoft.com/office/drawing/2014/main" id="{B8D74A52-2711-FA9F-5660-6BD94E5AB448}"/>
              </a:ext>
            </a:extLst>
          </p:cNvPr>
          <p:cNvPicPr preferRelativeResize="0"/>
          <p:nvPr/>
        </p:nvPicPr>
        <p:blipFill>
          <a:blip r:embed="rId4">
            <a:alphaModFix amt="79000"/>
          </a:blip>
          <a:stretch>
            <a:fillRect/>
          </a:stretch>
        </p:blipFill>
        <p:spPr>
          <a:xfrm flipH="1">
            <a:off x="17567" y="-1758337"/>
            <a:ext cx="3125799" cy="3128340"/>
          </a:xfrm>
          <a:prstGeom prst="rect">
            <a:avLst/>
          </a:prstGeom>
          <a:noFill/>
          <a:ln>
            <a:noFill/>
          </a:ln>
        </p:spPr>
      </p:pic>
      <p:pic>
        <p:nvPicPr>
          <p:cNvPr id="329" name="Google Shape;329;p31">
            <a:extLst>
              <a:ext uri="{FF2B5EF4-FFF2-40B4-BE49-F238E27FC236}">
                <a16:creationId xmlns:a16="http://schemas.microsoft.com/office/drawing/2014/main" id="{6F5B77CC-4B08-6C1B-3390-99BA7C37287E}"/>
              </a:ext>
            </a:extLst>
          </p:cNvPr>
          <p:cNvPicPr preferRelativeResize="0"/>
          <p:nvPr/>
        </p:nvPicPr>
        <p:blipFill>
          <a:blip r:embed="rId4">
            <a:alphaModFix amt="79000"/>
          </a:blip>
          <a:stretch>
            <a:fillRect/>
          </a:stretch>
        </p:blipFill>
        <p:spPr>
          <a:xfrm flipH="1">
            <a:off x="-2151500" y="3113197"/>
            <a:ext cx="3125799" cy="3128340"/>
          </a:xfrm>
          <a:prstGeom prst="rect">
            <a:avLst/>
          </a:prstGeom>
          <a:noFill/>
          <a:ln>
            <a:noFill/>
          </a:ln>
        </p:spPr>
      </p:pic>
      <p:pic>
        <p:nvPicPr>
          <p:cNvPr id="330" name="Google Shape;330;p31">
            <a:extLst>
              <a:ext uri="{FF2B5EF4-FFF2-40B4-BE49-F238E27FC236}">
                <a16:creationId xmlns:a16="http://schemas.microsoft.com/office/drawing/2014/main" id="{E9F0688D-D5C5-7D65-2F49-FFE4512934F0}"/>
              </a:ext>
            </a:extLst>
          </p:cNvPr>
          <p:cNvPicPr preferRelativeResize="0"/>
          <p:nvPr/>
        </p:nvPicPr>
        <p:blipFill>
          <a:blip r:embed="rId4">
            <a:alphaModFix amt="79000"/>
          </a:blip>
          <a:stretch>
            <a:fillRect/>
          </a:stretch>
        </p:blipFill>
        <p:spPr>
          <a:xfrm flipH="1">
            <a:off x="-1015266" y="5754797"/>
            <a:ext cx="3125799" cy="3128340"/>
          </a:xfrm>
          <a:prstGeom prst="rect">
            <a:avLst/>
          </a:prstGeom>
          <a:noFill/>
          <a:ln>
            <a:noFill/>
          </a:ln>
        </p:spPr>
      </p:pic>
      <p:grpSp>
        <p:nvGrpSpPr>
          <p:cNvPr id="331" name="Google Shape;331;p31">
            <a:extLst>
              <a:ext uri="{FF2B5EF4-FFF2-40B4-BE49-F238E27FC236}">
                <a16:creationId xmlns:a16="http://schemas.microsoft.com/office/drawing/2014/main" id="{6ACA96FD-C729-0E27-05F0-0534D5B40748}"/>
              </a:ext>
            </a:extLst>
          </p:cNvPr>
          <p:cNvGrpSpPr/>
          <p:nvPr/>
        </p:nvGrpSpPr>
        <p:grpSpPr>
          <a:xfrm>
            <a:off x="1105617" y="4269834"/>
            <a:ext cx="2864284" cy="3514332"/>
            <a:chOff x="5119300" y="3450025"/>
            <a:chExt cx="2148213" cy="2635749"/>
          </a:xfrm>
        </p:grpSpPr>
        <p:pic>
          <p:nvPicPr>
            <p:cNvPr id="332" name="Google Shape;332;p31">
              <a:extLst>
                <a:ext uri="{FF2B5EF4-FFF2-40B4-BE49-F238E27FC236}">
                  <a16:creationId xmlns:a16="http://schemas.microsoft.com/office/drawing/2014/main" id="{CE29C988-1218-0D3D-409D-CF1AACBDB9EC}"/>
                </a:ext>
              </a:extLst>
            </p:cNvPr>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33" name="Google Shape;333;p31">
              <a:extLst>
                <a:ext uri="{FF2B5EF4-FFF2-40B4-BE49-F238E27FC236}">
                  <a16:creationId xmlns:a16="http://schemas.microsoft.com/office/drawing/2014/main" id="{50C6E1AC-AF39-1675-315E-D552211A24A6}"/>
                </a:ext>
              </a:extLst>
            </p:cNvPr>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334" name="Google Shape;334;p31">
            <a:extLst>
              <a:ext uri="{FF2B5EF4-FFF2-40B4-BE49-F238E27FC236}">
                <a16:creationId xmlns:a16="http://schemas.microsoft.com/office/drawing/2014/main" id="{02F13728-D9A5-363D-9435-99DF36799E12}"/>
              </a:ext>
            </a:extLst>
          </p:cNvPr>
          <p:cNvGrpSpPr/>
          <p:nvPr/>
        </p:nvGrpSpPr>
        <p:grpSpPr>
          <a:xfrm>
            <a:off x="950983" y="-629299"/>
            <a:ext cx="2864284" cy="3514332"/>
            <a:chOff x="5119300" y="3450025"/>
            <a:chExt cx="2148213" cy="2635749"/>
          </a:xfrm>
        </p:grpSpPr>
        <p:pic>
          <p:nvPicPr>
            <p:cNvPr id="335" name="Google Shape;335;p31">
              <a:extLst>
                <a:ext uri="{FF2B5EF4-FFF2-40B4-BE49-F238E27FC236}">
                  <a16:creationId xmlns:a16="http://schemas.microsoft.com/office/drawing/2014/main" id="{3F313808-4D33-D314-8BF5-97EA1C48C60E}"/>
                </a:ext>
              </a:extLst>
            </p:cNvPr>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36" name="Google Shape;336;p31">
              <a:extLst>
                <a:ext uri="{FF2B5EF4-FFF2-40B4-BE49-F238E27FC236}">
                  <a16:creationId xmlns:a16="http://schemas.microsoft.com/office/drawing/2014/main" id="{98C309A0-7EDA-A9C4-7082-9DED6944504C}"/>
                </a:ext>
              </a:extLst>
            </p:cNvPr>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337" name="Google Shape;337;p31">
            <a:extLst>
              <a:ext uri="{FF2B5EF4-FFF2-40B4-BE49-F238E27FC236}">
                <a16:creationId xmlns:a16="http://schemas.microsoft.com/office/drawing/2014/main" id="{3FE7242A-B2FC-984D-CB90-4E6A4736F72F}"/>
              </a:ext>
            </a:extLst>
          </p:cNvPr>
          <p:cNvGrpSpPr/>
          <p:nvPr/>
        </p:nvGrpSpPr>
        <p:grpSpPr>
          <a:xfrm>
            <a:off x="8838250" y="-1694266"/>
            <a:ext cx="2864284" cy="3514332"/>
            <a:chOff x="5119300" y="3450025"/>
            <a:chExt cx="2148213" cy="2635749"/>
          </a:xfrm>
        </p:grpSpPr>
        <p:pic>
          <p:nvPicPr>
            <p:cNvPr id="338" name="Google Shape;338;p31">
              <a:extLst>
                <a:ext uri="{FF2B5EF4-FFF2-40B4-BE49-F238E27FC236}">
                  <a16:creationId xmlns:a16="http://schemas.microsoft.com/office/drawing/2014/main" id="{F9720417-A54D-BD15-316B-E97A9D98EEE9}"/>
                </a:ext>
              </a:extLst>
            </p:cNvPr>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39" name="Google Shape;339;p31">
              <a:extLst>
                <a:ext uri="{FF2B5EF4-FFF2-40B4-BE49-F238E27FC236}">
                  <a16:creationId xmlns:a16="http://schemas.microsoft.com/office/drawing/2014/main" id="{6AC3E4B9-7176-D747-5AFD-B62FF4F64534}"/>
                </a:ext>
              </a:extLst>
            </p:cNvPr>
            <p:cNvPicPr preferRelativeResize="0"/>
            <p:nvPr/>
          </p:nvPicPr>
          <p:blipFill>
            <a:blip r:embed="rId5">
              <a:alphaModFix/>
            </a:blip>
            <a:stretch>
              <a:fillRect/>
            </a:stretch>
          </p:blipFill>
          <p:spPr>
            <a:xfrm>
              <a:off x="5576500" y="4392300"/>
              <a:ext cx="1691013" cy="1693474"/>
            </a:xfrm>
            <a:prstGeom prst="rect">
              <a:avLst/>
            </a:prstGeom>
            <a:noFill/>
            <a:ln>
              <a:noFill/>
            </a:ln>
          </p:spPr>
        </p:pic>
      </p:grpSp>
      <p:cxnSp>
        <p:nvCxnSpPr>
          <p:cNvPr id="340" name="Google Shape;340;p31">
            <a:extLst>
              <a:ext uri="{FF2B5EF4-FFF2-40B4-BE49-F238E27FC236}">
                <a16:creationId xmlns:a16="http://schemas.microsoft.com/office/drawing/2014/main" id="{2EB773DE-E9D3-E103-8784-B9244731A90E}"/>
              </a:ext>
            </a:extLst>
          </p:cNvPr>
          <p:cNvCxnSpPr/>
          <p:nvPr/>
        </p:nvCxnSpPr>
        <p:spPr>
          <a:xfrm>
            <a:off x="5674900" y="1572967"/>
            <a:ext cx="812800"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22540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4">
          <a:extLst>
            <a:ext uri="{FF2B5EF4-FFF2-40B4-BE49-F238E27FC236}">
              <a16:creationId xmlns:a16="http://schemas.microsoft.com/office/drawing/2014/main" id="{6FD2C113-284A-FED8-5EE8-1FE1F4159895}"/>
            </a:ext>
          </a:extLst>
        </p:cNvPr>
        <p:cNvGrpSpPr/>
        <p:nvPr/>
      </p:nvGrpSpPr>
      <p:grpSpPr>
        <a:xfrm>
          <a:off x="0" y="0"/>
          <a:ext cx="0" cy="0"/>
          <a:chOff x="0" y="0"/>
          <a:chExt cx="0" cy="0"/>
        </a:xfrm>
      </p:grpSpPr>
      <p:sp>
        <p:nvSpPr>
          <p:cNvPr id="345" name="Google Shape;345;p32">
            <a:extLst>
              <a:ext uri="{FF2B5EF4-FFF2-40B4-BE49-F238E27FC236}">
                <a16:creationId xmlns:a16="http://schemas.microsoft.com/office/drawing/2014/main" id="{549491F2-AE9B-AF61-DD19-8B5E0E0498A3}"/>
              </a:ext>
            </a:extLst>
          </p:cNvPr>
          <p:cNvSpPr txBox="1">
            <a:spLocks noGrp="1"/>
          </p:cNvSpPr>
          <p:nvPr>
            <p:ph type="subTitle" idx="4"/>
          </p:nvPr>
        </p:nvSpPr>
        <p:spPr>
          <a:xfrm>
            <a:off x="6050962" y="2436059"/>
            <a:ext cx="3876400" cy="745200"/>
          </a:xfrm>
          <a:prstGeom prst="rect">
            <a:avLst/>
          </a:prstGeom>
        </p:spPr>
        <p:txBody>
          <a:bodyPr spcFirstLastPara="1" wrap="square" lIns="121900" tIns="121900" rIns="121900" bIns="121900" anchor="b" anchorCtr="0">
            <a:noAutofit/>
          </a:bodyPr>
          <a:lstStyle/>
          <a:p>
            <a:pPr marL="0" indent="0"/>
            <a:r>
              <a:rPr lang="pt-PT"/>
              <a:t>No Âmbito do Projeto</a:t>
            </a:r>
            <a:endParaRPr lang="pt-PT" noProof="0"/>
          </a:p>
        </p:txBody>
      </p:sp>
      <p:sp>
        <p:nvSpPr>
          <p:cNvPr id="346" name="Google Shape;346;p32">
            <a:extLst>
              <a:ext uri="{FF2B5EF4-FFF2-40B4-BE49-F238E27FC236}">
                <a16:creationId xmlns:a16="http://schemas.microsoft.com/office/drawing/2014/main" id="{E57C0A7F-724B-A365-2A85-176BFECFE363}"/>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pt-PT"/>
              <a:t>Conclusões</a:t>
            </a:r>
            <a:endParaRPr lang="en-US"/>
          </a:p>
        </p:txBody>
      </p:sp>
      <p:sp>
        <p:nvSpPr>
          <p:cNvPr id="347" name="Google Shape;347;p32">
            <a:extLst>
              <a:ext uri="{FF2B5EF4-FFF2-40B4-BE49-F238E27FC236}">
                <a16:creationId xmlns:a16="http://schemas.microsoft.com/office/drawing/2014/main" id="{6CBA48C0-5B7A-3297-D25E-2C9508D4096D}"/>
              </a:ext>
            </a:extLst>
          </p:cNvPr>
          <p:cNvSpPr txBox="1">
            <a:spLocks noGrp="1"/>
          </p:cNvSpPr>
          <p:nvPr>
            <p:ph type="subTitle" idx="1"/>
          </p:nvPr>
        </p:nvSpPr>
        <p:spPr>
          <a:xfrm>
            <a:off x="6091064" y="3302527"/>
            <a:ext cx="4357663" cy="1929600"/>
          </a:xfrm>
          <a:prstGeom prst="rect">
            <a:avLst/>
          </a:prstGeom>
        </p:spPr>
        <p:txBody>
          <a:bodyPr spcFirstLastPara="1" wrap="square" lIns="121900" tIns="121900" rIns="121900" bIns="121900" anchor="t" anchorCtr="0">
            <a:noAutofit/>
          </a:bodyPr>
          <a:lstStyle/>
          <a:p>
            <a:pPr marL="0" indent="0" algn="just"/>
            <a:r>
              <a:rPr lang="pt-PT" sz="1400"/>
              <a:t>Os modelos desenvolvidos são uma ferramenta promissora para triagem e diagnóstico do estado da rede em diversas localizações, com grande potencial no seu uso para descobrir que locais poderiam mais facilmente alojar uma expansão da rede de estações de carregamento de veículos elétricos.</a:t>
            </a:r>
            <a:endParaRPr lang="pt-PT" sz="1400" noProof="0"/>
          </a:p>
        </p:txBody>
      </p:sp>
      <p:sp>
        <p:nvSpPr>
          <p:cNvPr id="348" name="Google Shape;348;p32">
            <a:extLst>
              <a:ext uri="{FF2B5EF4-FFF2-40B4-BE49-F238E27FC236}">
                <a16:creationId xmlns:a16="http://schemas.microsoft.com/office/drawing/2014/main" id="{8EC44C73-700D-DDCA-5F18-1A8D92E1D21E}"/>
              </a:ext>
            </a:extLst>
          </p:cNvPr>
          <p:cNvSpPr txBox="1">
            <a:spLocks noGrp="1"/>
          </p:cNvSpPr>
          <p:nvPr>
            <p:ph type="subTitle" idx="2"/>
          </p:nvPr>
        </p:nvSpPr>
        <p:spPr>
          <a:xfrm>
            <a:off x="960993" y="3302527"/>
            <a:ext cx="4618346" cy="3353335"/>
          </a:xfrm>
          <a:prstGeom prst="rect">
            <a:avLst/>
          </a:prstGeom>
        </p:spPr>
        <p:txBody>
          <a:bodyPr spcFirstLastPara="1" wrap="square" lIns="121900" tIns="121900" rIns="121900" bIns="121900" anchor="t" anchorCtr="0">
            <a:noAutofit/>
          </a:bodyPr>
          <a:lstStyle/>
          <a:p>
            <a:pPr marL="0" indent="0" algn="just"/>
            <a:r>
              <a:rPr lang="en-GB" sz="1400" dirty="0"/>
              <a:t>As </a:t>
            </a:r>
            <a:r>
              <a:rPr lang="en-GB" sz="1400" dirty="0" err="1"/>
              <a:t>principais</a:t>
            </a:r>
            <a:r>
              <a:rPr lang="en-GB" sz="1400" dirty="0"/>
              <a:t> </a:t>
            </a:r>
            <a:r>
              <a:rPr lang="en-GB" sz="1400" dirty="0" err="1"/>
              <a:t>limitações</a:t>
            </a:r>
            <a:r>
              <a:rPr lang="en-GB" sz="1400" dirty="0"/>
              <a:t> do </a:t>
            </a:r>
            <a:r>
              <a:rPr lang="en-GB" sz="1400" dirty="0" err="1"/>
              <a:t>estudo</a:t>
            </a:r>
            <a:r>
              <a:rPr lang="en-GB" sz="1400" dirty="0"/>
              <a:t> </a:t>
            </a:r>
            <a:r>
              <a:rPr lang="en-GB" sz="1400" dirty="0" err="1"/>
              <a:t>são</a:t>
            </a:r>
            <a:r>
              <a:rPr lang="en-GB" sz="1400" dirty="0"/>
              <a:t>: a </a:t>
            </a:r>
            <a:r>
              <a:rPr lang="en-GB" sz="1400" dirty="0" err="1"/>
              <a:t>falta</a:t>
            </a:r>
            <a:r>
              <a:rPr lang="en-GB" sz="1400" dirty="0"/>
              <a:t> de dados </a:t>
            </a:r>
            <a:r>
              <a:rPr lang="en-GB" sz="1400" dirty="0" err="1"/>
              <a:t>temporais</a:t>
            </a:r>
            <a:r>
              <a:rPr lang="en-GB" sz="1400" dirty="0"/>
              <a:t> (o </a:t>
            </a:r>
            <a:r>
              <a:rPr lang="en-GB" sz="1400" dirty="0" err="1"/>
              <a:t>que</a:t>
            </a:r>
            <a:r>
              <a:rPr lang="en-GB" sz="1400" dirty="0"/>
              <a:t> impede </a:t>
            </a:r>
            <a:r>
              <a:rPr lang="en-GB" sz="1400" dirty="0" err="1"/>
              <a:t>prever</a:t>
            </a:r>
            <a:r>
              <a:rPr lang="en-GB" sz="1400" dirty="0"/>
              <a:t> </a:t>
            </a:r>
            <a:r>
              <a:rPr lang="en-GB" sz="1400" dirty="0" err="1"/>
              <a:t>picos</a:t>
            </a:r>
            <a:r>
              <a:rPr lang="en-GB" sz="1400" dirty="0"/>
              <a:t> de </a:t>
            </a:r>
            <a:r>
              <a:rPr lang="en-GB" sz="1400" dirty="0" err="1"/>
              <a:t>consumo</a:t>
            </a:r>
            <a:r>
              <a:rPr lang="en-GB" sz="1400" dirty="0"/>
              <a:t>); o facto de as </a:t>
            </a:r>
            <a:r>
              <a:rPr lang="en-GB" sz="1400" dirty="0" err="1"/>
              <a:t>variáveis</a:t>
            </a:r>
            <a:r>
              <a:rPr lang="en-GB" sz="1400" dirty="0"/>
              <a:t> </a:t>
            </a:r>
            <a:r>
              <a:rPr lang="en-GB" sz="1400" dirty="0" err="1"/>
              <a:t>geográficas</a:t>
            </a:r>
            <a:r>
              <a:rPr lang="en-GB" sz="1400" dirty="0"/>
              <a:t> </a:t>
            </a:r>
            <a:r>
              <a:rPr lang="en-GB" sz="1400" dirty="0" err="1"/>
              <a:t>estarem</a:t>
            </a:r>
            <a:r>
              <a:rPr lang="en-GB" sz="1400" dirty="0"/>
              <a:t> </a:t>
            </a:r>
            <a:r>
              <a:rPr lang="en-GB" sz="1400" dirty="0" err="1"/>
              <a:t>agregadas</a:t>
            </a:r>
            <a:r>
              <a:rPr lang="en-GB" sz="1400" dirty="0"/>
              <a:t> </a:t>
            </a:r>
            <a:r>
              <a:rPr lang="en-GB" sz="1400" dirty="0" err="1"/>
              <a:t>por</a:t>
            </a:r>
            <a:r>
              <a:rPr lang="en-GB" sz="1400" dirty="0"/>
              <a:t> concelho, </a:t>
            </a:r>
            <a:r>
              <a:rPr lang="en-GB" sz="1400" dirty="0" err="1"/>
              <a:t>introduzindo</a:t>
            </a:r>
            <a:r>
              <a:rPr lang="en-GB" sz="1400" dirty="0"/>
              <a:t> </a:t>
            </a:r>
            <a:r>
              <a:rPr lang="en-GB" sz="1400" dirty="0" err="1"/>
              <a:t>ruído</a:t>
            </a:r>
            <a:r>
              <a:rPr lang="en-GB" sz="1400" dirty="0"/>
              <a:t>; a </a:t>
            </a:r>
            <a:r>
              <a:rPr lang="en-GB" sz="1400" dirty="0" err="1"/>
              <a:t>exclusão</a:t>
            </a:r>
            <a:r>
              <a:rPr lang="en-GB" sz="1400" dirty="0"/>
              <a:t> da </a:t>
            </a:r>
            <a:r>
              <a:rPr lang="en-GB" sz="1400" dirty="0" err="1"/>
              <a:t>potência</a:t>
            </a:r>
            <a:r>
              <a:rPr lang="en-GB" sz="1400" dirty="0"/>
              <a:t> </a:t>
            </a:r>
            <a:r>
              <a:rPr lang="en-GB" sz="1400" dirty="0" err="1"/>
              <a:t>contratada</a:t>
            </a:r>
            <a:r>
              <a:rPr lang="en-GB" sz="1400" dirty="0"/>
              <a:t> </a:t>
            </a:r>
            <a:r>
              <a:rPr lang="en-GB" sz="1400" dirty="0" err="1"/>
              <a:t>devido</a:t>
            </a:r>
            <a:r>
              <a:rPr lang="en-GB" sz="1400" dirty="0"/>
              <a:t> a </a:t>
            </a:r>
            <a:r>
              <a:rPr lang="en-GB" sz="1400" dirty="0" err="1"/>
              <a:t>muitos</a:t>
            </a:r>
            <a:r>
              <a:rPr lang="en-GB" sz="1400" dirty="0"/>
              <a:t> </a:t>
            </a:r>
            <a:r>
              <a:rPr lang="en-GB" sz="1400" dirty="0" err="1"/>
              <a:t>valores</a:t>
            </a:r>
            <a:r>
              <a:rPr lang="en-GB" sz="1400" dirty="0"/>
              <a:t> </a:t>
            </a:r>
            <a:r>
              <a:rPr lang="en-GB" sz="1400" dirty="0" err="1"/>
              <a:t>omissos</a:t>
            </a:r>
            <a:r>
              <a:rPr lang="en-GB" sz="1400" dirty="0"/>
              <a:t>; o </a:t>
            </a:r>
            <a:r>
              <a:rPr lang="en-GB" sz="1400" dirty="0" err="1"/>
              <a:t>baixo</a:t>
            </a:r>
            <a:r>
              <a:rPr lang="en-GB" sz="1400" dirty="0"/>
              <a:t> </a:t>
            </a:r>
            <a:r>
              <a:rPr lang="en-GB" sz="1400" dirty="0" err="1"/>
              <a:t>desempenho</a:t>
            </a:r>
            <a:r>
              <a:rPr lang="en-GB" sz="1400" dirty="0"/>
              <a:t> </a:t>
            </a:r>
            <a:r>
              <a:rPr lang="en-GB" sz="1400" dirty="0" err="1"/>
              <a:t>na</a:t>
            </a:r>
            <a:r>
              <a:rPr lang="en-GB" sz="1400" dirty="0"/>
              <a:t> </a:t>
            </a:r>
            <a:r>
              <a:rPr lang="en-GB" sz="1400" dirty="0" err="1"/>
              <a:t>classificação</a:t>
            </a:r>
            <a:r>
              <a:rPr lang="en-GB" sz="1400" dirty="0"/>
              <a:t> da </a:t>
            </a:r>
            <a:r>
              <a:rPr lang="en-GB" sz="1400" dirty="0" err="1"/>
              <a:t>classe</a:t>
            </a:r>
            <a:r>
              <a:rPr lang="en-GB" sz="1400" dirty="0"/>
              <a:t> "</a:t>
            </a:r>
            <a:r>
              <a:rPr lang="en-GB" sz="1400" dirty="0" err="1"/>
              <a:t>baixo</a:t>
            </a:r>
            <a:r>
              <a:rPr lang="en-GB" sz="1400" dirty="0"/>
              <a:t>" (F1 ≈ 0,50); e o </a:t>
            </a:r>
            <a:r>
              <a:rPr lang="en-GB" sz="1400" dirty="0" err="1"/>
              <a:t>uso</a:t>
            </a:r>
            <a:r>
              <a:rPr lang="en-GB" sz="1400" dirty="0"/>
              <a:t> de </a:t>
            </a:r>
            <a:r>
              <a:rPr lang="en-GB" sz="1400" dirty="0" err="1"/>
              <a:t>estimativas</a:t>
            </a:r>
            <a:r>
              <a:rPr lang="en-GB" sz="1400" dirty="0"/>
              <a:t> </a:t>
            </a:r>
            <a:r>
              <a:rPr lang="en-GB" sz="1400" dirty="0" err="1"/>
              <a:t>teóricas</a:t>
            </a:r>
            <a:r>
              <a:rPr lang="en-GB" sz="1400" dirty="0"/>
              <a:t> para a </a:t>
            </a:r>
            <a:r>
              <a:rPr lang="en-GB" sz="1400" dirty="0" err="1"/>
              <a:t>carga</a:t>
            </a:r>
            <a:r>
              <a:rPr lang="en-GB" sz="1400" dirty="0"/>
              <a:t> dos </a:t>
            </a:r>
            <a:r>
              <a:rPr lang="en-GB" sz="1400" dirty="0" err="1"/>
              <a:t>veículos</a:t>
            </a:r>
            <a:r>
              <a:rPr lang="en-GB" sz="1400" dirty="0"/>
              <a:t> </a:t>
            </a:r>
            <a:r>
              <a:rPr lang="en-GB" sz="1400" dirty="0" err="1"/>
              <a:t>elétricos</a:t>
            </a:r>
            <a:r>
              <a:rPr lang="en-GB" sz="1400" dirty="0"/>
              <a:t>. </a:t>
            </a:r>
            <a:r>
              <a:rPr lang="en-GB" sz="1400" dirty="0" err="1"/>
              <a:t>Possíveis</a:t>
            </a:r>
            <a:r>
              <a:rPr lang="en-GB" sz="1400" dirty="0"/>
              <a:t> </a:t>
            </a:r>
            <a:r>
              <a:rPr lang="en-GB" sz="1400" dirty="0" err="1"/>
              <a:t>melhorias</a:t>
            </a:r>
            <a:r>
              <a:rPr lang="en-GB" sz="1400" dirty="0"/>
              <a:t> </a:t>
            </a:r>
            <a:r>
              <a:rPr lang="en-GB" sz="1400" dirty="0" err="1"/>
              <a:t>futuras</a:t>
            </a:r>
            <a:r>
              <a:rPr lang="en-GB" sz="1400" dirty="0"/>
              <a:t> </a:t>
            </a:r>
            <a:r>
              <a:rPr lang="en-GB" sz="1400" dirty="0" err="1"/>
              <a:t>incluem</a:t>
            </a:r>
            <a:r>
              <a:rPr lang="en-GB" sz="1400" dirty="0"/>
              <a:t> a </a:t>
            </a:r>
            <a:r>
              <a:rPr lang="en-GB" sz="1400" dirty="0" err="1"/>
              <a:t>introdução</a:t>
            </a:r>
            <a:r>
              <a:rPr lang="en-GB" sz="1400" dirty="0"/>
              <a:t> de </a:t>
            </a:r>
            <a:r>
              <a:rPr lang="en-GB" sz="1400" dirty="0" err="1"/>
              <a:t>séries</a:t>
            </a:r>
            <a:r>
              <a:rPr lang="en-GB" sz="1400" dirty="0"/>
              <a:t> </a:t>
            </a:r>
            <a:r>
              <a:rPr lang="en-GB" sz="1400" dirty="0" err="1"/>
              <a:t>horárias</a:t>
            </a:r>
            <a:r>
              <a:rPr lang="en-GB" sz="1400" dirty="0"/>
              <a:t>, a </a:t>
            </a:r>
            <a:r>
              <a:rPr lang="en-GB" sz="1400" dirty="0" err="1"/>
              <a:t>resolução</a:t>
            </a:r>
            <a:r>
              <a:rPr lang="en-GB" sz="1400" dirty="0"/>
              <a:t> dos dados </a:t>
            </a:r>
            <a:r>
              <a:rPr lang="en-GB" sz="1400" dirty="0" err="1"/>
              <a:t>omissos</a:t>
            </a:r>
            <a:r>
              <a:rPr lang="en-GB" sz="1400" dirty="0"/>
              <a:t> da </a:t>
            </a:r>
            <a:r>
              <a:rPr lang="en-GB" sz="1400" dirty="0" err="1"/>
              <a:t>potência</a:t>
            </a:r>
            <a:r>
              <a:rPr lang="en-GB" sz="1400" dirty="0"/>
              <a:t> </a:t>
            </a:r>
            <a:r>
              <a:rPr lang="en-GB" sz="1400" dirty="0" err="1"/>
              <a:t>contratada</a:t>
            </a:r>
            <a:r>
              <a:rPr lang="en-GB" sz="1400" dirty="0"/>
              <a:t>, o </a:t>
            </a:r>
            <a:r>
              <a:rPr lang="en-GB" sz="1400" dirty="0" err="1"/>
              <a:t>uso</a:t>
            </a:r>
            <a:r>
              <a:rPr lang="en-GB" sz="1400" dirty="0"/>
              <a:t> de </a:t>
            </a:r>
            <a:r>
              <a:rPr lang="en-GB" sz="1400" dirty="0" err="1"/>
              <a:t>modelos</a:t>
            </a:r>
            <a:r>
              <a:rPr lang="en-GB" sz="1400" dirty="0"/>
              <a:t> ensemble, o </a:t>
            </a:r>
            <a:r>
              <a:rPr lang="en-GB" sz="1400" dirty="0" err="1"/>
              <a:t>reequilíbrio</a:t>
            </a:r>
            <a:r>
              <a:rPr lang="en-GB" sz="1400" dirty="0"/>
              <a:t> das classes e a </a:t>
            </a:r>
            <a:r>
              <a:rPr lang="en-GB" sz="1400" dirty="0" err="1"/>
              <a:t>validação</a:t>
            </a:r>
            <a:r>
              <a:rPr lang="en-GB" sz="1400" dirty="0"/>
              <a:t> com dados reais de </a:t>
            </a:r>
            <a:r>
              <a:rPr lang="en-GB" sz="1400" dirty="0" err="1"/>
              <a:t>carregamento</a:t>
            </a:r>
            <a:r>
              <a:rPr lang="en-GB" sz="1400" dirty="0"/>
              <a:t> de VEs.</a:t>
            </a:r>
            <a:endParaRPr lang="pt-PT" sz="1400" dirty="0"/>
          </a:p>
        </p:txBody>
      </p:sp>
      <p:sp>
        <p:nvSpPr>
          <p:cNvPr id="349" name="Google Shape;349;p32">
            <a:extLst>
              <a:ext uri="{FF2B5EF4-FFF2-40B4-BE49-F238E27FC236}">
                <a16:creationId xmlns:a16="http://schemas.microsoft.com/office/drawing/2014/main" id="{979A43F4-E029-5313-AADC-CC4B7382435D}"/>
              </a:ext>
            </a:extLst>
          </p:cNvPr>
          <p:cNvSpPr txBox="1">
            <a:spLocks noGrp="1"/>
          </p:cNvSpPr>
          <p:nvPr>
            <p:ph type="subTitle" idx="3"/>
          </p:nvPr>
        </p:nvSpPr>
        <p:spPr>
          <a:xfrm>
            <a:off x="971878" y="2381631"/>
            <a:ext cx="4072343" cy="799628"/>
          </a:xfrm>
          <a:prstGeom prst="rect">
            <a:avLst/>
          </a:prstGeom>
        </p:spPr>
        <p:txBody>
          <a:bodyPr spcFirstLastPara="1" wrap="square" lIns="121900" tIns="121900" rIns="121900" bIns="121900" anchor="b" anchorCtr="0">
            <a:noAutofit/>
          </a:bodyPr>
          <a:lstStyle/>
          <a:p>
            <a:pPr marL="0" indent="0"/>
            <a:r>
              <a:rPr lang="pt-PT"/>
              <a:t>Desenvolvimentos Futuros</a:t>
            </a:r>
            <a:endParaRPr lang="pt-PT" noProof="0"/>
          </a:p>
        </p:txBody>
      </p:sp>
      <p:sp>
        <p:nvSpPr>
          <p:cNvPr id="350" name="Google Shape;350;p32">
            <a:extLst>
              <a:ext uri="{FF2B5EF4-FFF2-40B4-BE49-F238E27FC236}">
                <a16:creationId xmlns:a16="http://schemas.microsoft.com/office/drawing/2014/main" id="{1EEA4F58-29F9-6F5E-BA18-E0C8A0A74CEA}"/>
              </a:ext>
            </a:extLst>
          </p:cNvPr>
          <p:cNvSpPr/>
          <p:nvPr/>
        </p:nvSpPr>
        <p:spPr>
          <a:xfrm rot="2701411">
            <a:off x="1112782" y="1554786"/>
            <a:ext cx="689288" cy="689288"/>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lang="pt-PT" sz="1867" noProof="0"/>
          </a:p>
        </p:txBody>
      </p:sp>
      <p:sp>
        <p:nvSpPr>
          <p:cNvPr id="351" name="Google Shape;351;p32">
            <a:extLst>
              <a:ext uri="{FF2B5EF4-FFF2-40B4-BE49-F238E27FC236}">
                <a16:creationId xmlns:a16="http://schemas.microsoft.com/office/drawing/2014/main" id="{550D36A3-8EAD-5F2B-D96F-15B733AA9EC5}"/>
              </a:ext>
            </a:extLst>
          </p:cNvPr>
          <p:cNvSpPr/>
          <p:nvPr/>
        </p:nvSpPr>
        <p:spPr>
          <a:xfrm rot="2701411">
            <a:off x="6234749" y="1554786"/>
            <a:ext cx="689288" cy="689288"/>
          </a:xfrm>
          <a:prstGeom prst="rect">
            <a:avLst/>
          </a:prstGeom>
          <a:no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endParaRPr lang="pt-PT" sz="1867" noProof="0"/>
          </a:p>
        </p:txBody>
      </p:sp>
      <p:grpSp>
        <p:nvGrpSpPr>
          <p:cNvPr id="352" name="Google Shape;352;p32">
            <a:extLst>
              <a:ext uri="{FF2B5EF4-FFF2-40B4-BE49-F238E27FC236}">
                <a16:creationId xmlns:a16="http://schemas.microsoft.com/office/drawing/2014/main" id="{A0390A35-AF9D-D72E-2BEA-BB7A7B918F83}"/>
              </a:ext>
            </a:extLst>
          </p:cNvPr>
          <p:cNvGrpSpPr/>
          <p:nvPr/>
        </p:nvGrpSpPr>
        <p:grpSpPr>
          <a:xfrm>
            <a:off x="1210661" y="1656619"/>
            <a:ext cx="483093" cy="485640"/>
            <a:chOff x="6069423" y="2891892"/>
            <a:chExt cx="362320" cy="364230"/>
          </a:xfrm>
        </p:grpSpPr>
        <p:sp>
          <p:nvSpPr>
            <p:cNvPr id="353" name="Google Shape;353;p32">
              <a:extLst>
                <a:ext uri="{FF2B5EF4-FFF2-40B4-BE49-F238E27FC236}">
                  <a16:creationId xmlns:a16="http://schemas.microsoft.com/office/drawing/2014/main" id="{499FBBF9-9E11-DEF1-9CA3-B7D4AB587314}"/>
                </a:ext>
              </a:extLst>
            </p:cNvPr>
            <p:cNvSpPr/>
            <p:nvPr/>
          </p:nvSpPr>
          <p:spPr>
            <a:xfrm>
              <a:off x="6069423" y="2891892"/>
              <a:ext cx="278958" cy="278958"/>
            </a:xfrm>
            <a:custGeom>
              <a:avLst/>
              <a:gdLst/>
              <a:ahLst/>
              <a:cxnLst/>
              <a:rect l="l" t="t" r="r" b="b"/>
              <a:pathLst>
                <a:path w="8764" h="8764" extrusionOk="0">
                  <a:moveTo>
                    <a:pt x="4120" y="1"/>
                  </a:moveTo>
                  <a:cubicBezTo>
                    <a:pt x="3858" y="1"/>
                    <a:pt x="3632" y="203"/>
                    <a:pt x="3572" y="453"/>
                  </a:cubicBezTo>
                  <a:lnTo>
                    <a:pt x="3406" y="1299"/>
                  </a:lnTo>
                  <a:cubicBezTo>
                    <a:pt x="3227" y="1358"/>
                    <a:pt x="3060" y="1418"/>
                    <a:pt x="2906" y="1513"/>
                  </a:cubicBezTo>
                  <a:lnTo>
                    <a:pt x="2191" y="1037"/>
                  </a:lnTo>
                  <a:cubicBezTo>
                    <a:pt x="2096" y="971"/>
                    <a:pt x="1987" y="940"/>
                    <a:pt x="1879" y="940"/>
                  </a:cubicBezTo>
                  <a:cubicBezTo>
                    <a:pt x="1732" y="940"/>
                    <a:pt x="1587" y="998"/>
                    <a:pt x="1477" y="1108"/>
                  </a:cubicBezTo>
                  <a:lnTo>
                    <a:pt x="1096" y="1477"/>
                  </a:lnTo>
                  <a:cubicBezTo>
                    <a:pt x="905" y="1668"/>
                    <a:pt x="882" y="1965"/>
                    <a:pt x="1024" y="2191"/>
                  </a:cubicBezTo>
                  <a:lnTo>
                    <a:pt x="1501" y="2906"/>
                  </a:lnTo>
                  <a:cubicBezTo>
                    <a:pt x="1417" y="3073"/>
                    <a:pt x="1358" y="3239"/>
                    <a:pt x="1298" y="3406"/>
                  </a:cubicBezTo>
                  <a:lnTo>
                    <a:pt x="441" y="3573"/>
                  </a:lnTo>
                  <a:cubicBezTo>
                    <a:pt x="179" y="3632"/>
                    <a:pt x="0" y="3858"/>
                    <a:pt x="0" y="4132"/>
                  </a:cubicBezTo>
                  <a:lnTo>
                    <a:pt x="0" y="4644"/>
                  </a:lnTo>
                  <a:cubicBezTo>
                    <a:pt x="0" y="4918"/>
                    <a:pt x="191" y="5132"/>
                    <a:pt x="441" y="5204"/>
                  </a:cubicBezTo>
                  <a:lnTo>
                    <a:pt x="1298" y="5359"/>
                  </a:lnTo>
                  <a:cubicBezTo>
                    <a:pt x="1358" y="5537"/>
                    <a:pt x="1417" y="5704"/>
                    <a:pt x="1501" y="5871"/>
                  </a:cubicBezTo>
                  <a:lnTo>
                    <a:pt x="1024" y="6585"/>
                  </a:lnTo>
                  <a:cubicBezTo>
                    <a:pt x="882" y="6811"/>
                    <a:pt x="905" y="7109"/>
                    <a:pt x="1096" y="7299"/>
                  </a:cubicBezTo>
                  <a:lnTo>
                    <a:pt x="1477" y="7668"/>
                  </a:lnTo>
                  <a:cubicBezTo>
                    <a:pt x="1587" y="7778"/>
                    <a:pt x="1732" y="7837"/>
                    <a:pt x="1879" y="7837"/>
                  </a:cubicBezTo>
                  <a:cubicBezTo>
                    <a:pt x="1987" y="7837"/>
                    <a:pt x="2096" y="7805"/>
                    <a:pt x="2191" y="7740"/>
                  </a:cubicBezTo>
                  <a:lnTo>
                    <a:pt x="2906" y="7264"/>
                  </a:lnTo>
                  <a:cubicBezTo>
                    <a:pt x="3060" y="7359"/>
                    <a:pt x="3227" y="7418"/>
                    <a:pt x="3406" y="7478"/>
                  </a:cubicBezTo>
                  <a:lnTo>
                    <a:pt x="3572" y="8323"/>
                  </a:lnTo>
                  <a:cubicBezTo>
                    <a:pt x="3632" y="8585"/>
                    <a:pt x="3858" y="8764"/>
                    <a:pt x="4120" y="8764"/>
                  </a:cubicBezTo>
                  <a:lnTo>
                    <a:pt x="4644" y="8764"/>
                  </a:lnTo>
                  <a:cubicBezTo>
                    <a:pt x="4906" y="8764"/>
                    <a:pt x="5132" y="8573"/>
                    <a:pt x="5192" y="8323"/>
                  </a:cubicBezTo>
                  <a:lnTo>
                    <a:pt x="5358" y="7478"/>
                  </a:lnTo>
                  <a:cubicBezTo>
                    <a:pt x="5489" y="7430"/>
                    <a:pt x="5620" y="7371"/>
                    <a:pt x="5763" y="7311"/>
                  </a:cubicBezTo>
                  <a:cubicBezTo>
                    <a:pt x="5846" y="7299"/>
                    <a:pt x="5894" y="7192"/>
                    <a:pt x="5846" y="7109"/>
                  </a:cubicBezTo>
                  <a:cubicBezTo>
                    <a:pt x="5812" y="7039"/>
                    <a:pt x="5751" y="6995"/>
                    <a:pt x="5684" y="6995"/>
                  </a:cubicBezTo>
                  <a:cubicBezTo>
                    <a:pt x="5659" y="6995"/>
                    <a:pt x="5634" y="7001"/>
                    <a:pt x="5608" y="7014"/>
                  </a:cubicBezTo>
                  <a:cubicBezTo>
                    <a:pt x="5465" y="7085"/>
                    <a:pt x="5311" y="7144"/>
                    <a:pt x="5144" y="7180"/>
                  </a:cubicBezTo>
                  <a:cubicBezTo>
                    <a:pt x="5084" y="7192"/>
                    <a:pt x="5025" y="7252"/>
                    <a:pt x="5013" y="7311"/>
                  </a:cubicBezTo>
                  <a:lnTo>
                    <a:pt x="4823" y="8264"/>
                  </a:lnTo>
                  <a:cubicBezTo>
                    <a:pt x="4811" y="8347"/>
                    <a:pt x="4715" y="8430"/>
                    <a:pt x="4632" y="8430"/>
                  </a:cubicBezTo>
                  <a:lnTo>
                    <a:pt x="4108" y="8430"/>
                  </a:lnTo>
                  <a:cubicBezTo>
                    <a:pt x="4013" y="8430"/>
                    <a:pt x="3930" y="8347"/>
                    <a:pt x="3918" y="8264"/>
                  </a:cubicBezTo>
                  <a:lnTo>
                    <a:pt x="3715" y="7311"/>
                  </a:lnTo>
                  <a:cubicBezTo>
                    <a:pt x="3703" y="7252"/>
                    <a:pt x="3656" y="7192"/>
                    <a:pt x="3584" y="7180"/>
                  </a:cubicBezTo>
                  <a:cubicBezTo>
                    <a:pt x="3358" y="7121"/>
                    <a:pt x="3156" y="7025"/>
                    <a:pt x="2965" y="6906"/>
                  </a:cubicBezTo>
                  <a:cubicBezTo>
                    <a:pt x="2935" y="6894"/>
                    <a:pt x="2900" y="6888"/>
                    <a:pt x="2864" y="6888"/>
                  </a:cubicBezTo>
                  <a:cubicBezTo>
                    <a:pt x="2828" y="6888"/>
                    <a:pt x="2792" y="6894"/>
                    <a:pt x="2763" y="6906"/>
                  </a:cubicBezTo>
                  <a:lnTo>
                    <a:pt x="1965" y="7442"/>
                  </a:lnTo>
                  <a:cubicBezTo>
                    <a:pt x="1934" y="7468"/>
                    <a:pt x="1894" y="7480"/>
                    <a:pt x="1854" y="7480"/>
                  </a:cubicBezTo>
                  <a:cubicBezTo>
                    <a:pt x="1802" y="7480"/>
                    <a:pt x="1749" y="7459"/>
                    <a:pt x="1715" y="7418"/>
                  </a:cubicBezTo>
                  <a:lnTo>
                    <a:pt x="1334" y="7049"/>
                  </a:lnTo>
                  <a:cubicBezTo>
                    <a:pt x="1263" y="6966"/>
                    <a:pt x="1263" y="6859"/>
                    <a:pt x="1310" y="6787"/>
                  </a:cubicBezTo>
                  <a:lnTo>
                    <a:pt x="1846" y="5990"/>
                  </a:lnTo>
                  <a:cubicBezTo>
                    <a:pt x="1882" y="5930"/>
                    <a:pt x="1882" y="5859"/>
                    <a:pt x="1846" y="5799"/>
                  </a:cubicBezTo>
                  <a:cubicBezTo>
                    <a:pt x="1727" y="5597"/>
                    <a:pt x="1655" y="5382"/>
                    <a:pt x="1572" y="5168"/>
                  </a:cubicBezTo>
                  <a:cubicBezTo>
                    <a:pt x="1560" y="5109"/>
                    <a:pt x="1501" y="5049"/>
                    <a:pt x="1441" y="5037"/>
                  </a:cubicBezTo>
                  <a:lnTo>
                    <a:pt x="489" y="4847"/>
                  </a:lnTo>
                  <a:cubicBezTo>
                    <a:pt x="393" y="4823"/>
                    <a:pt x="322" y="4739"/>
                    <a:pt x="322" y="4644"/>
                  </a:cubicBezTo>
                  <a:lnTo>
                    <a:pt x="322" y="4132"/>
                  </a:lnTo>
                  <a:cubicBezTo>
                    <a:pt x="322" y="4037"/>
                    <a:pt x="393" y="3954"/>
                    <a:pt x="489" y="3930"/>
                  </a:cubicBezTo>
                  <a:lnTo>
                    <a:pt x="1441" y="3739"/>
                  </a:lnTo>
                  <a:cubicBezTo>
                    <a:pt x="1501" y="3727"/>
                    <a:pt x="1560" y="3680"/>
                    <a:pt x="1572" y="3608"/>
                  </a:cubicBezTo>
                  <a:cubicBezTo>
                    <a:pt x="1632" y="3382"/>
                    <a:pt x="1727" y="3180"/>
                    <a:pt x="1846" y="2977"/>
                  </a:cubicBezTo>
                  <a:cubicBezTo>
                    <a:pt x="1870" y="2918"/>
                    <a:pt x="1870" y="2846"/>
                    <a:pt x="1846" y="2787"/>
                  </a:cubicBezTo>
                  <a:lnTo>
                    <a:pt x="1310" y="1989"/>
                  </a:lnTo>
                  <a:cubicBezTo>
                    <a:pt x="1251" y="1906"/>
                    <a:pt x="1263" y="1787"/>
                    <a:pt x="1334" y="1727"/>
                  </a:cubicBezTo>
                  <a:lnTo>
                    <a:pt x="1715" y="1358"/>
                  </a:lnTo>
                  <a:cubicBezTo>
                    <a:pt x="1754" y="1319"/>
                    <a:pt x="1804" y="1301"/>
                    <a:pt x="1854" y="1301"/>
                  </a:cubicBezTo>
                  <a:cubicBezTo>
                    <a:pt x="1894" y="1301"/>
                    <a:pt x="1933" y="1313"/>
                    <a:pt x="1965" y="1334"/>
                  </a:cubicBezTo>
                  <a:lnTo>
                    <a:pt x="2763" y="1870"/>
                  </a:lnTo>
                  <a:cubicBezTo>
                    <a:pt x="2792" y="1888"/>
                    <a:pt x="2828" y="1897"/>
                    <a:pt x="2864" y="1897"/>
                  </a:cubicBezTo>
                  <a:cubicBezTo>
                    <a:pt x="2900" y="1897"/>
                    <a:pt x="2935" y="1888"/>
                    <a:pt x="2965" y="1870"/>
                  </a:cubicBezTo>
                  <a:cubicBezTo>
                    <a:pt x="3156" y="1751"/>
                    <a:pt x="3382" y="1668"/>
                    <a:pt x="3584" y="1596"/>
                  </a:cubicBezTo>
                  <a:cubicBezTo>
                    <a:pt x="3644" y="1584"/>
                    <a:pt x="3703" y="1525"/>
                    <a:pt x="3715" y="1465"/>
                  </a:cubicBezTo>
                  <a:lnTo>
                    <a:pt x="3918" y="513"/>
                  </a:lnTo>
                  <a:cubicBezTo>
                    <a:pt x="3930" y="417"/>
                    <a:pt x="4013" y="346"/>
                    <a:pt x="4108" y="346"/>
                  </a:cubicBezTo>
                  <a:lnTo>
                    <a:pt x="4632" y="346"/>
                  </a:lnTo>
                  <a:cubicBezTo>
                    <a:pt x="4715" y="346"/>
                    <a:pt x="4811" y="417"/>
                    <a:pt x="4823" y="513"/>
                  </a:cubicBezTo>
                  <a:lnTo>
                    <a:pt x="5013" y="1465"/>
                  </a:lnTo>
                  <a:cubicBezTo>
                    <a:pt x="5025" y="1525"/>
                    <a:pt x="5073" y="1584"/>
                    <a:pt x="5144" y="1596"/>
                  </a:cubicBezTo>
                  <a:cubicBezTo>
                    <a:pt x="5370" y="1656"/>
                    <a:pt x="5585" y="1751"/>
                    <a:pt x="5775" y="1870"/>
                  </a:cubicBezTo>
                  <a:cubicBezTo>
                    <a:pt x="5805" y="1882"/>
                    <a:pt x="5838" y="1888"/>
                    <a:pt x="5870" y="1888"/>
                  </a:cubicBezTo>
                  <a:cubicBezTo>
                    <a:pt x="5903" y="1888"/>
                    <a:pt x="5936" y="1882"/>
                    <a:pt x="5966" y="1870"/>
                  </a:cubicBezTo>
                  <a:lnTo>
                    <a:pt x="6775" y="1334"/>
                  </a:lnTo>
                  <a:cubicBezTo>
                    <a:pt x="6806" y="1309"/>
                    <a:pt x="6846" y="1296"/>
                    <a:pt x="6886" y="1296"/>
                  </a:cubicBezTo>
                  <a:cubicBezTo>
                    <a:pt x="6938" y="1296"/>
                    <a:pt x="6991" y="1317"/>
                    <a:pt x="7025" y="1358"/>
                  </a:cubicBezTo>
                  <a:lnTo>
                    <a:pt x="7394" y="1727"/>
                  </a:lnTo>
                  <a:cubicBezTo>
                    <a:pt x="7466" y="1810"/>
                    <a:pt x="7466" y="1906"/>
                    <a:pt x="7430" y="1989"/>
                  </a:cubicBezTo>
                  <a:lnTo>
                    <a:pt x="6894" y="2787"/>
                  </a:lnTo>
                  <a:cubicBezTo>
                    <a:pt x="6847" y="2846"/>
                    <a:pt x="6847" y="2918"/>
                    <a:pt x="6894" y="2977"/>
                  </a:cubicBezTo>
                  <a:cubicBezTo>
                    <a:pt x="7013" y="3180"/>
                    <a:pt x="7085" y="3394"/>
                    <a:pt x="7156" y="3608"/>
                  </a:cubicBezTo>
                  <a:cubicBezTo>
                    <a:pt x="7168" y="3668"/>
                    <a:pt x="7228" y="3727"/>
                    <a:pt x="7287" y="3739"/>
                  </a:cubicBezTo>
                  <a:lnTo>
                    <a:pt x="8240" y="3930"/>
                  </a:lnTo>
                  <a:cubicBezTo>
                    <a:pt x="8335" y="3954"/>
                    <a:pt x="8406" y="4037"/>
                    <a:pt x="8406" y="4132"/>
                  </a:cubicBezTo>
                  <a:lnTo>
                    <a:pt x="8406" y="4644"/>
                  </a:lnTo>
                  <a:cubicBezTo>
                    <a:pt x="8406" y="4739"/>
                    <a:pt x="8335" y="4823"/>
                    <a:pt x="8240" y="4847"/>
                  </a:cubicBezTo>
                  <a:lnTo>
                    <a:pt x="7287" y="5037"/>
                  </a:lnTo>
                  <a:cubicBezTo>
                    <a:pt x="7228" y="5049"/>
                    <a:pt x="7168" y="5097"/>
                    <a:pt x="7156" y="5168"/>
                  </a:cubicBezTo>
                  <a:cubicBezTo>
                    <a:pt x="7109" y="5335"/>
                    <a:pt x="7049" y="5478"/>
                    <a:pt x="6978" y="5632"/>
                  </a:cubicBezTo>
                  <a:cubicBezTo>
                    <a:pt x="6930" y="5716"/>
                    <a:pt x="6978" y="5823"/>
                    <a:pt x="7073" y="5871"/>
                  </a:cubicBezTo>
                  <a:cubicBezTo>
                    <a:pt x="7095" y="5883"/>
                    <a:pt x="7119" y="5889"/>
                    <a:pt x="7143" y="5889"/>
                  </a:cubicBezTo>
                  <a:cubicBezTo>
                    <a:pt x="7209" y="5889"/>
                    <a:pt x="7276" y="5845"/>
                    <a:pt x="7311" y="5775"/>
                  </a:cubicBezTo>
                  <a:cubicBezTo>
                    <a:pt x="7370" y="5644"/>
                    <a:pt x="7430" y="5513"/>
                    <a:pt x="7466" y="5359"/>
                  </a:cubicBezTo>
                  <a:lnTo>
                    <a:pt x="8323" y="5204"/>
                  </a:lnTo>
                  <a:cubicBezTo>
                    <a:pt x="8585" y="5144"/>
                    <a:pt x="8763" y="4918"/>
                    <a:pt x="8763" y="4644"/>
                  </a:cubicBezTo>
                  <a:lnTo>
                    <a:pt x="8763" y="4132"/>
                  </a:lnTo>
                  <a:cubicBezTo>
                    <a:pt x="8763" y="3858"/>
                    <a:pt x="8573" y="3632"/>
                    <a:pt x="8323" y="3573"/>
                  </a:cubicBezTo>
                  <a:lnTo>
                    <a:pt x="7466" y="3406"/>
                  </a:lnTo>
                  <a:cubicBezTo>
                    <a:pt x="7406" y="3227"/>
                    <a:pt x="7347" y="3073"/>
                    <a:pt x="7263" y="2906"/>
                  </a:cubicBezTo>
                  <a:lnTo>
                    <a:pt x="7740" y="2191"/>
                  </a:lnTo>
                  <a:cubicBezTo>
                    <a:pt x="7882" y="1965"/>
                    <a:pt x="7859" y="1668"/>
                    <a:pt x="7668" y="1477"/>
                  </a:cubicBezTo>
                  <a:lnTo>
                    <a:pt x="7287" y="1108"/>
                  </a:lnTo>
                  <a:cubicBezTo>
                    <a:pt x="7177" y="998"/>
                    <a:pt x="7032" y="940"/>
                    <a:pt x="6885" y="940"/>
                  </a:cubicBezTo>
                  <a:cubicBezTo>
                    <a:pt x="6777" y="940"/>
                    <a:pt x="6668" y="971"/>
                    <a:pt x="6573" y="1037"/>
                  </a:cubicBezTo>
                  <a:lnTo>
                    <a:pt x="5858" y="1513"/>
                  </a:lnTo>
                  <a:cubicBezTo>
                    <a:pt x="5704" y="1418"/>
                    <a:pt x="5537" y="1358"/>
                    <a:pt x="5358" y="1299"/>
                  </a:cubicBezTo>
                  <a:lnTo>
                    <a:pt x="5192" y="453"/>
                  </a:lnTo>
                  <a:cubicBezTo>
                    <a:pt x="5132" y="179"/>
                    <a:pt x="4906" y="1"/>
                    <a:pt x="4644" y="1"/>
                  </a:cubicBezTo>
                  <a:close/>
                </a:path>
              </a:pathLst>
            </a:custGeom>
            <a:solidFill>
              <a:schemeClr val="dk1"/>
            </a:solidFill>
            <a:ln>
              <a:noFill/>
            </a:ln>
          </p:spPr>
          <p:txBody>
            <a:bodyPr spcFirstLastPara="1" wrap="square" lIns="121900" tIns="121900" rIns="121900" bIns="121900" anchor="ctr" anchorCtr="0">
              <a:noAutofit/>
            </a:bodyPr>
            <a:lstStyle/>
            <a:p>
              <a:endParaRPr lang="pt-PT" sz="1867" noProof="0"/>
            </a:p>
          </p:txBody>
        </p:sp>
        <p:sp>
          <p:nvSpPr>
            <p:cNvPr id="354" name="Google Shape;354;p32">
              <a:extLst>
                <a:ext uri="{FF2B5EF4-FFF2-40B4-BE49-F238E27FC236}">
                  <a16:creationId xmlns:a16="http://schemas.microsoft.com/office/drawing/2014/main" id="{D6BD10C9-EBF8-593C-E648-3D81D60FD01B}"/>
                </a:ext>
              </a:extLst>
            </p:cNvPr>
            <p:cNvSpPr/>
            <p:nvPr/>
          </p:nvSpPr>
          <p:spPr>
            <a:xfrm>
              <a:off x="6161507" y="2967679"/>
              <a:ext cx="111851" cy="97432"/>
            </a:xfrm>
            <a:custGeom>
              <a:avLst/>
              <a:gdLst/>
              <a:ahLst/>
              <a:cxnLst/>
              <a:rect l="l" t="t" r="r" b="b"/>
              <a:pathLst>
                <a:path w="3514" h="3061" extrusionOk="0">
                  <a:moveTo>
                    <a:pt x="1489" y="1"/>
                  </a:moveTo>
                  <a:cubicBezTo>
                    <a:pt x="965" y="1"/>
                    <a:pt x="465" y="215"/>
                    <a:pt x="84" y="584"/>
                  </a:cubicBezTo>
                  <a:cubicBezTo>
                    <a:pt x="1" y="656"/>
                    <a:pt x="1" y="763"/>
                    <a:pt x="84" y="834"/>
                  </a:cubicBezTo>
                  <a:cubicBezTo>
                    <a:pt x="120" y="870"/>
                    <a:pt x="164" y="888"/>
                    <a:pt x="209" y="888"/>
                  </a:cubicBezTo>
                  <a:cubicBezTo>
                    <a:pt x="254" y="888"/>
                    <a:pt x="298" y="870"/>
                    <a:pt x="334" y="834"/>
                  </a:cubicBezTo>
                  <a:cubicBezTo>
                    <a:pt x="644" y="537"/>
                    <a:pt x="1060" y="358"/>
                    <a:pt x="1489" y="358"/>
                  </a:cubicBezTo>
                  <a:cubicBezTo>
                    <a:pt x="2418" y="358"/>
                    <a:pt x="3168" y="1108"/>
                    <a:pt x="3168" y="2025"/>
                  </a:cubicBezTo>
                  <a:cubicBezTo>
                    <a:pt x="3168" y="2299"/>
                    <a:pt x="3096" y="2549"/>
                    <a:pt x="2989" y="2787"/>
                  </a:cubicBezTo>
                  <a:cubicBezTo>
                    <a:pt x="2930" y="2894"/>
                    <a:pt x="2953" y="2989"/>
                    <a:pt x="3049" y="3037"/>
                  </a:cubicBezTo>
                  <a:cubicBezTo>
                    <a:pt x="3073" y="3061"/>
                    <a:pt x="3108" y="3061"/>
                    <a:pt x="3132" y="3061"/>
                  </a:cubicBezTo>
                  <a:cubicBezTo>
                    <a:pt x="3192" y="3061"/>
                    <a:pt x="3263" y="3025"/>
                    <a:pt x="3299" y="2954"/>
                  </a:cubicBezTo>
                  <a:cubicBezTo>
                    <a:pt x="3442" y="2668"/>
                    <a:pt x="3513" y="2358"/>
                    <a:pt x="3513" y="2025"/>
                  </a:cubicBezTo>
                  <a:cubicBezTo>
                    <a:pt x="3513" y="906"/>
                    <a:pt x="2608" y="1"/>
                    <a:pt x="1489" y="1"/>
                  </a:cubicBezTo>
                  <a:close/>
                </a:path>
              </a:pathLst>
            </a:custGeom>
            <a:solidFill>
              <a:schemeClr val="dk1"/>
            </a:solidFill>
            <a:ln>
              <a:noFill/>
            </a:ln>
          </p:spPr>
          <p:txBody>
            <a:bodyPr spcFirstLastPara="1" wrap="square" lIns="121900" tIns="121900" rIns="121900" bIns="121900" anchor="ctr" anchorCtr="0">
              <a:noAutofit/>
            </a:bodyPr>
            <a:lstStyle/>
            <a:p>
              <a:endParaRPr lang="pt-PT" sz="1867" noProof="0"/>
            </a:p>
          </p:txBody>
        </p:sp>
        <p:sp>
          <p:nvSpPr>
            <p:cNvPr id="355" name="Google Shape;355;p32">
              <a:extLst>
                <a:ext uri="{FF2B5EF4-FFF2-40B4-BE49-F238E27FC236}">
                  <a16:creationId xmlns:a16="http://schemas.microsoft.com/office/drawing/2014/main" id="{787409B8-7FBF-E11A-A856-6651C65802B9}"/>
                </a:ext>
              </a:extLst>
            </p:cNvPr>
            <p:cNvSpPr/>
            <p:nvPr/>
          </p:nvSpPr>
          <p:spPr>
            <a:xfrm>
              <a:off x="6144828" y="3007848"/>
              <a:ext cx="105389" cy="88742"/>
            </a:xfrm>
            <a:custGeom>
              <a:avLst/>
              <a:gdLst/>
              <a:ahLst/>
              <a:cxnLst/>
              <a:rect l="l" t="t" r="r" b="b"/>
              <a:pathLst>
                <a:path w="3311" h="2788" extrusionOk="0">
                  <a:moveTo>
                    <a:pt x="262" y="1"/>
                  </a:moveTo>
                  <a:cubicBezTo>
                    <a:pt x="194" y="1"/>
                    <a:pt x="124" y="44"/>
                    <a:pt x="96" y="108"/>
                  </a:cubicBezTo>
                  <a:cubicBezTo>
                    <a:pt x="25" y="323"/>
                    <a:pt x="1" y="549"/>
                    <a:pt x="1" y="763"/>
                  </a:cubicBezTo>
                  <a:cubicBezTo>
                    <a:pt x="1" y="1882"/>
                    <a:pt x="906" y="2787"/>
                    <a:pt x="2013" y="2787"/>
                  </a:cubicBezTo>
                  <a:cubicBezTo>
                    <a:pt x="2454" y="2787"/>
                    <a:pt x="2846" y="2656"/>
                    <a:pt x="3204" y="2406"/>
                  </a:cubicBezTo>
                  <a:cubicBezTo>
                    <a:pt x="3287" y="2347"/>
                    <a:pt x="3311" y="2239"/>
                    <a:pt x="3251" y="2156"/>
                  </a:cubicBezTo>
                  <a:cubicBezTo>
                    <a:pt x="3214" y="2104"/>
                    <a:pt x="3159" y="2075"/>
                    <a:pt x="3102" y="2075"/>
                  </a:cubicBezTo>
                  <a:cubicBezTo>
                    <a:pt x="3068" y="2075"/>
                    <a:pt x="3033" y="2086"/>
                    <a:pt x="3001" y="2108"/>
                  </a:cubicBezTo>
                  <a:cubicBezTo>
                    <a:pt x="2715" y="2311"/>
                    <a:pt x="2370" y="2418"/>
                    <a:pt x="2037" y="2418"/>
                  </a:cubicBezTo>
                  <a:cubicBezTo>
                    <a:pt x="1108" y="2418"/>
                    <a:pt x="370" y="1680"/>
                    <a:pt x="370" y="751"/>
                  </a:cubicBezTo>
                  <a:cubicBezTo>
                    <a:pt x="370" y="573"/>
                    <a:pt x="394" y="382"/>
                    <a:pt x="453" y="215"/>
                  </a:cubicBezTo>
                  <a:cubicBezTo>
                    <a:pt x="477" y="144"/>
                    <a:pt x="406" y="37"/>
                    <a:pt x="322" y="13"/>
                  </a:cubicBezTo>
                  <a:cubicBezTo>
                    <a:pt x="303" y="5"/>
                    <a:pt x="283" y="1"/>
                    <a:pt x="262" y="1"/>
                  </a:cubicBezTo>
                  <a:close/>
                </a:path>
              </a:pathLst>
            </a:custGeom>
            <a:solidFill>
              <a:schemeClr val="dk1"/>
            </a:solidFill>
            <a:ln>
              <a:noFill/>
            </a:ln>
          </p:spPr>
          <p:txBody>
            <a:bodyPr spcFirstLastPara="1" wrap="square" lIns="121900" tIns="121900" rIns="121900" bIns="121900" anchor="ctr" anchorCtr="0">
              <a:noAutofit/>
            </a:bodyPr>
            <a:lstStyle/>
            <a:p>
              <a:endParaRPr lang="pt-PT" sz="1867" noProof="0"/>
            </a:p>
          </p:txBody>
        </p:sp>
        <p:sp>
          <p:nvSpPr>
            <p:cNvPr id="356" name="Google Shape;356;p32">
              <a:extLst>
                <a:ext uri="{FF2B5EF4-FFF2-40B4-BE49-F238E27FC236}">
                  <a16:creationId xmlns:a16="http://schemas.microsoft.com/office/drawing/2014/main" id="{01D14E81-A84D-AF89-59CE-C763A8BF6DBD}"/>
                </a:ext>
              </a:extLst>
            </p:cNvPr>
            <p:cNvSpPr/>
            <p:nvPr/>
          </p:nvSpPr>
          <p:spPr>
            <a:xfrm>
              <a:off x="6245633" y="3069248"/>
              <a:ext cx="186110" cy="186874"/>
            </a:xfrm>
            <a:custGeom>
              <a:avLst/>
              <a:gdLst/>
              <a:ahLst/>
              <a:cxnLst/>
              <a:rect l="l" t="t" r="r" b="b"/>
              <a:pathLst>
                <a:path w="5847" h="5871" extrusionOk="0">
                  <a:moveTo>
                    <a:pt x="2751" y="1"/>
                  </a:moveTo>
                  <a:cubicBezTo>
                    <a:pt x="2549" y="1"/>
                    <a:pt x="2370" y="144"/>
                    <a:pt x="2335" y="346"/>
                  </a:cubicBezTo>
                  <a:lnTo>
                    <a:pt x="2227" y="858"/>
                  </a:lnTo>
                  <a:cubicBezTo>
                    <a:pt x="2144" y="894"/>
                    <a:pt x="2037" y="941"/>
                    <a:pt x="1965" y="977"/>
                  </a:cubicBezTo>
                  <a:lnTo>
                    <a:pt x="1513" y="680"/>
                  </a:lnTo>
                  <a:cubicBezTo>
                    <a:pt x="1449" y="631"/>
                    <a:pt x="1372" y="608"/>
                    <a:pt x="1293" y="608"/>
                  </a:cubicBezTo>
                  <a:cubicBezTo>
                    <a:pt x="1179" y="608"/>
                    <a:pt x="1061" y="655"/>
                    <a:pt x="977" y="739"/>
                  </a:cubicBezTo>
                  <a:lnTo>
                    <a:pt x="739" y="977"/>
                  </a:lnTo>
                  <a:cubicBezTo>
                    <a:pt x="596" y="1132"/>
                    <a:pt x="584" y="1346"/>
                    <a:pt x="680" y="1513"/>
                  </a:cubicBezTo>
                  <a:lnTo>
                    <a:pt x="977" y="1965"/>
                  </a:lnTo>
                  <a:cubicBezTo>
                    <a:pt x="918" y="2084"/>
                    <a:pt x="882" y="2215"/>
                    <a:pt x="834" y="2346"/>
                  </a:cubicBezTo>
                  <a:cubicBezTo>
                    <a:pt x="799" y="2442"/>
                    <a:pt x="858" y="2537"/>
                    <a:pt x="953" y="2573"/>
                  </a:cubicBezTo>
                  <a:cubicBezTo>
                    <a:pt x="968" y="2579"/>
                    <a:pt x="984" y="2582"/>
                    <a:pt x="1000" y="2582"/>
                  </a:cubicBezTo>
                  <a:cubicBezTo>
                    <a:pt x="1073" y="2582"/>
                    <a:pt x="1150" y="2522"/>
                    <a:pt x="1180" y="2454"/>
                  </a:cubicBezTo>
                  <a:cubicBezTo>
                    <a:pt x="1215" y="2323"/>
                    <a:pt x="1263" y="2192"/>
                    <a:pt x="1334" y="2049"/>
                  </a:cubicBezTo>
                  <a:cubicBezTo>
                    <a:pt x="1370" y="1989"/>
                    <a:pt x="1370" y="1918"/>
                    <a:pt x="1334" y="1858"/>
                  </a:cubicBezTo>
                  <a:lnTo>
                    <a:pt x="977" y="1322"/>
                  </a:lnTo>
                  <a:cubicBezTo>
                    <a:pt x="965" y="1287"/>
                    <a:pt x="965" y="1263"/>
                    <a:pt x="1001" y="1239"/>
                  </a:cubicBezTo>
                  <a:lnTo>
                    <a:pt x="1239" y="989"/>
                  </a:lnTo>
                  <a:cubicBezTo>
                    <a:pt x="1253" y="975"/>
                    <a:pt x="1271" y="969"/>
                    <a:pt x="1288" y="969"/>
                  </a:cubicBezTo>
                  <a:cubicBezTo>
                    <a:pt x="1301" y="969"/>
                    <a:pt x="1313" y="972"/>
                    <a:pt x="1322" y="977"/>
                  </a:cubicBezTo>
                  <a:lnTo>
                    <a:pt x="1858" y="1334"/>
                  </a:lnTo>
                  <a:cubicBezTo>
                    <a:pt x="1888" y="1358"/>
                    <a:pt x="1921" y="1370"/>
                    <a:pt x="1954" y="1370"/>
                  </a:cubicBezTo>
                  <a:cubicBezTo>
                    <a:pt x="1986" y="1370"/>
                    <a:pt x="2019" y="1358"/>
                    <a:pt x="2049" y="1334"/>
                  </a:cubicBezTo>
                  <a:cubicBezTo>
                    <a:pt x="2168" y="1263"/>
                    <a:pt x="2323" y="1203"/>
                    <a:pt x="2454" y="1168"/>
                  </a:cubicBezTo>
                  <a:cubicBezTo>
                    <a:pt x="2513" y="1156"/>
                    <a:pt x="2573" y="1096"/>
                    <a:pt x="2585" y="1037"/>
                  </a:cubicBezTo>
                  <a:lnTo>
                    <a:pt x="2704" y="418"/>
                  </a:lnTo>
                  <a:cubicBezTo>
                    <a:pt x="2704" y="382"/>
                    <a:pt x="2739" y="358"/>
                    <a:pt x="2775" y="358"/>
                  </a:cubicBezTo>
                  <a:lnTo>
                    <a:pt x="3120" y="358"/>
                  </a:lnTo>
                  <a:cubicBezTo>
                    <a:pt x="3156" y="358"/>
                    <a:pt x="3180" y="382"/>
                    <a:pt x="3192" y="418"/>
                  </a:cubicBezTo>
                  <a:lnTo>
                    <a:pt x="3311" y="1037"/>
                  </a:lnTo>
                  <a:cubicBezTo>
                    <a:pt x="3335" y="1096"/>
                    <a:pt x="3370" y="1156"/>
                    <a:pt x="3454" y="1168"/>
                  </a:cubicBezTo>
                  <a:cubicBezTo>
                    <a:pt x="3585" y="1215"/>
                    <a:pt x="3716" y="1263"/>
                    <a:pt x="3847" y="1334"/>
                  </a:cubicBezTo>
                  <a:cubicBezTo>
                    <a:pt x="3882" y="1352"/>
                    <a:pt x="3918" y="1361"/>
                    <a:pt x="3952" y="1361"/>
                  </a:cubicBezTo>
                  <a:cubicBezTo>
                    <a:pt x="3987" y="1361"/>
                    <a:pt x="4019" y="1352"/>
                    <a:pt x="4049" y="1334"/>
                  </a:cubicBezTo>
                  <a:lnTo>
                    <a:pt x="4585" y="977"/>
                  </a:lnTo>
                  <a:cubicBezTo>
                    <a:pt x="4595" y="972"/>
                    <a:pt x="4607" y="969"/>
                    <a:pt x="4619" y="969"/>
                  </a:cubicBezTo>
                  <a:cubicBezTo>
                    <a:pt x="4636" y="969"/>
                    <a:pt x="4654" y="975"/>
                    <a:pt x="4668" y="989"/>
                  </a:cubicBezTo>
                  <a:lnTo>
                    <a:pt x="4906" y="1239"/>
                  </a:lnTo>
                  <a:cubicBezTo>
                    <a:pt x="4942" y="1263"/>
                    <a:pt x="4942" y="1287"/>
                    <a:pt x="4918" y="1322"/>
                  </a:cubicBezTo>
                  <a:lnTo>
                    <a:pt x="4561" y="1858"/>
                  </a:lnTo>
                  <a:cubicBezTo>
                    <a:pt x="4525" y="1918"/>
                    <a:pt x="4525" y="1989"/>
                    <a:pt x="4561" y="2049"/>
                  </a:cubicBezTo>
                  <a:cubicBezTo>
                    <a:pt x="4644" y="2168"/>
                    <a:pt x="4704" y="2323"/>
                    <a:pt x="4728" y="2454"/>
                  </a:cubicBezTo>
                  <a:cubicBezTo>
                    <a:pt x="4740" y="2513"/>
                    <a:pt x="4799" y="2573"/>
                    <a:pt x="4859" y="2585"/>
                  </a:cubicBezTo>
                  <a:lnTo>
                    <a:pt x="5490" y="2704"/>
                  </a:lnTo>
                  <a:cubicBezTo>
                    <a:pt x="5513" y="2704"/>
                    <a:pt x="5549" y="2739"/>
                    <a:pt x="5549" y="2775"/>
                  </a:cubicBezTo>
                  <a:lnTo>
                    <a:pt x="5549" y="3120"/>
                  </a:lnTo>
                  <a:cubicBezTo>
                    <a:pt x="5549" y="3156"/>
                    <a:pt x="5513" y="3180"/>
                    <a:pt x="5490" y="3192"/>
                  </a:cubicBezTo>
                  <a:lnTo>
                    <a:pt x="4859" y="3311"/>
                  </a:lnTo>
                  <a:cubicBezTo>
                    <a:pt x="4799" y="3335"/>
                    <a:pt x="4740" y="3370"/>
                    <a:pt x="4728" y="3454"/>
                  </a:cubicBezTo>
                  <a:cubicBezTo>
                    <a:pt x="4680" y="3585"/>
                    <a:pt x="4644" y="3716"/>
                    <a:pt x="4561" y="3847"/>
                  </a:cubicBezTo>
                  <a:cubicBezTo>
                    <a:pt x="4537" y="3906"/>
                    <a:pt x="4537" y="3989"/>
                    <a:pt x="4561" y="4049"/>
                  </a:cubicBezTo>
                  <a:lnTo>
                    <a:pt x="4918" y="4585"/>
                  </a:lnTo>
                  <a:cubicBezTo>
                    <a:pt x="4942" y="4609"/>
                    <a:pt x="4942" y="4644"/>
                    <a:pt x="4906" y="4668"/>
                  </a:cubicBezTo>
                  <a:lnTo>
                    <a:pt x="4668" y="4906"/>
                  </a:lnTo>
                  <a:cubicBezTo>
                    <a:pt x="4655" y="4926"/>
                    <a:pt x="4638" y="4935"/>
                    <a:pt x="4622" y="4935"/>
                  </a:cubicBezTo>
                  <a:cubicBezTo>
                    <a:pt x="4609" y="4935"/>
                    <a:pt x="4595" y="4929"/>
                    <a:pt x="4585" y="4918"/>
                  </a:cubicBezTo>
                  <a:lnTo>
                    <a:pt x="4049" y="4561"/>
                  </a:lnTo>
                  <a:cubicBezTo>
                    <a:pt x="4019" y="4543"/>
                    <a:pt x="3984" y="4534"/>
                    <a:pt x="3948" y="4534"/>
                  </a:cubicBezTo>
                  <a:cubicBezTo>
                    <a:pt x="3912" y="4534"/>
                    <a:pt x="3876" y="4543"/>
                    <a:pt x="3847" y="4561"/>
                  </a:cubicBezTo>
                  <a:cubicBezTo>
                    <a:pt x="3728" y="4644"/>
                    <a:pt x="3585" y="4704"/>
                    <a:pt x="3454" y="4728"/>
                  </a:cubicBezTo>
                  <a:cubicBezTo>
                    <a:pt x="3394" y="4751"/>
                    <a:pt x="3335" y="4811"/>
                    <a:pt x="3311" y="4859"/>
                  </a:cubicBezTo>
                  <a:lnTo>
                    <a:pt x="3192" y="5490"/>
                  </a:lnTo>
                  <a:cubicBezTo>
                    <a:pt x="3192" y="5525"/>
                    <a:pt x="3168" y="5549"/>
                    <a:pt x="3120" y="5549"/>
                  </a:cubicBezTo>
                  <a:lnTo>
                    <a:pt x="2775" y="5549"/>
                  </a:lnTo>
                  <a:cubicBezTo>
                    <a:pt x="2751" y="5549"/>
                    <a:pt x="2716" y="5513"/>
                    <a:pt x="2704" y="5490"/>
                  </a:cubicBezTo>
                  <a:lnTo>
                    <a:pt x="2585" y="4859"/>
                  </a:lnTo>
                  <a:cubicBezTo>
                    <a:pt x="2573" y="4811"/>
                    <a:pt x="2525" y="4751"/>
                    <a:pt x="2454" y="4728"/>
                  </a:cubicBezTo>
                  <a:cubicBezTo>
                    <a:pt x="2323" y="4692"/>
                    <a:pt x="2180" y="4644"/>
                    <a:pt x="2049" y="4561"/>
                  </a:cubicBezTo>
                  <a:cubicBezTo>
                    <a:pt x="2019" y="4549"/>
                    <a:pt x="1986" y="4543"/>
                    <a:pt x="1954" y="4543"/>
                  </a:cubicBezTo>
                  <a:cubicBezTo>
                    <a:pt x="1921" y="4543"/>
                    <a:pt x="1888" y="4549"/>
                    <a:pt x="1858" y="4561"/>
                  </a:cubicBezTo>
                  <a:lnTo>
                    <a:pt x="1322" y="4918"/>
                  </a:lnTo>
                  <a:cubicBezTo>
                    <a:pt x="1306" y="4929"/>
                    <a:pt x="1293" y="4935"/>
                    <a:pt x="1280" y="4935"/>
                  </a:cubicBezTo>
                  <a:cubicBezTo>
                    <a:pt x="1265" y="4935"/>
                    <a:pt x="1252" y="4926"/>
                    <a:pt x="1239" y="4906"/>
                  </a:cubicBezTo>
                  <a:lnTo>
                    <a:pt x="1001" y="4668"/>
                  </a:lnTo>
                  <a:cubicBezTo>
                    <a:pt x="965" y="4644"/>
                    <a:pt x="965" y="4609"/>
                    <a:pt x="977" y="4585"/>
                  </a:cubicBezTo>
                  <a:lnTo>
                    <a:pt x="1334" y="4049"/>
                  </a:lnTo>
                  <a:cubicBezTo>
                    <a:pt x="1382" y="3989"/>
                    <a:pt x="1382" y="3906"/>
                    <a:pt x="1334" y="3847"/>
                  </a:cubicBezTo>
                  <a:cubicBezTo>
                    <a:pt x="1263" y="3728"/>
                    <a:pt x="1203" y="3585"/>
                    <a:pt x="1180" y="3454"/>
                  </a:cubicBezTo>
                  <a:cubicBezTo>
                    <a:pt x="1156" y="3394"/>
                    <a:pt x="1096" y="3335"/>
                    <a:pt x="1037" y="3311"/>
                  </a:cubicBezTo>
                  <a:lnTo>
                    <a:pt x="418" y="3192"/>
                  </a:lnTo>
                  <a:cubicBezTo>
                    <a:pt x="382" y="3192"/>
                    <a:pt x="358" y="3168"/>
                    <a:pt x="358" y="3120"/>
                  </a:cubicBezTo>
                  <a:lnTo>
                    <a:pt x="358" y="2775"/>
                  </a:lnTo>
                  <a:cubicBezTo>
                    <a:pt x="358" y="2751"/>
                    <a:pt x="382" y="2727"/>
                    <a:pt x="418" y="2704"/>
                  </a:cubicBezTo>
                  <a:lnTo>
                    <a:pt x="465" y="2692"/>
                  </a:lnTo>
                  <a:cubicBezTo>
                    <a:pt x="560" y="2680"/>
                    <a:pt x="620" y="2573"/>
                    <a:pt x="596" y="2477"/>
                  </a:cubicBezTo>
                  <a:cubicBezTo>
                    <a:pt x="586" y="2396"/>
                    <a:pt x="507" y="2341"/>
                    <a:pt x="425" y="2341"/>
                  </a:cubicBezTo>
                  <a:cubicBezTo>
                    <a:pt x="411" y="2341"/>
                    <a:pt x="396" y="2343"/>
                    <a:pt x="382" y="2346"/>
                  </a:cubicBezTo>
                  <a:lnTo>
                    <a:pt x="346" y="2370"/>
                  </a:lnTo>
                  <a:cubicBezTo>
                    <a:pt x="144" y="2406"/>
                    <a:pt x="1" y="2585"/>
                    <a:pt x="1" y="2775"/>
                  </a:cubicBezTo>
                  <a:lnTo>
                    <a:pt x="1" y="3120"/>
                  </a:lnTo>
                  <a:cubicBezTo>
                    <a:pt x="1" y="3335"/>
                    <a:pt x="144" y="3513"/>
                    <a:pt x="346" y="3537"/>
                  </a:cubicBezTo>
                  <a:lnTo>
                    <a:pt x="858" y="3644"/>
                  </a:lnTo>
                  <a:cubicBezTo>
                    <a:pt x="894" y="3728"/>
                    <a:pt x="941" y="3835"/>
                    <a:pt x="977" y="3906"/>
                  </a:cubicBezTo>
                  <a:lnTo>
                    <a:pt x="680" y="4359"/>
                  </a:lnTo>
                  <a:cubicBezTo>
                    <a:pt x="560" y="4525"/>
                    <a:pt x="596" y="4763"/>
                    <a:pt x="739" y="4894"/>
                  </a:cubicBezTo>
                  <a:lnTo>
                    <a:pt x="977" y="5132"/>
                  </a:lnTo>
                  <a:cubicBezTo>
                    <a:pt x="1067" y="5216"/>
                    <a:pt x="1182" y="5259"/>
                    <a:pt x="1292" y="5259"/>
                  </a:cubicBezTo>
                  <a:cubicBezTo>
                    <a:pt x="1371" y="5259"/>
                    <a:pt x="1448" y="5237"/>
                    <a:pt x="1513" y="5192"/>
                  </a:cubicBezTo>
                  <a:lnTo>
                    <a:pt x="1965" y="4894"/>
                  </a:lnTo>
                  <a:cubicBezTo>
                    <a:pt x="2049" y="4942"/>
                    <a:pt x="2144" y="4978"/>
                    <a:pt x="2227" y="5013"/>
                  </a:cubicBezTo>
                  <a:lnTo>
                    <a:pt x="2335" y="5537"/>
                  </a:lnTo>
                  <a:cubicBezTo>
                    <a:pt x="2382" y="5728"/>
                    <a:pt x="2561" y="5871"/>
                    <a:pt x="2751" y="5871"/>
                  </a:cubicBezTo>
                  <a:lnTo>
                    <a:pt x="3097" y="5871"/>
                  </a:lnTo>
                  <a:cubicBezTo>
                    <a:pt x="3299" y="5871"/>
                    <a:pt x="3478" y="5728"/>
                    <a:pt x="3513" y="5537"/>
                  </a:cubicBezTo>
                  <a:lnTo>
                    <a:pt x="3620" y="5013"/>
                  </a:lnTo>
                  <a:cubicBezTo>
                    <a:pt x="3704" y="4978"/>
                    <a:pt x="3811" y="4942"/>
                    <a:pt x="3882" y="4894"/>
                  </a:cubicBezTo>
                  <a:lnTo>
                    <a:pt x="4323" y="5192"/>
                  </a:lnTo>
                  <a:cubicBezTo>
                    <a:pt x="4391" y="5241"/>
                    <a:pt x="4472" y="5264"/>
                    <a:pt x="4552" y="5264"/>
                  </a:cubicBezTo>
                  <a:cubicBezTo>
                    <a:pt x="4667" y="5264"/>
                    <a:pt x="4781" y="5217"/>
                    <a:pt x="4859" y="5132"/>
                  </a:cubicBezTo>
                  <a:lnTo>
                    <a:pt x="5097" y="4894"/>
                  </a:lnTo>
                  <a:cubicBezTo>
                    <a:pt x="5252" y="4740"/>
                    <a:pt x="5263" y="4525"/>
                    <a:pt x="5156" y="4359"/>
                  </a:cubicBezTo>
                  <a:lnTo>
                    <a:pt x="4859" y="3906"/>
                  </a:lnTo>
                  <a:cubicBezTo>
                    <a:pt x="4906" y="3823"/>
                    <a:pt x="4954" y="3728"/>
                    <a:pt x="4978" y="3644"/>
                  </a:cubicBezTo>
                  <a:lnTo>
                    <a:pt x="5502" y="3537"/>
                  </a:lnTo>
                  <a:cubicBezTo>
                    <a:pt x="5692" y="3489"/>
                    <a:pt x="5847" y="3311"/>
                    <a:pt x="5847" y="3120"/>
                  </a:cubicBezTo>
                  <a:lnTo>
                    <a:pt x="5847" y="2775"/>
                  </a:lnTo>
                  <a:cubicBezTo>
                    <a:pt x="5847" y="2549"/>
                    <a:pt x="5716" y="2382"/>
                    <a:pt x="5502" y="2334"/>
                  </a:cubicBezTo>
                  <a:lnTo>
                    <a:pt x="4990" y="2227"/>
                  </a:lnTo>
                  <a:cubicBezTo>
                    <a:pt x="4954" y="2144"/>
                    <a:pt x="4906" y="2037"/>
                    <a:pt x="4871" y="1965"/>
                  </a:cubicBezTo>
                  <a:lnTo>
                    <a:pt x="5168" y="1513"/>
                  </a:lnTo>
                  <a:cubicBezTo>
                    <a:pt x="5287" y="1346"/>
                    <a:pt x="5252" y="1108"/>
                    <a:pt x="5109" y="977"/>
                  </a:cubicBezTo>
                  <a:lnTo>
                    <a:pt x="4871" y="739"/>
                  </a:lnTo>
                  <a:cubicBezTo>
                    <a:pt x="4780" y="656"/>
                    <a:pt x="4666" y="613"/>
                    <a:pt x="4555" y="613"/>
                  </a:cubicBezTo>
                  <a:cubicBezTo>
                    <a:pt x="4476" y="613"/>
                    <a:pt x="4399" y="635"/>
                    <a:pt x="4335" y="680"/>
                  </a:cubicBezTo>
                  <a:lnTo>
                    <a:pt x="3882" y="977"/>
                  </a:lnTo>
                  <a:cubicBezTo>
                    <a:pt x="3799" y="941"/>
                    <a:pt x="3704" y="894"/>
                    <a:pt x="3620" y="858"/>
                  </a:cubicBezTo>
                  <a:lnTo>
                    <a:pt x="3513" y="346"/>
                  </a:lnTo>
                  <a:cubicBezTo>
                    <a:pt x="3466" y="144"/>
                    <a:pt x="3287" y="1"/>
                    <a:pt x="3097" y="1"/>
                  </a:cubicBezTo>
                  <a:close/>
                </a:path>
              </a:pathLst>
            </a:custGeom>
            <a:solidFill>
              <a:schemeClr val="dk1"/>
            </a:solidFill>
            <a:ln>
              <a:noFill/>
            </a:ln>
          </p:spPr>
          <p:txBody>
            <a:bodyPr spcFirstLastPara="1" wrap="square" lIns="121900" tIns="121900" rIns="121900" bIns="121900" anchor="ctr" anchorCtr="0">
              <a:noAutofit/>
            </a:bodyPr>
            <a:lstStyle/>
            <a:p>
              <a:endParaRPr lang="pt-PT" sz="1867" noProof="0"/>
            </a:p>
          </p:txBody>
        </p:sp>
        <p:sp>
          <p:nvSpPr>
            <p:cNvPr id="357" name="Google Shape;357;p32">
              <a:extLst>
                <a:ext uri="{FF2B5EF4-FFF2-40B4-BE49-F238E27FC236}">
                  <a16:creationId xmlns:a16="http://schemas.microsoft.com/office/drawing/2014/main" id="{BF6FB730-5F57-883B-771C-7A719035798E}"/>
                </a:ext>
              </a:extLst>
            </p:cNvPr>
            <p:cNvSpPr/>
            <p:nvPr/>
          </p:nvSpPr>
          <p:spPr>
            <a:xfrm>
              <a:off x="6305888" y="3129884"/>
              <a:ext cx="64488" cy="64456"/>
            </a:xfrm>
            <a:custGeom>
              <a:avLst/>
              <a:gdLst/>
              <a:ahLst/>
              <a:cxnLst/>
              <a:rect l="l" t="t" r="r" b="b"/>
              <a:pathLst>
                <a:path w="2026" h="2025" extrusionOk="0">
                  <a:moveTo>
                    <a:pt x="1013" y="1"/>
                  </a:moveTo>
                  <a:cubicBezTo>
                    <a:pt x="453" y="1"/>
                    <a:pt x="1" y="441"/>
                    <a:pt x="1" y="1013"/>
                  </a:cubicBezTo>
                  <a:cubicBezTo>
                    <a:pt x="1" y="1561"/>
                    <a:pt x="442" y="2025"/>
                    <a:pt x="1013" y="2025"/>
                  </a:cubicBezTo>
                  <a:cubicBezTo>
                    <a:pt x="1227" y="2025"/>
                    <a:pt x="1442" y="1942"/>
                    <a:pt x="1620" y="1811"/>
                  </a:cubicBezTo>
                  <a:cubicBezTo>
                    <a:pt x="1692" y="1751"/>
                    <a:pt x="1704" y="1632"/>
                    <a:pt x="1644" y="1561"/>
                  </a:cubicBezTo>
                  <a:cubicBezTo>
                    <a:pt x="1608" y="1517"/>
                    <a:pt x="1549" y="1491"/>
                    <a:pt x="1493" y="1491"/>
                  </a:cubicBezTo>
                  <a:cubicBezTo>
                    <a:pt x="1457" y="1491"/>
                    <a:pt x="1422" y="1502"/>
                    <a:pt x="1394" y="1525"/>
                  </a:cubicBezTo>
                  <a:cubicBezTo>
                    <a:pt x="1275" y="1620"/>
                    <a:pt x="1144" y="1668"/>
                    <a:pt x="989" y="1668"/>
                  </a:cubicBezTo>
                  <a:cubicBezTo>
                    <a:pt x="632" y="1668"/>
                    <a:pt x="358" y="1370"/>
                    <a:pt x="358" y="1025"/>
                  </a:cubicBezTo>
                  <a:cubicBezTo>
                    <a:pt x="382" y="668"/>
                    <a:pt x="668" y="370"/>
                    <a:pt x="1025" y="370"/>
                  </a:cubicBezTo>
                  <a:cubicBezTo>
                    <a:pt x="1382" y="370"/>
                    <a:pt x="1668" y="668"/>
                    <a:pt x="1668" y="1013"/>
                  </a:cubicBezTo>
                  <a:cubicBezTo>
                    <a:pt x="1668" y="1120"/>
                    <a:pt x="1739" y="1191"/>
                    <a:pt x="1846" y="1191"/>
                  </a:cubicBezTo>
                  <a:cubicBezTo>
                    <a:pt x="1942" y="1191"/>
                    <a:pt x="2025" y="1120"/>
                    <a:pt x="2025" y="1013"/>
                  </a:cubicBezTo>
                  <a:cubicBezTo>
                    <a:pt x="2025" y="453"/>
                    <a:pt x="1573" y="1"/>
                    <a:pt x="1013" y="1"/>
                  </a:cubicBezTo>
                  <a:close/>
                </a:path>
              </a:pathLst>
            </a:custGeom>
            <a:solidFill>
              <a:schemeClr val="dk1"/>
            </a:solidFill>
            <a:ln>
              <a:noFill/>
            </a:ln>
          </p:spPr>
          <p:txBody>
            <a:bodyPr spcFirstLastPara="1" wrap="square" lIns="121900" tIns="121900" rIns="121900" bIns="121900" anchor="ctr" anchorCtr="0">
              <a:noAutofit/>
            </a:bodyPr>
            <a:lstStyle/>
            <a:p>
              <a:endParaRPr lang="pt-PT" sz="1867" noProof="0"/>
            </a:p>
          </p:txBody>
        </p:sp>
        <p:sp>
          <p:nvSpPr>
            <p:cNvPr id="358" name="Google Shape;358;p32">
              <a:extLst>
                <a:ext uri="{FF2B5EF4-FFF2-40B4-BE49-F238E27FC236}">
                  <a16:creationId xmlns:a16="http://schemas.microsoft.com/office/drawing/2014/main" id="{42CE7B9B-C64D-15E0-A0E1-42008A450B71}"/>
                </a:ext>
              </a:extLst>
            </p:cNvPr>
            <p:cNvSpPr/>
            <p:nvPr/>
          </p:nvSpPr>
          <p:spPr>
            <a:xfrm>
              <a:off x="6173634" y="2997631"/>
              <a:ext cx="70153" cy="70153"/>
            </a:xfrm>
            <a:custGeom>
              <a:avLst/>
              <a:gdLst/>
              <a:ahLst/>
              <a:cxnLst/>
              <a:rect l="l" t="t" r="r" b="b"/>
              <a:pathLst>
                <a:path w="2204" h="2204" extrusionOk="0">
                  <a:moveTo>
                    <a:pt x="1096" y="370"/>
                  </a:moveTo>
                  <a:cubicBezTo>
                    <a:pt x="1501" y="370"/>
                    <a:pt x="1834" y="703"/>
                    <a:pt x="1834" y="1108"/>
                  </a:cubicBezTo>
                  <a:cubicBezTo>
                    <a:pt x="1834" y="1501"/>
                    <a:pt x="1501" y="1834"/>
                    <a:pt x="1096" y="1834"/>
                  </a:cubicBezTo>
                  <a:cubicBezTo>
                    <a:pt x="691" y="1834"/>
                    <a:pt x="370" y="1501"/>
                    <a:pt x="370" y="1108"/>
                  </a:cubicBezTo>
                  <a:cubicBezTo>
                    <a:pt x="370" y="703"/>
                    <a:pt x="703" y="370"/>
                    <a:pt x="1096" y="370"/>
                  </a:cubicBezTo>
                  <a:close/>
                  <a:moveTo>
                    <a:pt x="1096" y="1"/>
                  </a:moveTo>
                  <a:cubicBezTo>
                    <a:pt x="489" y="1"/>
                    <a:pt x="1" y="489"/>
                    <a:pt x="1" y="1108"/>
                  </a:cubicBezTo>
                  <a:cubicBezTo>
                    <a:pt x="1" y="1715"/>
                    <a:pt x="489" y="2203"/>
                    <a:pt x="1096" y="2203"/>
                  </a:cubicBezTo>
                  <a:cubicBezTo>
                    <a:pt x="1715" y="2191"/>
                    <a:pt x="2203" y="1703"/>
                    <a:pt x="2203" y="1108"/>
                  </a:cubicBezTo>
                  <a:cubicBezTo>
                    <a:pt x="2203" y="489"/>
                    <a:pt x="1715" y="1"/>
                    <a:pt x="1096" y="1"/>
                  </a:cubicBezTo>
                  <a:close/>
                </a:path>
              </a:pathLst>
            </a:custGeom>
            <a:solidFill>
              <a:schemeClr val="dk1"/>
            </a:solidFill>
            <a:ln>
              <a:noFill/>
            </a:ln>
          </p:spPr>
          <p:txBody>
            <a:bodyPr spcFirstLastPara="1" wrap="square" lIns="121900" tIns="121900" rIns="121900" bIns="121900" anchor="ctr" anchorCtr="0">
              <a:noAutofit/>
            </a:bodyPr>
            <a:lstStyle/>
            <a:p>
              <a:endParaRPr lang="pt-PT" sz="1867" noProof="0"/>
            </a:p>
          </p:txBody>
        </p:sp>
      </p:grpSp>
      <p:grpSp>
        <p:nvGrpSpPr>
          <p:cNvPr id="359" name="Google Shape;359;p32">
            <a:extLst>
              <a:ext uri="{FF2B5EF4-FFF2-40B4-BE49-F238E27FC236}">
                <a16:creationId xmlns:a16="http://schemas.microsoft.com/office/drawing/2014/main" id="{D051F808-8D51-FF43-DA42-641B644E5CFA}"/>
              </a:ext>
            </a:extLst>
          </p:cNvPr>
          <p:cNvGrpSpPr/>
          <p:nvPr/>
        </p:nvGrpSpPr>
        <p:grpSpPr>
          <a:xfrm>
            <a:off x="6366538" y="1714708"/>
            <a:ext cx="436113" cy="369438"/>
            <a:chOff x="2770052" y="2009628"/>
            <a:chExt cx="327085" cy="277079"/>
          </a:xfrm>
        </p:grpSpPr>
        <p:sp>
          <p:nvSpPr>
            <p:cNvPr id="360" name="Google Shape;360;p32">
              <a:extLst>
                <a:ext uri="{FF2B5EF4-FFF2-40B4-BE49-F238E27FC236}">
                  <a16:creationId xmlns:a16="http://schemas.microsoft.com/office/drawing/2014/main" id="{ADA3220F-0C97-892A-2936-7544042AD591}"/>
                </a:ext>
              </a:extLst>
            </p:cNvPr>
            <p:cNvSpPr/>
            <p:nvPr/>
          </p:nvSpPr>
          <p:spPr>
            <a:xfrm>
              <a:off x="2770052" y="2023537"/>
              <a:ext cx="327085" cy="263170"/>
            </a:xfrm>
            <a:custGeom>
              <a:avLst/>
              <a:gdLst/>
              <a:ahLst/>
              <a:cxnLst/>
              <a:rect l="l" t="t" r="r" b="b"/>
              <a:pathLst>
                <a:path w="10276" h="8268" extrusionOk="0">
                  <a:moveTo>
                    <a:pt x="6251" y="2267"/>
                  </a:moveTo>
                  <a:lnTo>
                    <a:pt x="7061" y="2541"/>
                  </a:lnTo>
                  <a:cubicBezTo>
                    <a:pt x="7073" y="2544"/>
                    <a:pt x="7086" y="2545"/>
                    <a:pt x="7098" y="2545"/>
                  </a:cubicBezTo>
                  <a:cubicBezTo>
                    <a:pt x="7136" y="2545"/>
                    <a:pt x="7174" y="2532"/>
                    <a:pt x="7192" y="2505"/>
                  </a:cubicBezTo>
                  <a:lnTo>
                    <a:pt x="7454" y="2314"/>
                  </a:lnTo>
                  <a:lnTo>
                    <a:pt x="9240" y="4660"/>
                  </a:lnTo>
                  <a:lnTo>
                    <a:pt x="8978" y="4874"/>
                  </a:lnTo>
                  <a:cubicBezTo>
                    <a:pt x="8966" y="4862"/>
                    <a:pt x="8942" y="4839"/>
                    <a:pt x="8930" y="4839"/>
                  </a:cubicBezTo>
                  <a:lnTo>
                    <a:pt x="5811" y="3148"/>
                  </a:lnTo>
                  <a:lnTo>
                    <a:pt x="5930" y="2969"/>
                  </a:lnTo>
                  <a:cubicBezTo>
                    <a:pt x="5978" y="2898"/>
                    <a:pt x="5966" y="2803"/>
                    <a:pt x="5894" y="2755"/>
                  </a:cubicBezTo>
                  <a:cubicBezTo>
                    <a:pt x="5864" y="2742"/>
                    <a:pt x="5834" y="2735"/>
                    <a:pt x="5806" y="2735"/>
                  </a:cubicBezTo>
                  <a:cubicBezTo>
                    <a:pt x="5756" y="2735"/>
                    <a:pt x="5710" y="2757"/>
                    <a:pt x="5680" y="2803"/>
                  </a:cubicBezTo>
                  <a:lnTo>
                    <a:pt x="5358" y="3326"/>
                  </a:lnTo>
                  <a:cubicBezTo>
                    <a:pt x="5335" y="3350"/>
                    <a:pt x="5323" y="3374"/>
                    <a:pt x="5323" y="3398"/>
                  </a:cubicBezTo>
                  <a:lnTo>
                    <a:pt x="5323" y="4684"/>
                  </a:lnTo>
                  <a:cubicBezTo>
                    <a:pt x="5323" y="4946"/>
                    <a:pt x="5097" y="5172"/>
                    <a:pt x="4835" y="5172"/>
                  </a:cubicBezTo>
                  <a:cubicBezTo>
                    <a:pt x="4561" y="5172"/>
                    <a:pt x="4346" y="4946"/>
                    <a:pt x="4346" y="4684"/>
                  </a:cubicBezTo>
                  <a:lnTo>
                    <a:pt x="4346" y="3410"/>
                  </a:lnTo>
                  <a:lnTo>
                    <a:pt x="4620" y="2267"/>
                  </a:lnTo>
                  <a:close/>
                  <a:moveTo>
                    <a:pt x="2680" y="1767"/>
                  </a:moveTo>
                  <a:lnTo>
                    <a:pt x="2918" y="1898"/>
                  </a:lnTo>
                  <a:lnTo>
                    <a:pt x="941" y="5303"/>
                  </a:lnTo>
                  <a:lnTo>
                    <a:pt x="703" y="5172"/>
                  </a:lnTo>
                  <a:lnTo>
                    <a:pt x="2680" y="1767"/>
                  </a:lnTo>
                  <a:close/>
                  <a:moveTo>
                    <a:pt x="3180" y="4743"/>
                  </a:moveTo>
                  <a:cubicBezTo>
                    <a:pt x="3287" y="4743"/>
                    <a:pt x="3370" y="4779"/>
                    <a:pt x="3442" y="4874"/>
                  </a:cubicBezTo>
                  <a:cubicBezTo>
                    <a:pt x="3561" y="5017"/>
                    <a:pt x="3525" y="5231"/>
                    <a:pt x="3370" y="5339"/>
                  </a:cubicBezTo>
                  <a:lnTo>
                    <a:pt x="2322" y="6112"/>
                  </a:lnTo>
                  <a:cubicBezTo>
                    <a:pt x="2262" y="6150"/>
                    <a:pt x="2194" y="6169"/>
                    <a:pt x="2127" y="6169"/>
                  </a:cubicBezTo>
                  <a:cubicBezTo>
                    <a:pt x="2023" y="6169"/>
                    <a:pt x="1923" y="6123"/>
                    <a:pt x="1858" y="6029"/>
                  </a:cubicBezTo>
                  <a:cubicBezTo>
                    <a:pt x="1751" y="5886"/>
                    <a:pt x="1787" y="5672"/>
                    <a:pt x="1929" y="5565"/>
                  </a:cubicBezTo>
                  <a:lnTo>
                    <a:pt x="2989" y="4803"/>
                  </a:lnTo>
                  <a:cubicBezTo>
                    <a:pt x="3049" y="4755"/>
                    <a:pt x="3120" y="4743"/>
                    <a:pt x="3180" y="4743"/>
                  </a:cubicBezTo>
                  <a:close/>
                  <a:moveTo>
                    <a:pt x="3775" y="5493"/>
                  </a:moveTo>
                  <a:cubicBezTo>
                    <a:pt x="3870" y="5493"/>
                    <a:pt x="3954" y="5553"/>
                    <a:pt x="4013" y="5636"/>
                  </a:cubicBezTo>
                  <a:cubicBezTo>
                    <a:pt x="4132" y="5779"/>
                    <a:pt x="4085" y="5993"/>
                    <a:pt x="3942" y="6089"/>
                  </a:cubicBezTo>
                  <a:lnTo>
                    <a:pt x="3132" y="6708"/>
                  </a:lnTo>
                  <a:cubicBezTo>
                    <a:pt x="3076" y="6745"/>
                    <a:pt x="3013" y="6764"/>
                    <a:pt x="2949" y="6764"/>
                  </a:cubicBezTo>
                  <a:cubicBezTo>
                    <a:pt x="2851" y="6764"/>
                    <a:pt x="2752" y="6718"/>
                    <a:pt x="2680" y="6624"/>
                  </a:cubicBezTo>
                  <a:cubicBezTo>
                    <a:pt x="2572" y="6482"/>
                    <a:pt x="2596" y="6255"/>
                    <a:pt x="2751" y="6148"/>
                  </a:cubicBezTo>
                  <a:lnTo>
                    <a:pt x="3537" y="5589"/>
                  </a:lnTo>
                  <a:cubicBezTo>
                    <a:pt x="3573" y="5565"/>
                    <a:pt x="3596" y="5541"/>
                    <a:pt x="3620" y="5529"/>
                  </a:cubicBezTo>
                  <a:cubicBezTo>
                    <a:pt x="3668" y="5517"/>
                    <a:pt x="3715" y="5493"/>
                    <a:pt x="3775" y="5493"/>
                  </a:cubicBezTo>
                  <a:close/>
                  <a:moveTo>
                    <a:pt x="4359" y="6281"/>
                  </a:moveTo>
                  <a:cubicBezTo>
                    <a:pt x="4454" y="6281"/>
                    <a:pt x="4550" y="6321"/>
                    <a:pt x="4620" y="6398"/>
                  </a:cubicBezTo>
                  <a:cubicBezTo>
                    <a:pt x="4739" y="6553"/>
                    <a:pt x="4704" y="6755"/>
                    <a:pt x="4549" y="6863"/>
                  </a:cubicBezTo>
                  <a:lnTo>
                    <a:pt x="3954" y="7303"/>
                  </a:lnTo>
                  <a:cubicBezTo>
                    <a:pt x="3898" y="7331"/>
                    <a:pt x="3829" y="7358"/>
                    <a:pt x="3767" y="7358"/>
                  </a:cubicBezTo>
                  <a:cubicBezTo>
                    <a:pt x="3749" y="7358"/>
                    <a:pt x="3732" y="7356"/>
                    <a:pt x="3715" y="7351"/>
                  </a:cubicBezTo>
                  <a:cubicBezTo>
                    <a:pt x="3620" y="7339"/>
                    <a:pt x="3549" y="7303"/>
                    <a:pt x="3513" y="7220"/>
                  </a:cubicBezTo>
                  <a:cubicBezTo>
                    <a:pt x="3406" y="7077"/>
                    <a:pt x="3430" y="6863"/>
                    <a:pt x="3584" y="6755"/>
                  </a:cubicBezTo>
                  <a:lnTo>
                    <a:pt x="4144" y="6363"/>
                  </a:lnTo>
                  <a:lnTo>
                    <a:pt x="4168" y="6339"/>
                  </a:lnTo>
                  <a:cubicBezTo>
                    <a:pt x="4226" y="6300"/>
                    <a:pt x="4292" y="6281"/>
                    <a:pt x="4359" y="6281"/>
                  </a:cubicBezTo>
                  <a:close/>
                  <a:moveTo>
                    <a:pt x="2870" y="2553"/>
                  </a:moveTo>
                  <a:lnTo>
                    <a:pt x="3156" y="2707"/>
                  </a:lnTo>
                  <a:cubicBezTo>
                    <a:pt x="3173" y="2725"/>
                    <a:pt x="3197" y="2736"/>
                    <a:pt x="3218" y="2736"/>
                  </a:cubicBezTo>
                  <a:cubicBezTo>
                    <a:pt x="3226" y="2736"/>
                    <a:pt x="3233" y="2734"/>
                    <a:pt x="3239" y="2731"/>
                  </a:cubicBezTo>
                  <a:lnTo>
                    <a:pt x="3942" y="2636"/>
                  </a:lnTo>
                  <a:lnTo>
                    <a:pt x="4192" y="2743"/>
                  </a:lnTo>
                  <a:lnTo>
                    <a:pt x="4049" y="3338"/>
                  </a:lnTo>
                  <a:lnTo>
                    <a:pt x="4049" y="3362"/>
                  </a:lnTo>
                  <a:lnTo>
                    <a:pt x="4049" y="4648"/>
                  </a:lnTo>
                  <a:cubicBezTo>
                    <a:pt x="4049" y="5077"/>
                    <a:pt x="4406" y="5434"/>
                    <a:pt x="4835" y="5434"/>
                  </a:cubicBezTo>
                  <a:cubicBezTo>
                    <a:pt x="5263" y="5434"/>
                    <a:pt x="5620" y="5077"/>
                    <a:pt x="5620" y="4648"/>
                  </a:cubicBezTo>
                  <a:lnTo>
                    <a:pt x="5620" y="3410"/>
                  </a:lnTo>
                  <a:lnTo>
                    <a:pt x="5656" y="3362"/>
                  </a:lnTo>
                  <a:lnTo>
                    <a:pt x="8776" y="5065"/>
                  </a:lnTo>
                  <a:cubicBezTo>
                    <a:pt x="8942" y="5184"/>
                    <a:pt x="9002" y="5374"/>
                    <a:pt x="8907" y="5541"/>
                  </a:cubicBezTo>
                  <a:cubicBezTo>
                    <a:pt x="8850" y="5654"/>
                    <a:pt x="8745" y="5717"/>
                    <a:pt x="8631" y="5717"/>
                  </a:cubicBezTo>
                  <a:cubicBezTo>
                    <a:pt x="8576" y="5717"/>
                    <a:pt x="8520" y="5703"/>
                    <a:pt x="8466" y="5672"/>
                  </a:cubicBezTo>
                  <a:lnTo>
                    <a:pt x="6740" y="4743"/>
                  </a:lnTo>
                  <a:cubicBezTo>
                    <a:pt x="6711" y="4727"/>
                    <a:pt x="6682" y="4719"/>
                    <a:pt x="6655" y="4719"/>
                  </a:cubicBezTo>
                  <a:cubicBezTo>
                    <a:pt x="6603" y="4719"/>
                    <a:pt x="6557" y="4748"/>
                    <a:pt x="6525" y="4803"/>
                  </a:cubicBezTo>
                  <a:cubicBezTo>
                    <a:pt x="6490" y="4874"/>
                    <a:pt x="6513" y="4958"/>
                    <a:pt x="6585" y="5005"/>
                  </a:cubicBezTo>
                  <a:lnTo>
                    <a:pt x="8037" y="5791"/>
                  </a:lnTo>
                  <a:cubicBezTo>
                    <a:pt x="8192" y="5886"/>
                    <a:pt x="8252" y="6077"/>
                    <a:pt x="8168" y="6243"/>
                  </a:cubicBezTo>
                  <a:cubicBezTo>
                    <a:pt x="8104" y="6356"/>
                    <a:pt x="7996" y="6415"/>
                    <a:pt x="7881" y="6415"/>
                  </a:cubicBezTo>
                  <a:cubicBezTo>
                    <a:pt x="7826" y="6415"/>
                    <a:pt x="7770" y="6401"/>
                    <a:pt x="7716" y="6374"/>
                  </a:cubicBezTo>
                  <a:lnTo>
                    <a:pt x="6251" y="5565"/>
                  </a:lnTo>
                  <a:cubicBezTo>
                    <a:pt x="6226" y="5554"/>
                    <a:pt x="6200" y="5548"/>
                    <a:pt x="6175" y="5548"/>
                  </a:cubicBezTo>
                  <a:cubicBezTo>
                    <a:pt x="6120" y="5548"/>
                    <a:pt x="6070" y="5575"/>
                    <a:pt x="6037" y="5624"/>
                  </a:cubicBezTo>
                  <a:cubicBezTo>
                    <a:pt x="5990" y="5708"/>
                    <a:pt x="6025" y="5791"/>
                    <a:pt x="6097" y="5839"/>
                  </a:cubicBezTo>
                  <a:lnTo>
                    <a:pt x="7287" y="6493"/>
                  </a:lnTo>
                  <a:cubicBezTo>
                    <a:pt x="7454" y="6577"/>
                    <a:pt x="7514" y="6779"/>
                    <a:pt x="7418" y="6934"/>
                  </a:cubicBezTo>
                  <a:cubicBezTo>
                    <a:pt x="7360" y="7050"/>
                    <a:pt x="7250" y="7114"/>
                    <a:pt x="7132" y="7114"/>
                  </a:cubicBezTo>
                  <a:cubicBezTo>
                    <a:pt x="7081" y="7114"/>
                    <a:pt x="7028" y="7102"/>
                    <a:pt x="6978" y="7077"/>
                  </a:cubicBezTo>
                  <a:lnTo>
                    <a:pt x="5728" y="6386"/>
                  </a:lnTo>
                  <a:cubicBezTo>
                    <a:pt x="5705" y="6371"/>
                    <a:pt x="5680" y="6365"/>
                    <a:pt x="5655" y="6365"/>
                  </a:cubicBezTo>
                  <a:cubicBezTo>
                    <a:pt x="5601" y="6365"/>
                    <a:pt x="5546" y="6397"/>
                    <a:pt x="5513" y="6446"/>
                  </a:cubicBezTo>
                  <a:cubicBezTo>
                    <a:pt x="5478" y="6517"/>
                    <a:pt x="5501" y="6613"/>
                    <a:pt x="5573" y="6660"/>
                  </a:cubicBezTo>
                  <a:lnTo>
                    <a:pt x="6549" y="7172"/>
                  </a:lnTo>
                  <a:cubicBezTo>
                    <a:pt x="6704" y="7267"/>
                    <a:pt x="6763" y="7458"/>
                    <a:pt x="6680" y="7625"/>
                  </a:cubicBezTo>
                  <a:cubicBezTo>
                    <a:pt x="6616" y="7737"/>
                    <a:pt x="6508" y="7801"/>
                    <a:pt x="6393" y="7801"/>
                  </a:cubicBezTo>
                  <a:cubicBezTo>
                    <a:pt x="6338" y="7801"/>
                    <a:pt x="6282" y="7786"/>
                    <a:pt x="6228" y="7756"/>
                  </a:cubicBezTo>
                  <a:lnTo>
                    <a:pt x="5549" y="7386"/>
                  </a:lnTo>
                  <a:cubicBezTo>
                    <a:pt x="5549" y="7255"/>
                    <a:pt x="5501" y="7101"/>
                    <a:pt x="5406" y="6994"/>
                  </a:cubicBezTo>
                  <a:cubicBezTo>
                    <a:pt x="5299" y="6851"/>
                    <a:pt x="5132" y="6755"/>
                    <a:pt x="4954" y="6744"/>
                  </a:cubicBezTo>
                  <a:lnTo>
                    <a:pt x="4954" y="6696"/>
                  </a:lnTo>
                  <a:cubicBezTo>
                    <a:pt x="4977" y="6541"/>
                    <a:pt x="4930" y="6363"/>
                    <a:pt x="4835" y="6220"/>
                  </a:cubicBezTo>
                  <a:cubicBezTo>
                    <a:pt x="4716" y="6077"/>
                    <a:pt x="4549" y="5982"/>
                    <a:pt x="4370" y="5970"/>
                  </a:cubicBezTo>
                  <a:lnTo>
                    <a:pt x="4370" y="5922"/>
                  </a:lnTo>
                  <a:cubicBezTo>
                    <a:pt x="4406" y="5767"/>
                    <a:pt x="4358" y="5589"/>
                    <a:pt x="4251" y="5446"/>
                  </a:cubicBezTo>
                  <a:cubicBezTo>
                    <a:pt x="4132" y="5303"/>
                    <a:pt x="3965" y="5208"/>
                    <a:pt x="3787" y="5196"/>
                  </a:cubicBezTo>
                  <a:lnTo>
                    <a:pt x="3787" y="5148"/>
                  </a:lnTo>
                  <a:cubicBezTo>
                    <a:pt x="3823" y="4993"/>
                    <a:pt x="3775" y="4815"/>
                    <a:pt x="3668" y="4672"/>
                  </a:cubicBezTo>
                  <a:cubicBezTo>
                    <a:pt x="3547" y="4516"/>
                    <a:pt x="3359" y="4432"/>
                    <a:pt x="3172" y="4432"/>
                  </a:cubicBezTo>
                  <a:cubicBezTo>
                    <a:pt x="3044" y="4432"/>
                    <a:pt x="2917" y="4471"/>
                    <a:pt x="2811" y="4553"/>
                  </a:cubicBezTo>
                  <a:lnTo>
                    <a:pt x="1763" y="5315"/>
                  </a:lnTo>
                  <a:lnTo>
                    <a:pt x="1394" y="5112"/>
                  </a:lnTo>
                  <a:lnTo>
                    <a:pt x="2870" y="2553"/>
                  </a:lnTo>
                  <a:close/>
                  <a:moveTo>
                    <a:pt x="4936" y="7026"/>
                  </a:moveTo>
                  <a:cubicBezTo>
                    <a:pt x="5036" y="7026"/>
                    <a:pt x="5132" y="7070"/>
                    <a:pt x="5204" y="7148"/>
                  </a:cubicBezTo>
                  <a:cubicBezTo>
                    <a:pt x="5251" y="7244"/>
                    <a:pt x="5275" y="7315"/>
                    <a:pt x="5263" y="7398"/>
                  </a:cubicBezTo>
                  <a:cubicBezTo>
                    <a:pt x="5251" y="7494"/>
                    <a:pt x="5204" y="7565"/>
                    <a:pt x="5132" y="7625"/>
                  </a:cubicBezTo>
                  <a:lnTo>
                    <a:pt x="4787" y="7875"/>
                  </a:lnTo>
                  <a:cubicBezTo>
                    <a:pt x="4729" y="7918"/>
                    <a:pt x="4658" y="7940"/>
                    <a:pt x="4588" y="7940"/>
                  </a:cubicBezTo>
                  <a:cubicBezTo>
                    <a:pt x="4487" y="7940"/>
                    <a:pt x="4386" y="7895"/>
                    <a:pt x="4323" y="7803"/>
                  </a:cubicBezTo>
                  <a:cubicBezTo>
                    <a:pt x="4215" y="7660"/>
                    <a:pt x="4251" y="7446"/>
                    <a:pt x="4406" y="7339"/>
                  </a:cubicBezTo>
                  <a:lnTo>
                    <a:pt x="4727" y="7101"/>
                  </a:lnTo>
                  <a:lnTo>
                    <a:pt x="4739" y="7089"/>
                  </a:lnTo>
                  <a:cubicBezTo>
                    <a:pt x="4802" y="7046"/>
                    <a:pt x="4870" y="7026"/>
                    <a:pt x="4936" y="7026"/>
                  </a:cubicBezTo>
                  <a:close/>
                  <a:moveTo>
                    <a:pt x="180" y="0"/>
                  </a:moveTo>
                  <a:cubicBezTo>
                    <a:pt x="125" y="0"/>
                    <a:pt x="69" y="27"/>
                    <a:pt x="36" y="76"/>
                  </a:cubicBezTo>
                  <a:cubicBezTo>
                    <a:pt x="1" y="159"/>
                    <a:pt x="24" y="243"/>
                    <a:pt x="96" y="290"/>
                  </a:cubicBezTo>
                  <a:lnTo>
                    <a:pt x="2382" y="1600"/>
                  </a:lnTo>
                  <a:lnTo>
                    <a:pt x="405" y="5005"/>
                  </a:lnTo>
                  <a:lnTo>
                    <a:pt x="251" y="4922"/>
                  </a:lnTo>
                  <a:cubicBezTo>
                    <a:pt x="221" y="4905"/>
                    <a:pt x="192" y="4897"/>
                    <a:pt x="164" y="4897"/>
                  </a:cubicBezTo>
                  <a:cubicBezTo>
                    <a:pt x="113" y="4897"/>
                    <a:pt x="67" y="4923"/>
                    <a:pt x="36" y="4969"/>
                  </a:cubicBezTo>
                  <a:cubicBezTo>
                    <a:pt x="1" y="5053"/>
                    <a:pt x="24" y="5136"/>
                    <a:pt x="96" y="5184"/>
                  </a:cubicBezTo>
                  <a:lnTo>
                    <a:pt x="882" y="5648"/>
                  </a:lnTo>
                  <a:cubicBezTo>
                    <a:pt x="908" y="5663"/>
                    <a:pt x="934" y="5670"/>
                    <a:pt x="959" y="5670"/>
                  </a:cubicBezTo>
                  <a:cubicBezTo>
                    <a:pt x="1014" y="5670"/>
                    <a:pt x="1063" y="5638"/>
                    <a:pt x="1096" y="5589"/>
                  </a:cubicBezTo>
                  <a:lnTo>
                    <a:pt x="1215" y="5398"/>
                  </a:lnTo>
                  <a:lnTo>
                    <a:pt x="1537" y="5565"/>
                  </a:lnTo>
                  <a:cubicBezTo>
                    <a:pt x="1441" y="5779"/>
                    <a:pt x="1453" y="6029"/>
                    <a:pt x="1584" y="6220"/>
                  </a:cubicBezTo>
                  <a:cubicBezTo>
                    <a:pt x="1703" y="6386"/>
                    <a:pt x="1894" y="6482"/>
                    <a:pt x="2096" y="6482"/>
                  </a:cubicBezTo>
                  <a:cubicBezTo>
                    <a:pt x="2156" y="6482"/>
                    <a:pt x="2227" y="6458"/>
                    <a:pt x="2287" y="6446"/>
                  </a:cubicBezTo>
                  <a:cubicBezTo>
                    <a:pt x="2287" y="6577"/>
                    <a:pt x="2334" y="6720"/>
                    <a:pt x="2406" y="6815"/>
                  </a:cubicBezTo>
                  <a:cubicBezTo>
                    <a:pt x="2525" y="6982"/>
                    <a:pt x="2715" y="7077"/>
                    <a:pt x="2906" y="7077"/>
                  </a:cubicBezTo>
                  <a:cubicBezTo>
                    <a:pt x="2965" y="7077"/>
                    <a:pt x="3049" y="7053"/>
                    <a:pt x="3108" y="7041"/>
                  </a:cubicBezTo>
                  <a:cubicBezTo>
                    <a:pt x="3108" y="7160"/>
                    <a:pt x="3144" y="7291"/>
                    <a:pt x="3227" y="7398"/>
                  </a:cubicBezTo>
                  <a:cubicBezTo>
                    <a:pt x="3323" y="7529"/>
                    <a:pt x="3465" y="7625"/>
                    <a:pt x="3644" y="7648"/>
                  </a:cubicBezTo>
                  <a:cubicBezTo>
                    <a:pt x="3668" y="7648"/>
                    <a:pt x="3715" y="7672"/>
                    <a:pt x="3739" y="7672"/>
                  </a:cubicBezTo>
                  <a:cubicBezTo>
                    <a:pt x="3799" y="7672"/>
                    <a:pt x="3882" y="7648"/>
                    <a:pt x="3942" y="7636"/>
                  </a:cubicBezTo>
                  <a:cubicBezTo>
                    <a:pt x="3942" y="7767"/>
                    <a:pt x="3977" y="7886"/>
                    <a:pt x="4061" y="7994"/>
                  </a:cubicBezTo>
                  <a:cubicBezTo>
                    <a:pt x="4156" y="8125"/>
                    <a:pt x="4299" y="8220"/>
                    <a:pt x="4477" y="8244"/>
                  </a:cubicBezTo>
                  <a:cubicBezTo>
                    <a:pt x="4501" y="8244"/>
                    <a:pt x="4549" y="8267"/>
                    <a:pt x="4573" y="8267"/>
                  </a:cubicBezTo>
                  <a:cubicBezTo>
                    <a:pt x="4716" y="8267"/>
                    <a:pt x="4835" y="8220"/>
                    <a:pt x="4954" y="8148"/>
                  </a:cubicBezTo>
                  <a:lnTo>
                    <a:pt x="5287" y="7886"/>
                  </a:lnTo>
                  <a:cubicBezTo>
                    <a:pt x="5370" y="7827"/>
                    <a:pt x="5430" y="7767"/>
                    <a:pt x="5466" y="7684"/>
                  </a:cubicBezTo>
                  <a:lnTo>
                    <a:pt x="6085" y="8029"/>
                  </a:lnTo>
                  <a:cubicBezTo>
                    <a:pt x="6168" y="8077"/>
                    <a:pt x="6275" y="8101"/>
                    <a:pt x="6382" y="8101"/>
                  </a:cubicBezTo>
                  <a:cubicBezTo>
                    <a:pt x="6442" y="8101"/>
                    <a:pt x="6501" y="8089"/>
                    <a:pt x="6561" y="8077"/>
                  </a:cubicBezTo>
                  <a:cubicBezTo>
                    <a:pt x="6716" y="8029"/>
                    <a:pt x="6859" y="7922"/>
                    <a:pt x="6930" y="7779"/>
                  </a:cubicBezTo>
                  <a:cubicBezTo>
                    <a:pt x="6990" y="7648"/>
                    <a:pt x="7013" y="7529"/>
                    <a:pt x="7002" y="7398"/>
                  </a:cubicBezTo>
                  <a:cubicBezTo>
                    <a:pt x="7049" y="7398"/>
                    <a:pt x="7073" y="7422"/>
                    <a:pt x="7121" y="7422"/>
                  </a:cubicBezTo>
                  <a:cubicBezTo>
                    <a:pt x="7347" y="7422"/>
                    <a:pt x="7573" y="7303"/>
                    <a:pt x="7668" y="7089"/>
                  </a:cubicBezTo>
                  <a:cubicBezTo>
                    <a:pt x="7728" y="6970"/>
                    <a:pt x="7764" y="6839"/>
                    <a:pt x="7752" y="6720"/>
                  </a:cubicBezTo>
                  <a:cubicBezTo>
                    <a:pt x="7787" y="6720"/>
                    <a:pt x="7823" y="6732"/>
                    <a:pt x="7871" y="6732"/>
                  </a:cubicBezTo>
                  <a:cubicBezTo>
                    <a:pt x="8085" y="6732"/>
                    <a:pt x="8311" y="6613"/>
                    <a:pt x="8418" y="6410"/>
                  </a:cubicBezTo>
                  <a:cubicBezTo>
                    <a:pt x="8478" y="6291"/>
                    <a:pt x="8502" y="6172"/>
                    <a:pt x="8490" y="6029"/>
                  </a:cubicBezTo>
                  <a:cubicBezTo>
                    <a:pt x="8537" y="6029"/>
                    <a:pt x="8561" y="6053"/>
                    <a:pt x="8609" y="6053"/>
                  </a:cubicBezTo>
                  <a:cubicBezTo>
                    <a:pt x="8668" y="6053"/>
                    <a:pt x="8728" y="6029"/>
                    <a:pt x="8787" y="6017"/>
                  </a:cubicBezTo>
                  <a:cubicBezTo>
                    <a:pt x="8954" y="5970"/>
                    <a:pt x="9085" y="5874"/>
                    <a:pt x="9157" y="5720"/>
                  </a:cubicBezTo>
                  <a:cubicBezTo>
                    <a:pt x="9240" y="5577"/>
                    <a:pt x="9264" y="5410"/>
                    <a:pt x="9204" y="5243"/>
                  </a:cubicBezTo>
                  <a:cubicBezTo>
                    <a:pt x="9192" y="5196"/>
                    <a:pt x="9180" y="5172"/>
                    <a:pt x="9157" y="5136"/>
                  </a:cubicBezTo>
                  <a:lnTo>
                    <a:pt x="9430" y="4946"/>
                  </a:lnTo>
                  <a:lnTo>
                    <a:pt x="9561" y="5124"/>
                  </a:lnTo>
                  <a:cubicBezTo>
                    <a:pt x="9591" y="5161"/>
                    <a:pt x="9644" y="5180"/>
                    <a:pt x="9694" y="5180"/>
                  </a:cubicBezTo>
                  <a:cubicBezTo>
                    <a:pt x="9724" y="5180"/>
                    <a:pt x="9753" y="5173"/>
                    <a:pt x="9776" y="5160"/>
                  </a:cubicBezTo>
                  <a:lnTo>
                    <a:pt x="10192" y="4827"/>
                  </a:lnTo>
                  <a:cubicBezTo>
                    <a:pt x="10264" y="4743"/>
                    <a:pt x="10276" y="4648"/>
                    <a:pt x="10240" y="4577"/>
                  </a:cubicBezTo>
                  <a:cubicBezTo>
                    <a:pt x="10210" y="4539"/>
                    <a:pt x="10157" y="4521"/>
                    <a:pt x="10107" y="4521"/>
                  </a:cubicBezTo>
                  <a:cubicBezTo>
                    <a:pt x="10077" y="4521"/>
                    <a:pt x="10048" y="4527"/>
                    <a:pt x="10026" y="4541"/>
                  </a:cubicBezTo>
                  <a:lnTo>
                    <a:pt x="9728" y="4779"/>
                  </a:lnTo>
                  <a:lnTo>
                    <a:pt x="7347" y="1671"/>
                  </a:lnTo>
                  <a:lnTo>
                    <a:pt x="8704" y="790"/>
                  </a:lnTo>
                  <a:cubicBezTo>
                    <a:pt x="8776" y="755"/>
                    <a:pt x="8787" y="659"/>
                    <a:pt x="8752" y="588"/>
                  </a:cubicBezTo>
                  <a:cubicBezTo>
                    <a:pt x="8721" y="542"/>
                    <a:pt x="8670" y="516"/>
                    <a:pt x="8619" y="516"/>
                  </a:cubicBezTo>
                  <a:cubicBezTo>
                    <a:pt x="8591" y="516"/>
                    <a:pt x="8563" y="523"/>
                    <a:pt x="8537" y="540"/>
                  </a:cubicBezTo>
                  <a:lnTo>
                    <a:pt x="7049" y="1493"/>
                  </a:lnTo>
                  <a:cubicBezTo>
                    <a:pt x="6978" y="1540"/>
                    <a:pt x="6966" y="1648"/>
                    <a:pt x="7002" y="1719"/>
                  </a:cubicBezTo>
                  <a:lnTo>
                    <a:pt x="7275" y="2076"/>
                  </a:lnTo>
                  <a:lnTo>
                    <a:pt x="7085" y="2219"/>
                  </a:lnTo>
                  <a:lnTo>
                    <a:pt x="6311" y="1969"/>
                  </a:lnTo>
                  <a:cubicBezTo>
                    <a:pt x="6287" y="1969"/>
                    <a:pt x="6275" y="1957"/>
                    <a:pt x="6263" y="1957"/>
                  </a:cubicBezTo>
                  <a:lnTo>
                    <a:pt x="4501" y="1957"/>
                  </a:lnTo>
                  <a:cubicBezTo>
                    <a:pt x="4430" y="1957"/>
                    <a:pt x="4370" y="2005"/>
                    <a:pt x="4358" y="2076"/>
                  </a:cubicBezTo>
                  <a:lnTo>
                    <a:pt x="4251" y="2481"/>
                  </a:lnTo>
                  <a:lnTo>
                    <a:pt x="4001" y="2374"/>
                  </a:lnTo>
                  <a:cubicBezTo>
                    <a:pt x="3965" y="2362"/>
                    <a:pt x="3954" y="2362"/>
                    <a:pt x="3930" y="2362"/>
                  </a:cubicBezTo>
                  <a:lnTo>
                    <a:pt x="3227" y="2433"/>
                  </a:lnTo>
                  <a:lnTo>
                    <a:pt x="2989" y="2302"/>
                  </a:lnTo>
                  <a:lnTo>
                    <a:pt x="3215" y="1910"/>
                  </a:lnTo>
                  <a:cubicBezTo>
                    <a:pt x="3251" y="1838"/>
                    <a:pt x="3227" y="1743"/>
                    <a:pt x="3156" y="1707"/>
                  </a:cubicBezTo>
                  <a:lnTo>
                    <a:pt x="251" y="16"/>
                  </a:lnTo>
                  <a:cubicBezTo>
                    <a:pt x="229" y="5"/>
                    <a:pt x="204" y="0"/>
                    <a:pt x="180" y="0"/>
                  </a:cubicBezTo>
                  <a:close/>
                </a:path>
              </a:pathLst>
            </a:custGeom>
            <a:solidFill>
              <a:schemeClr val="dk1"/>
            </a:solidFill>
            <a:ln>
              <a:noFill/>
            </a:ln>
          </p:spPr>
          <p:txBody>
            <a:bodyPr spcFirstLastPara="1" wrap="square" lIns="121900" tIns="121900" rIns="121900" bIns="121900" anchor="ctr" anchorCtr="0">
              <a:noAutofit/>
            </a:bodyPr>
            <a:lstStyle/>
            <a:p>
              <a:endParaRPr lang="pt-PT" sz="1867" noProof="0"/>
            </a:p>
          </p:txBody>
        </p:sp>
        <p:sp>
          <p:nvSpPr>
            <p:cNvPr id="361" name="Google Shape;361;p32">
              <a:extLst>
                <a:ext uri="{FF2B5EF4-FFF2-40B4-BE49-F238E27FC236}">
                  <a16:creationId xmlns:a16="http://schemas.microsoft.com/office/drawing/2014/main" id="{0CD86A9F-95C8-4B97-C03E-9E050D0845FE}"/>
                </a:ext>
              </a:extLst>
            </p:cNvPr>
            <p:cNvSpPr/>
            <p:nvPr/>
          </p:nvSpPr>
          <p:spPr>
            <a:xfrm>
              <a:off x="3059960" y="2009628"/>
              <a:ext cx="37177" cy="26960"/>
            </a:xfrm>
            <a:custGeom>
              <a:avLst/>
              <a:gdLst/>
              <a:ahLst/>
              <a:cxnLst/>
              <a:rect l="l" t="t" r="r" b="b"/>
              <a:pathLst>
                <a:path w="1168" h="847" extrusionOk="0">
                  <a:moveTo>
                    <a:pt x="999" y="0"/>
                  </a:moveTo>
                  <a:cubicBezTo>
                    <a:pt x="971" y="0"/>
                    <a:pt x="943" y="8"/>
                    <a:pt x="918" y="25"/>
                  </a:cubicBezTo>
                  <a:lnTo>
                    <a:pt x="84" y="561"/>
                  </a:lnTo>
                  <a:cubicBezTo>
                    <a:pt x="13" y="608"/>
                    <a:pt x="1" y="692"/>
                    <a:pt x="37" y="775"/>
                  </a:cubicBezTo>
                  <a:cubicBezTo>
                    <a:pt x="72" y="811"/>
                    <a:pt x="120" y="846"/>
                    <a:pt x="156" y="846"/>
                  </a:cubicBezTo>
                  <a:cubicBezTo>
                    <a:pt x="191" y="846"/>
                    <a:pt x="215" y="823"/>
                    <a:pt x="239" y="811"/>
                  </a:cubicBezTo>
                  <a:lnTo>
                    <a:pt x="1073" y="275"/>
                  </a:lnTo>
                  <a:cubicBezTo>
                    <a:pt x="1156" y="239"/>
                    <a:pt x="1168" y="144"/>
                    <a:pt x="1132" y="72"/>
                  </a:cubicBezTo>
                  <a:cubicBezTo>
                    <a:pt x="1101" y="26"/>
                    <a:pt x="1051" y="0"/>
                    <a:pt x="999" y="0"/>
                  </a:cubicBezTo>
                  <a:close/>
                </a:path>
              </a:pathLst>
            </a:custGeom>
            <a:solidFill>
              <a:schemeClr val="dk1"/>
            </a:solidFill>
            <a:ln>
              <a:noFill/>
            </a:ln>
          </p:spPr>
          <p:txBody>
            <a:bodyPr spcFirstLastPara="1" wrap="square" lIns="121900" tIns="121900" rIns="121900" bIns="121900" anchor="ctr" anchorCtr="0">
              <a:noAutofit/>
            </a:bodyPr>
            <a:lstStyle/>
            <a:p>
              <a:endParaRPr lang="pt-PT" sz="1867" noProof="0"/>
            </a:p>
          </p:txBody>
        </p:sp>
      </p:grpSp>
    </p:spTree>
    <p:extLst>
      <p:ext uri="{BB962C8B-B14F-4D97-AF65-F5344CB8AC3E}">
        <p14:creationId xmlns:p14="http://schemas.microsoft.com/office/powerpoint/2010/main" val="2107520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46"/>
          <p:cNvSpPr txBox="1">
            <a:spLocks noGrp="1"/>
          </p:cNvSpPr>
          <p:nvPr>
            <p:ph type="title"/>
          </p:nvPr>
        </p:nvSpPr>
        <p:spPr>
          <a:xfrm>
            <a:off x="951033" y="1285305"/>
            <a:ext cx="5930800" cy="1240400"/>
          </a:xfrm>
          <a:prstGeom prst="rect">
            <a:avLst/>
          </a:prstGeom>
        </p:spPr>
        <p:txBody>
          <a:bodyPr spcFirstLastPara="1" wrap="square" lIns="121900" tIns="121900" rIns="121900" bIns="121900" anchor="t" anchorCtr="0">
            <a:noAutofit/>
          </a:bodyPr>
          <a:lstStyle/>
          <a:p>
            <a:r>
              <a:rPr lang="pt-PT" noProof="0"/>
              <a:t>Obrigado!</a:t>
            </a:r>
          </a:p>
        </p:txBody>
      </p:sp>
      <p:sp>
        <p:nvSpPr>
          <p:cNvPr id="594" name="Google Shape;594;p46"/>
          <p:cNvSpPr txBox="1">
            <a:spLocks noGrp="1"/>
          </p:cNvSpPr>
          <p:nvPr>
            <p:ph type="subTitle" idx="1"/>
          </p:nvPr>
        </p:nvSpPr>
        <p:spPr>
          <a:xfrm>
            <a:off x="950967" y="2454600"/>
            <a:ext cx="5930800" cy="1411600"/>
          </a:xfrm>
          <a:prstGeom prst="rect">
            <a:avLst/>
          </a:prstGeom>
        </p:spPr>
        <p:txBody>
          <a:bodyPr spcFirstLastPara="1" wrap="square" lIns="121900" tIns="121900" rIns="121900" bIns="121900" anchor="t" anchorCtr="0">
            <a:noAutofit/>
          </a:bodyPr>
          <a:lstStyle/>
          <a:p>
            <a:pPr marL="0" indent="0"/>
            <a:r>
              <a:rPr lang="pt-PT" b="1" noProof="0"/>
              <a:t>Alguma pergunta?</a:t>
            </a:r>
          </a:p>
          <a:p>
            <a:pPr marL="0" indent="0"/>
            <a:endParaRPr lang="pt-PT" b="1" noProof="0"/>
          </a:p>
          <a:p>
            <a:pPr marL="0" indent="0"/>
            <a:r>
              <a:rPr lang="pt-PT"/>
              <a:t>Rui Santiago </a:t>
            </a:r>
            <a:r>
              <a:rPr lang="pt-PT">
                <a:hlinkClick r:id="rId3"/>
              </a:rPr>
              <a:t>1221402@isep.ipp.pt</a:t>
            </a:r>
            <a:endParaRPr lang="pt-PT"/>
          </a:p>
          <a:p>
            <a:pPr marL="0" indent="0"/>
            <a:r>
              <a:rPr lang="pt-PT"/>
              <a:t>Rui Silva </a:t>
            </a:r>
            <a:r>
              <a:rPr lang="pt-PT">
                <a:hlinkClick r:id="rId4"/>
              </a:rPr>
              <a:t>1231105@isep.ipp.pt</a:t>
            </a:r>
            <a:endParaRPr lang="pt-PT"/>
          </a:p>
          <a:p>
            <a:pPr marL="0" indent="0"/>
            <a:r>
              <a:rPr lang="pt-PT"/>
              <a:t>Tiago Barros </a:t>
            </a:r>
            <a:r>
              <a:rPr lang="pt-PT">
                <a:hlinkClick r:id="rId5"/>
              </a:rPr>
              <a:t>1231108@isep.ipp.pt</a:t>
            </a:r>
            <a:br>
              <a:rPr lang="pt-PT" b="1"/>
            </a:br>
            <a:endParaRPr lang="pt-PT" b="1" noProof="0"/>
          </a:p>
        </p:txBody>
      </p:sp>
      <p:cxnSp>
        <p:nvCxnSpPr>
          <p:cNvPr id="596" name="Google Shape;596;p46"/>
          <p:cNvCxnSpPr/>
          <p:nvPr/>
        </p:nvCxnSpPr>
        <p:spPr>
          <a:xfrm>
            <a:off x="1052567" y="1106233"/>
            <a:ext cx="812800" cy="0"/>
          </a:xfrm>
          <a:prstGeom prst="straightConnector1">
            <a:avLst/>
          </a:prstGeom>
          <a:noFill/>
          <a:ln w="28575" cap="flat" cmpd="sng">
            <a:solidFill>
              <a:schemeClr val="dk2"/>
            </a:solidFill>
            <a:prstDash val="solid"/>
            <a:round/>
            <a:headEnd type="none" w="med" len="med"/>
            <a:tailEnd type="none" w="med" len="med"/>
          </a:ln>
        </p:spPr>
      </p:cxnSp>
      <p:pic>
        <p:nvPicPr>
          <p:cNvPr id="597" name="Google Shape;597;p46"/>
          <p:cNvPicPr preferRelativeResize="0"/>
          <p:nvPr/>
        </p:nvPicPr>
        <p:blipFill>
          <a:blip r:embed="rId6">
            <a:alphaModFix amt="21000"/>
          </a:blip>
          <a:stretch>
            <a:fillRect/>
          </a:stretch>
        </p:blipFill>
        <p:spPr>
          <a:xfrm>
            <a:off x="6688702" y="-5"/>
            <a:ext cx="6366801" cy="3385461"/>
          </a:xfrm>
          <a:prstGeom prst="rect">
            <a:avLst/>
          </a:prstGeom>
          <a:noFill/>
          <a:ln>
            <a:noFill/>
          </a:ln>
        </p:spPr>
      </p:pic>
      <p:grpSp>
        <p:nvGrpSpPr>
          <p:cNvPr id="598" name="Google Shape;598;p46"/>
          <p:cNvGrpSpPr/>
          <p:nvPr/>
        </p:nvGrpSpPr>
        <p:grpSpPr>
          <a:xfrm>
            <a:off x="5768800" y="607498"/>
            <a:ext cx="7084491" cy="6861268"/>
            <a:chOff x="4326600" y="455623"/>
            <a:chExt cx="5313368" cy="5145951"/>
          </a:xfrm>
        </p:grpSpPr>
        <p:sp>
          <p:nvSpPr>
            <p:cNvPr id="599" name="Google Shape;599;p46"/>
            <p:cNvSpPr/>
            <p:nvPr/>
          </p:nvSpPr>
          <p:spPr>
            <a:xfrm>
              <a:off x="4326600" y="455623"/>
              <a:ext cx="5003996" cy="4833818"/>
            </a:xfrm>
            <a:custGeom>
              <a:avLst/>
              <a:gdLst/>
              <a:ahLst/>
              <a:cxnLst/>
              <a:rect l="l" t="t" r="r" b="b"/>
              <a:pathLst>
                <a:path w="4152694" h="4011467" extrusionOk="0">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sp>
          <p:nvSpPr>
            <p:cNvPr id="600" name="Google Shape;600;p46"/>
            <p:cNvSpPr/>
            <p:nvPr/>
          </p:nvSpPr>
          <p:spPr>
            <a:xfrm>
              <a:off x="4368901" y="767644"/>
              <a:ext cx="5003885" cy="4833930"/>
            </a:xfrm>
            <a:custGeom>
              <a:avLst/>
              <a:gdLst/>
              <a:ahLst/>
              <a:cxnLst/>
              <a:rect l="l" t="t" r="r" b="b"/>
              <a:pathLst>
                <a:path w="4152602" h="4011560" extrusionOk="0">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sp>
          <p:nvSpPr>
            <p:cNvPr id="601" name="Google Shape;601;p46"/>
            <p:cNvSpPr/>
            <p:nvPr/>
          </p:nvSpPr>
          <p:spPr>
            <a:xfrm>
              <a:off x="4368899" y="455625"/>
              <a:ext cx="5271069" cy="5056120"/>
            </a:xfrm>
            <a:custGeom>
              <a:avLst/>
              <a:gdLst/>
              <a:ahLst/>
              <a:cxnLst/>
              <a:rect l="l" t="t" r="r" b="b"/>
              <a:pathLst>
                <a:path w="4374331" h="4195950" extrusionOk="0">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spcFirstLastPara="1" wrap="square" lIns="121900" tIns="60933" rIns="121900" bIns="60933" anchor="ctr" anchorCtr="0">
              <a:noAutofit/>
            </a:bodyPr>
            <a:lstStyle/>
            <a:p>
              <a:endParaRPr lang="pt-PT" sz="2400" noProof="0">
                <a:latin typeface="Calibri"/>
                <a:ea typeface="Calibri"/>
                <a:cs typeface="Calibri"/>
                <a:sym typeface="Calibri"/>
              </a:endParaRPr>
            </a:p>
          </p:txBody>
        </p:sp>
      </p:grpSp>
      <p:pic>
        <p:nvPicPr>
          <p:cNvPr id="602" name="Google Shape;602;p46"/>
          <p:cNvPicPr preferRelativeResize="0"/>
          <p:nvPr/>
        </p:nvPicPr>
        <p:blipFill>
          <a:blip r:embed="rId7">
            <a:alphaModFix amt="79000"/>
          </a:blip>
          <a:stretch>
            <a:fillRect/>
          </a:stretch>
        </p:blipFill>
        <p:spPr>
          <a:xfrm>
            <a:off x="6864867" y="-1758337"/>
            <a:ext cx="3125799" cy="3128340"/>
          </a:xfrm>
          <a:prstGeom prst="rect">
            <a:avLst/>
          </a:prstGeom>
          <a:noFill/>
          <a:ln>
            <a:noFill/>
          </a:ln>
        </p:spPr>
      </p:pic>
      <p:pic>
        <p:nvPicPr>
          <p:cNvPr id="603" name="Google Shape;603;p46"/>
          <p:cNvPicPr preferRelativeResize="0"/>
          <p:nvPr/>
        </p:nvPicPr>
        <p:blipFill>
          <a:blip r:embed="rId7">
            <a:alphaModFix amt="79000"/>
          </a:blip>
          <a:stretch>
            <a:fillRect/>
          </a:stretch>
        </p:blipFill>
        <p:spPr>
          <a:xfrm>
            <a:off x="10834634" y="4051963"/>
            <a:ext cx="3125799" cy="3128340"/>
          </a:xfrm>
          <a:prstGeom prst="rect">
            <a:avLst/>
          </a:prstGeom>
          <a:noFill/>
          <a:ln>
            <a:noFill/>
          </a:ln>
        </p:spPr>
      </p:pic>
      <p:pic>
        <p:nvPicPr>
          <p:cNvPr id="604" name="Google Shape;604;p46"/>
          <p:cNvPicPr preferRelativeResize="0"/>
          <p:nvPr/>
        </p:nvPicPr>
        <p:blipFill>
          <a:blip r:embed="rId7">
            <a:alphaModFix amt="79000"/>
          </a:blip>
          <a:stretch>
            <a:fillRect/>
          </a:stretch>
        </p:blipFill>
        <p:spPr>
          <a:xfrm>
            <a:off x="8411534" y="5044697"/>
            <a:ext cx="3125799" cy="3128340"/>
          </a:xfrm>
          <a:prstGeom prst="rect">
            <a:avLst/>
          </a:prstGeom>
          <a:noFill/>
          <a:ln>
            <a:noFill/>
          </a:ln>
        </p:spPr>
      </p:pic>
      <p:grpSp>
        <p:nvGrpSpPr>
          <p:cNvPr id="605" name="Google Shape;605;p46"/>
          <p:cNvGrpSpPr/>
          <p:nvPr/>
        </p:nvGrpSpPr>
        <p:grpSpPr>
          <a:xfrm>
            <a:off x="6864867" y="2715734"/>
            <a:ext cx="2864284" cy="3514332"/>
            <a:chOff x="5119300" y="3450025"/>
            <a:chExt cx="2148213" cy="2635749"/>
          </a:xfrm>
        </p:grpSpPr>
        <p:pic>
          <p:nvPicPr>
            <p:cNvPr id="606" name="Google Shape;606;p46"/>
            <p:cNvPicPr preferRelativeResize="0"/>
            <p:nvPr/>
          </p:nvPicPr>
          <p:blipFill>
            <a:blip r:embed="rId8">
              <a:alphaModFix/>
            </a:blip>
            <a:stretch>
              <a:fillRect/>
            </a:stretch>
          </p:blipFill>
          <p:spPr>
            <a:xfrm>
              <a:off x="5119300" y="3450025"/>
              <a:ext cx="1691013" cy="1693474"/>
            </a:xfrm>
            <a:prstGeom prst="rect">
              <a:avLst/>
            </a:prstGeom>
            <a:noFill/>
            <a:ln>
              <a:noFill/>
            </a:ln>
          </p:spPr>
        </p:pic>
        <p:pic>
          <p:nvPicPr>
            <p:cNvPr id="607" name="Google Shape;607;p46"/>
            <p:cNvPicPr preferRelativeResize="0"/>
            <p:nvPr/>
          </p:nvPicPr>
          <p:blipFill>
            <a:blip r:embed="rId8">
              <a:alphaModFix/>
            </a:blip>
            <a:stretch>
              <a:fillRect/>
            </a:stretch>
          </p:blipFill>
          <p:spPr>
            <a:xfrm>
              <a:off x="5576500" y="4392300"/>
              <a:ext cx="1691013" cy="1693474"/>
            </a:xfrm>
            <a:prstGeom prst="rect">
              <a:avLst/>
            </a:prstGeom>
            <a:noFill/>
            <a:ln>
              <a:noFill/>
            </a:ln>
          </p:spPr>
        </p:pic>
      </p:grpSp>
      <p:grpSp>
        <p:nvGrpSpPr>
          <p:cNvPr id="608" name="Google Shape;608;p46"/>
          <p:cNvGrpSpPr/>
          <p:nvPr/>
        </p:nvGrpSpPr>
        <p:grpSpPr>
          <a:xfrm>
            <a:off x="10298985" y="815667"/>
            <a:ext cx="2864284" cy="3514332"/>
            <a:chOff x="5119300" y="3450025"/>
            <a:chExt cx="2148213" cy="2635749"/>
          </a:xfrm>
        </p:grpSpPr>
        <p:pic>
          <p:nvPicPr>
            <p:cNvPr id="609" name="Google Shape;609;p46"/>
            <p:cNvPicPr preferRelativeResize="0"/>
            <p:nvPr/>
          </p:nvPicPr>
          <p:blipFill>
            <a:blip r:embed="rId8">
              <a:alphaModFix/>
            </a:blip>
            <a:stretch>
              <a:fillRect/>
            </a:stretch>
          </p:blipFill>
          <p:spPr>
            <a:xfrm>
              <a:off x="5119300" y="3450025"/>
              <a:ext cx="1691013" cy="1693474"/>
            </a:xfrm>
            <a:prstGeom prst="rect">
              <a:avLst/>
            </a:prstGeom>
            <a:noFill/>
            <a:ln>
              <a:noFill/>
            </a:ln>
          </p:spPr>
        </p:pic>
        <p:pic>
          <p:nvPicPr>
            <p:cNvPr id="610" name="Google Shape;610;p46"/>
            <p:cNvPicPr preferRelativeResize="0"/>
            <p:nvPr/>
          </p:nvPicPr>
          <p:blipFill>
            <a:blip r:embed="rId8">
              <a:alphaModFix/>
            </a:blip>
            <a:stretch>
              <a:fillRect/>
            </a:stretch>
          </p:blipFill>
          <p:spPr>
            <a:xfrm>
              <a:off x="5576500" y="4392300"/>
              <a:ext cx="1691013" cy="1693474"/>
            </a:xfrm>
            <a:prstGeom prst="rect">
              <a:avLst/>
            </a:prstGeom>
            <a:noFill/>
            <a:ln>
              <a:noFill/>
            </a:ln>
          </p:spPr>
        </p:pic>
      </p:grpSp>
      <p:grpSp>
        <p:nvGrpSpPr>
          <p:cNvPr id="611" name="Google Shape;611;p46"/>
          <p:cNvGrpSpPr/>
          <p:nvPr/>
        </p:nvGrpSpPr>
        <p:grpSpPr>
          <a:xfrm>
            <a:off x="3344767" y="-1801966"/>
            <a:ext cx="2864284" cy="3514332"/>
            <a:chOff x="5119300" y="3450025"/>
            <a:chExt cx="2148213" cy="2635749"/>
          </a:xfrm>
        </p:grpSpPr>
        <p:pic>
          <p:nvPicPr>
            <p:cNvPr id="612" name="Google Shape;612;p46"/>
            <p:cNvPicPr preferRelativeResize="0"/>
            <p:nvPr/>
          </p:nvPicPr>
          <p:blipFill>
            <a:blip r:embed="rId8">
              <a:alphaModFix/>
            </a:blip>
            <a:stretch>
              <a:fillRect/>
            </a:stretch>
          </p:blipFill>
          <p:spPr>
            <a:xfrm>
              <a:off x="5119300" y="3450025"/>
              <a:ext cx="1691013" cy="1693474"/>
            </a:xfrm>
            <a:prstGeom prst="rect">
              <a:avLst/>
            </a:prstGeom>
            <a:noFill/>
            <a:ln>
              <a:noFill/>
            </a:ln>
          </p:spPr>
        </p:pic>
        <p:pic>
          <p:nvPicPr>
            <p:cNvPr id="613" name="Google Shape;613;p46"/>
            <p:cNvPicPr preferRelativeResize="0"/>
            <p:nvPr/>
          </p:nvPicPr>
          <p:blipFill>
            <a:blip r:embed="rId8">
              <a:alphaModFix/>
            </a:blip>
            <a:stretch>
              <a:fillRect/>
            </a:stretch>
          </p:blipFill>
          <p:spPr>
            <a:xfrm>
              <a:off x="5576500" y="4392300"/>
              <a:ext cx="1691013" cy="1693474"/>
            </a:xfrm>
            <a:prstGeom prst="rect">
              <a:avLst/>
            </a:prstGeom>
            <a:noFill/>
            <a:ln>
              <a:noFill/>
            </a:ln>
          </p:spPr>
        </p:pic>
      </p:grpSp>
    </p:spTree>
  </p:cSld>
  <p:clrMapOvr>
    <a:masterClrMapping/>
  </p:clrMapOvr>
</p:sld>
</file>

<file path=ppt/theme/theme1.xml><?xml version="1.0" encoding="utf-8"?>
<a:theme xmlns:a="http://schemas.openxmlformats.org/drawingml/2006/main" name="Electric Motors Manufacturing Company Profile by Slidesgo">
  <a:themeElements>
    <a:clrScheme name="Simple Light">
      <a:dk1>
        <a:srgbClr val="2E2E2E"/>
      </a:dk1>
      <a:lt1>
        <a:srgbClr val="FFFFFF"/>
      </a:lt1>
      <a:dk2>
        <a:srgbClr val="EA5D59"/>
      </a:dk2>
      <a:lt2>
        <a:srgbClr val="EEEEEE"/>
      </a:lt2>
      <a:accent1>
        <a:srgbClr val="D9D9D9"/>
      </a:accent1>
      <a:accent2>
        <a:srgbClr val="CCCCCC"/>
      </a:accent2>
      <a:accent3>
        <a:srgbClr val="999999"/>
      </a:accent3>
      <a:accent4>
        <a:srgbClr val="FFFFFF"/>
      </a:accent4>
      <a:accent5>
        <a:srgbClr val="FFFFFF"/>
      </a:accent5>
      <a:accent6>
        <a:srgbClr val="FFFFFF"/>
      </a:accent6>
      <a:hlink>
        <a:srgbClr val="2E2E2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Electric Motors Manufacturing Company Profile by Slidesgo">
  <a:themeElements>
    <a:clrScheme name="Simple Light">
      <a:dk1>
        <a:srgbClr val="2E2E2E"/>
      </a:dk1>
      <a:lt1>
        <a:srgbClr val="FFFFFF"/>
      </a:lt1>
      <a:dk2>
        <a:srgbClr val="EA5D59"/>
      </a:dk2>
      <a:lt2>
        <a:srgbClr val="EEEEEE"/>
      </a:lt2>
      <a:accent1>
        <a:srgbClr val="D9D9D9"/>
      </a:accent1>
      <a:accent2>
        <a:srgbClr val="CCCCCC"/>
      </a:accent2>
      <a:accent3>
        <a:srgbClr val="999999"/>
      </a:accent3>
      <a:accent4>
        <a:srgbClr val="FFFFFF"/>
      </a:accent4>
      <a:accent5>
        <a:srgbClr val="FFFFFF"/>
      </a:accent5>
      <a:accent6>
        <a:srgbClr val="FFFFFF"/>
      </a:accent6>
      <a:hlink>
        <a:srgbClr val="2E2E2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764391778E2B4FBABC02A2DE5CC80E" ma:contentTypeVersion="13" ma:contentTypeDescription="Create a new document." ma:contentTypeScope="" ma:versionID="6052b1121fb9b5f9c02b107c933ebcbc">
  <xsd:schema xmlns:xsd="http://www.w3.org/2001/XMLSchema" xmlns:xs="http://www.w3.org/2001/XMLSchema" xmlns:p="http://schemas.microsoft.com/office/2006/metadata/properties" xmlns:ns3="b163ee49-d5ca-4566-8d9a-132778b8595f" xmlns:ns4="bd9de7ca-1bc7-4476-8342-8c6da5362d49" targetNamespace="http://schemas.microsoft.com/office/2006/metadata/properties" ma:root="true" ma:fieldsID="9cf526b4d392621bcb7a5a373eb48651" ns3:_="" ns4:_="">
    <xsd:import namespace="b163ee49-d5ca-4566-8d9a-132778b8595f"/>
    <xsd:import namespace="bd9de7ca-1bc7-4476-8342-8c6da5362d49"/>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63ee49-d5ca-4566-8d9a-132778b859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d9de7ca-1bc7-4476-8342-8c6da5362d4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b163ee49-d5ca-4566-8d9a-132778b8595f" xsi:nil="true"/>
  </documentManagement>
</p:properties>
</file>

<file path=customXml/itemProps1.xml><?xml version="1.0" encoding="utf-8"?>
<ds:datastoreItem xmlns:ds="http://schemas.openxmlformats.org/officeDocument/2006/customXml" ds:itemID="{5FD93A18-E95D-45E0-9F81-F60C009BA6A0}">
  <ds:schemaRefs>
    <ds:schemaRef ds:uri="b163ee49-d5ca-4566-8d9a-132778b8595f"/>
    <ds:schemaRef ds:uri="bd9de7ca-1bc7-4476-8342-8c6da5362d4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D2C5F69-884C-40BF-A4DD-F72D3E24AE70}">
  <ds:schemaRefs>
    <ds:schemaRef ds:uri="http://schemas.microsoft.com/sharepoint/v3/contenttype/forms"/>
  </ds:schemaRefs>
</ds:datastoreItem>
</file>

<file path=customXml/itemProps3.xml><?xml version="1.0" encoding="utf-8"?>
<ds:datastoreItem xmlns:ds="http://schemas.openxmlformats.org/officeDocument/2006/customXml" ds:itemID="{6D1777E3-99CE-4607-8C67-F0520BDA8B1B}">
  <ds:schemaRefs>
    <ds:schemaRef ds:uri="b163ee49-d5ca-4566-8d9a-132778b8595f"/>
    <ds:schemaRef ds:uri="bd9de7ca-1bc7-4476-8342-8c6da5362d4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Electric Motors Manufacturing Company Profile by Slidesgo</Template>
  <Application>Microsoft Office PowerPoint</Application>
  <PresentationFormat>Widescreen</PresentationFormat>
  <Slides>22</Slides>
  <Notes>12</Notes>
  <HiddenSlides>0</HiddenSlides>
  <ScaleCrop>false</ScaleCrop>
  <HeadingPairs>
    <vt:vector size="4" baseType="variant">
      <vt:variant>
        <vt:lpstr>Theme</vt:lpstr>
      </vt:variant>
      <vt:variant>
        <vt:i4>4</vt:i4>
      </vt:variant>
      <vt:variant>
        <vt:lpstr>Slide Titles</vt:lpstr>
      </vt:variant>
      <vt:variant>
        <vt:i4>22</vt:i4>
      </vt:variant>
    </vt:vector>
  </HeadingPairs>
  <TitlesOfParts>
    <vt:vector size="26" baseType="lpstr">
      <vt:lpstr>Electric Motors Manufacturing Company Profile by Slidesgo</vt:lpstr>
      <vt:lpstr>Slidesgo Final Pages</vt:lpstr>
      <vt:lpstr>1_Electric Motors Manufacturing Company Profile by Slidesgo</vt:lpstr>
      <vt:lpstr>1_Slidesgo Final Pages</vt:lpstr>
      <vt:lpstr>Técnicas de Aprendizagem Automática para Previsão da Capacidade de PTDs</vt:lpstr>
      <vt:lpstr>TABLE OF CONTENTS</vt:lpstr>
      <vt:lpstr>Objectivos do trabalho</vt:lpstr>
      <vt:lpstr>Modelos utilizados</vt:lpstr>
      <vt:lpstr>ANÁLISE EXPLORATÓRIA DOS DADOS</vt:lpstr>
      <vt:lpstr>Análise Exploratória</vt:lpstr>
      <vt:lpstr>Variáveis e correlação</vt:lpstr>
      <vt:lpstr>REGRESSÃO</vt:lpstr>
      <vt:lpstr>Resultados da regressão</vt:lpstr>
      <vt:lpstr>Validação da Regressão </vt:lpstr>
      <vt:lpstr>Melhor modelo: Rede neuronal A diferença é estatisticamente significativa (p=0.0141 &lt; 0.05). </vt:lpstr>
      <vt:lpstr>CLASSIFICAÇÃO</vt:lpstr>
      <vt:lpstr>Resultados da classificação</vt:lpstr>
      <vt:lpstr>Métricas por classe  (Rede neuronal)</vt:lpstr>
      <vt:lpstr>Validação da Classificação</vt:lpstr>
      <vt:lpstr>Matriz de confusão</vt:lpstr>
      <vt:lpstr>Melhor modelo: Rede neuronal A diferença é estatisticamente significativa (p=0.0141 &lt; 0.05). </vt:lpstr>
      <vt:lpstr>Perfis de treino</vt:lpstr>
      <vt:lpstr>DEMONSTRAÇÃO</vt:lpstr>
      <vt:lpstr>CONCLUSÃO</vt:lpstr>
      <vt:lpstr>Conclusões</vt:lpstr>
      <vt:lpstr>Obrigado!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Rui Manuel Pinto Santiago</dc:creator>
  <cp:revision>45</cp:revision>
  <dcterms:created xsi:type="dcterms:W3CDTF">2026-06-13T22:17:08Z</dcterms:created>
  <dcterms:modified xsi:type="dcterms:W3CDTF">2026-06-14T20:35:36Z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0x01010076764391778E2B4FBABC02A2DE5CC80E</vt:lpwstr>
  </property>
</Properties>
</file>