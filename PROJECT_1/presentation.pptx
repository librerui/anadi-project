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7"/>
  </p:notesMasterIdLst>
  <p:sldIdLst>
    <p:sldId id="256" r:id="rId2"/>
    <p:sldId id="259" r:id="rId3"/>
    <p:sldId id="298" r:id="rId4"/>
    <p:sldId id="262" r:id="rId5"/>
    <p:sldId id="300" r:id="rId6"/>
    <p:sldId id="304" r:id="rId7"/>
    <p:sldId id="263" r:id="rId8"/>
    <p:sldId id="299" r:id="rId9"/>
    <p:sldId id="264" r:id="rId10"/>
    <p:sldId id="305" r:id="rId11"/>
    <p:sldId id="306" r:id="rId12"/>
    <p:sldId id="266" r:id="rId13"/>
    <p:sldId id="303" r:id="rId14"/>
    <p:sldId id="261" r:id="rId15"/>
    <p:sldId id="276" r:id="rId16"/>
  </p:sldIdLst>
  <p:sldSz cx="9144000" cy="5143500" type="screen16x9"/>
  <p:notesSz cx="6858000" cy="9144000"/>
  <p:embeddedFontLst>
    <p:embeddedFont>
      <p:font typeface="Anaheim" panose="020B0604020202020204" charset="0"/>
      <p:regular r:id="rId18"/>
      <p:bold r:id="rId19"/>
    </p:embeddedFont>
    <p:embeddedFont>
      <p:font typeface="Cambria Math" panose="02040503050406030204" pitchFamily="18" charset="0"/>
      <p:regular r:id="rId20"/>
    </p:embeddedFont>
    <p:embeddedFont>
      <p:font typeface="Goldman" panose="020B0604020202020204" charset="0"/>
      <p:regular r:id="rId21"/>
      <p:bold r:id="rId22"/>
    </p:embeddedFont>
    <p:embeddedFont>
      <p:font typeface="Mulish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6C0473-2F3F-BFC5-7C26-E553D8492568}" v="117" dt="2026-03-29T15:27:46.871"/>
    <p1510:client id="{3CFFBB90-7623-423B-BD36-D5F7C0F200BA}" v="472" dt="2026-03-29T16:09:36.626"/>
    <p1510:client id="{C8D7E550-02AB-4B1C-8E4B-B1AC0900C5AB}" v="528" dt="2026-03-28T00:00:01.190"/>
  </p1510:revLst>
</p1510:revInfo>
</file>

<file path=ppt/tableStyles.xml><?xml version="1.0" encoding="utf-8"?>
<a:tblStyleLst xmlns:a="http://schemas.openxmlformats.org/drawingml/2006/main" def="{689BED25-8337-4103-9C8B-52338EC8AC98}">
  <a:tblStyle styleId="{689BED25-8337-4103-9C8B-52338EC8AC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2621C7E-DE7F-4325-82EA-58DCAD3073C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>
          <a:extLst>
            <a:ext uri="{FF2B5EF4-FFF2-40B4-BE49-F238E27FC236}">
              <a16:creationId xmlns:a16="http://schemas.microsoft.com/office/drawing/2014/main" id="{D8975B7F-83DD-0AC9-6DCB-B25B43C99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54dda1946d_6_322:notes">
            <a:extLst>
              <a:ext uri="{FF2B5EF4-FFF2-40B4-BE49-F238E27FC236}">
                <a16:creationId xmlns:a16="http://schemas.microsoft.com/office/drawing/2014/main" id="{B776E345-8DB7-FCBC-316C-CEA75AED1C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54dda1946d_6_322:notes">
            <a:extLst>
              <a:ext uri="{FF2B5EF4-FFF2-40B4-BE49-F238E27FC236}">
                <a16:creationId xmlns:a16="http://schemas.microsoft.com/office/drawing/2014/main" id="{A12BD770-42C5-ED3E-C48B-B9B6701CED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5878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>
          <a:extLst>
            <a:ext uri="{FF2B5EF4-FFF2-40B4-BE49-F238E27FC236}">
              <a16:creationId xmlns:a16="http://schemas.microsoft.com/office/drawing/2014/main" id="{BD12FA0F-15A6-1238-A66C-2F565609E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18680c38407_0_0:notes">
            <a:extLst>
              <a:ext uri="{FF2B5EF4-FFF2-40B4-BE49-F238E27FC236}">
                <a16:creationId xmlns:a16="http://schemas.microsoft.com/office/drawing/2014/main" id="{26025108-9156-5772-8C93-6FA175F08E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18680c38407_0_0:notes">
            <a:extLst>
              <a:ext uri="{FF2B5EF4-FFF2-40B4-BE49-F238E27FC236}">
                <a16:creationId xmlns:a16="http://schemas.microsoft.com/office/drawing/2014/main" id="{F2ACF59E-CEAE-911F-0528-26FB939A1F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6362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>
          <a:extLst>
            <a:ext uri="{FF2B5EF4-FFF2-40B4-BE49-F238E27FC236}">
              <a16:creationId xmlns:a16="http://schemas.microsoft.com/office/drawing/2014/main" id="{931DCFAB-24E1-BAFC-5155-AA84C277C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18680c38407_0_0:notes">
            <a:extLst>
              <a:ext uri="{FF2B5EF4-FFF2-40B4-BE49-F238E27FC236}">
                <a16:creationId xmlns:a16="http://schemas.microsoft.com/office/drawing/2014/main" id="{D0692659-0D61-7668-4023-7FAD69A1D8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18680c38407_0_0:notes">
            <a:extLst>
              <a:ext uri="{FF2B5EF4-FFF2-40B4-BE49-F238E27FC236}">
                <a16:creationId xmlns:a16="http://schemas.microsoft.com/office/drawing/2014/main" id="{C336BCF8-8DD6-80D8-5DFD-9A92A1C5EA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7326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>
          <a:extLst>
            <a:ext uri="{FF2B5EF4-FFF2-40B4-BE49-F238E27FC236}">
              <a16:creationId xmlns:a16="http://schemas.microsoft.com/office/drawing/2014/main" id="{BCCDF15C-75B7-54D1-7925-4058BB006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18680c38407_0_0:notes">
            <a:extLst>
              <a:ext uri="{FF2B5EF4-FFF2-40B4-BE49-F238E27FC236}">
                <a16:creationId xmlns:a16="http://schemas.microsoft.com/office/drawing/2014/main" id="{890550A7-4144-F61D-48CC-4AAD2F5426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18680c38407_0_0:notes">
            <a:extLst>
              <a:ext uri="{FF2B5EF4-FFF2-40B4-BE49-F238E27FC236}">
                <a16:creationId xmlns:a16="http://schemas.microsoft.com/office/drawing/2014/main" id="{E68BF38A-6B98-7236-50BF-E610065FEF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6880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18680c384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18680c384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>
          <a:extLst>
            <a:ext uri="{FF2B5EF4-FFF2-40B4-BE49-F238E27FC236}">
              <a16:creationId xmlns:a16="http://schemas.microsoft.com/office/drawing/2014/main" id="{45DB8A57-2FCE-F6E1-53B6-8962C7B50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18680c38407_0_0:notes">
            <a:extLst>
              <a:ext uri="{FF2B5EF4-FFF2-40B4-BE49-F238E27FC236}">
                <a16:creationId xmlns:a16="http://schemas.microsoft.com/office/drawing/2014/main" id="{E9BD1A52-7A11-7C56-E67C-8AE4EA661B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18680c38407_0_0:notes">
            <a:extLst>
              <a:ext uri="{FF2B5EF4-FFF2-40B4-BE49-F238E27FC236}">
                <a16:creationId xmlns:a16="http://schemas.microsoft.com/office/drawing/2014/main" id="{5A8827B0-B6FC-A50E-78A3-738A3061C7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43988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084425"/>
            <a:ext cx="4528800" cy="234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431013"/>
            <a:ext cx="4528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71725" y="298000"/>
            <a:ext cx="241500" cy="241500"/>
            <a:chOff x="-1752450" y="4362450"/>
            <a:chExt cx="241500" cy="241500"/>
          </a:xfrm>
        </p:grpSpPr>
        <p:sp>
          <p:nvSpPr>
            <p:cNvPr id="12" name="Google Shape;12;p2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713225" y="4676775"/>
            <a:ext cx="742950" cy="76200"/>
            <a:chOff x="2647950" y="4676775"/>
            <a:chExt cx="742950" cy="76200"/>
          </a:xfrm>
        </p:grpSpPr>
        <p:sp>
          <p:nvSpPr>
            <p:cNvPr id="15" name="Google Shape;15;p2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713225" y="2205900"/>
            <a:ext cx="3249300" cy="165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280100"/>
            <a:ext cx="1458300" cy="92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t>xx%</a:t>
            </a:r>
          </a:p>
        </p:txBody>
      </p:sp>
      <p:sp>
        <p:nvSpPr>
          <p:cNvPr id="22" name="Google Shape;22;p3"/>
          <p:cNvSpPr>
            <a:spLocks noGrp="1"/>
          </p:cNvSpPr>
          <p:nvPr>
            <p:ph type="pic" idx="3"/>
          </p:nvPr>
        </p:nvSpPr>
        <p:spPr>
          <a:xfrm>
            <a:off x="5415575" y="539500"/>
            <a:ext cx="3015300" cy="406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  <p:grpSp>
        <p:nvGrpSpPr>
          <p:cNvPr id="23" name="Google Shape;23;p3"/>
          <p:cNvGrpSpPr/>
          <p:nvPr/>
        </p:nvGrpSpPr>
        <p:grpSpPr>
          <a:xfrm>
            <a:off x="471725" y="298000"/>
            <a:ext cx="241500" cy="241500"/>
            <a:chOff x="-1752450" y="4362450"/>
            <a:chExt cx="241500" cy="241500"/>
          </a:xfrm>
        </p:grpSpPr>
        <p:sp>
          <p:nvSpPr>
            <p:cNvPr id="24" name="Google Shape;24;p3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3"/>
          <p:cNvGrpSpPr/>
          <p:nvPr/>
        </p:nvGrpSpPr>
        <p:grpSpPr>
          <a:xfrm rot="5400000">
            <a:off x="8262700" y="4196775"/>
            <a:ext cx="742950" cy="76200"/>
            <a:chOff x="2647950" y="4676775"/>
            <a:chExt cx="742950" cy="76200"/>
          </a:xfrm>
        </p:grpSpPr>
        <p:sp>
          <p:nvSpPr>
            <p:cNvPr id="27" name="Google Shape;27;p3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1"/>
          </p:nvPr>
        </p:nvSpPr>
        <p:spPr>
          <a:xfrm>
            <a:off x="4923137" y="2599272"/>
            <a:ext cx="25056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2"/>
          </p:nvPr>
        </p:nvSpPr>
        <p:spPr>
          <a:xfrm>
            <a:off x="1715263" y="2599272"/>
            <a:ext cx="25056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3"/>
          </p:nvPr>
        </p:nvSpPr>
        <p:spPr>
          <a:xfrm>
            <a:off x="1715263" y="2269340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4"/>
          </p:nvPr>
        </p:nvSpPr>
        <p:spPr>
          <a:xfrm>
            <a:off x="4923137" y="2269340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grpSp>
        <p:nvGrpSpPr>
          <p:cNvPr id="48" name="Google Shape;48;p5"/>
          <p:cNvGrpSpPr/>
          <p:nvPr/>
        </p:nvGrpSpPr>
        <p:grpSpPr>
          <a:xfrm flipH="1">
            <a:off x="8430775" y="298000"/>
            <a:ext cx="241500" cy="241500"/>
            <a:chOff x="-1752450" y="4362450"/>
            <a:chExt cx="241500" cy="241500"/>
          </a:xfrm>
        </p:grpSpPr>
        <p:sp>
          <p:nvSpPr>
            <p:cNvPr id="49" name="Google Shape;49;p5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51;p5"/>
          <p:cNvGrpSpPr/>
          <p:nvPr/>
        </p:nvGrpSpPr>
        <p:grpSpPr>
          <a:xfrm>
            <a:off x="4200525" y="4676775"/>
            <a:ext cx="742950" cy="76200"/>
            <a:chOff x="2647950" y="4676775"/>
            <a:chExt cx="742950" cy="76200"/>
          </a:xfrm>
        </p:grpSpPr>
        <p:sp>
          <p:nvSpPr>
            <p:cNvPr id="52" name="Google Shape;52;p5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5"/>
          <p:cNvGrpSpPr/>
          <p:nvPr/>
        </p:nvGrpSpPr>
        <p:grpSpPr>
          <a:xfrm>
            <a:off x="74089" y="2876575"/>
            <a:ext cx="1115390" cy="3194439"/>
            <a:chOff x="74089" y="2876575"/>
            <a:chExt cx="1115390" cy="3194439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74089" y="2876575"/>
              <a:ext cx="639140" cy="2632464"/>
              <a:chOff x="3265400" y="517275"/>
              <a:chExt cx="1212100" cy="4991400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3827250" y="517275"/>
                <a:ext cx="88425" cy="3974750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158990" extrusionOk="0">
                    <a:moveTo>
                      <a:pt x="1768" y="1"/>
                    </a:moveTo>
                    <a:cubicBezTo>
                      <a:pt x="791" y="1"/>
                      <a:pt x="0" y="792"/>
                      <a:pt x="0" y="1769"/>
                    </a:cubicBezTo>
                    <a:lnTo>
                      <a:pt x="0" y="157222"/>
                    </a:lnTo>
                    <a:cubicBezTo>
                      <a:pt x="0" y="158199"/>
                      <a:pt x="791" y="158990"/>
                      <a:pt x="1768" y="158990"/>
                    </a:cubicBezTo>
                    <a:cubicBezTo>
                      <a:pt x="2745" y="158990"/>
                      <a:pt x="3536" y="158199"/>
                      <a:pt x="3536" y="157222"/>
                    </a:cubicBezTo>
                    <a:lnTo>
                      <a:pt x="3536" y="1769"/>
                    </a:lnTo>
                    <a:cubicBezTo>
                      <a:pt x="3536" y="792"/>
                      <a:pt x="2745" y="1"/>
                      <a:pt x="17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3703950" y="4283000"/>
                <a:ext cx="335025" cy="1225675"/>
              </a:xfrm>
              <a:custGeom>
                <a:avLst/>
                <a:gdLst/>
                <a:ahLst/>
                <a:cxnLst/>
                <a:rect l="l" t="t" r="r" b="b"/>
                <a:pathLst>
                  <a:path w="13401" h="49027" extrusionOk="0">
                    <a:moveTo>
                      <a:pt x="2637" y="1"/>
                    </a:moveTo>
                    <a:cubicBezTo>
                      <a:pt x="1179" y="1"/>
                      <a:pt x="0" y="1180"/>
                      <a:pt x="0" y="2638"/>
                    </a:cubicBezTo>
                    <a:lnTo>
                      <a:pt x="0" y="46375"/>
                    </a:lnTo>
                    <a:cubicBezTo>
                      <a:pt x="0" y="47833"/>
                      <a:pt x="1179" y="49027"/>
                      <a:pt x="2637" y="49027"/>
                    </a:cubicBezTo>
                    <a:lnTo>
                      <a:pt x="10764" y="49027"/>
                    </a:lnTo>
                    <a:cubicBezTo>
                      <a:pt x="12222" y="49027"/>
                      <a:pt x="13400" y="47833"/>
                      <a:pt x="13400" y="46375"/>
                    </a:cubicBezTo>
                    <a:lnTo>
                      <a:pt x="13400" y="2638"/>
                    </a:lnTo>
                    <a:cubicBezTo>
                      <a:pt x="13400" y="1180"/>
                      <a:pt x="12222" y="1"/>
                      <a:pt x="10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5"/>
              <p:cNvSpPr/>
              <p:nvPr/>
            </p:nvSpPr>
            <p:spPr>
              <a:xfrm>
                <a:off x="3265400" y="813900"/>
                <a:ext cx="1212100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48484" h="3057" extrusionOk="0">
                    <a:moveTo>
                      <a:pt x="993" y="1"/>
                    </a:moveTo>
                    <a:cubicBezTo>
                      <a:pt x="435" y="1"/>
                      <a:pt x="1" y="451"/>
                      <a:pt x="1" y="993"/>
                    </a:cubicBezTo>
                    <a:lnTo>
                      <a:pt x="1" y="2048"/>
                    </a:lnTo>
                    <a:cubicBezTo>
                      <a:pt x="1" y="2606"/>
                      <a:pt x="435" y="3056"/>
                      <a:pt x="993" y="3056"/>
                    </a:cubicBezTo>
                    <a:lnTo>
                      <a:pt x="47491" y="3056"/>
                    </a:lnTo>
                    <a:cubicBezTo>
                      <a:pt x="48049" y="3056"/>
                      <a:pt x="48484" y="2606"/>
                      <a:pt x="48484" y="2048"/>
                    </a:cubicBezTo>
                    <a:lnTo>
                      <a:pt x="48484" y="993"/>
                    </a:lnTo>
                    <a:cubicBezTo>
                      <a:pt x="48484" y="451"/>
                      <a:pt x="48049" y="1"/>
                      <a:pt x="47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3394900" y="755350"/>
                <a:ext cx="194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3593425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4130450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4328600" y="755350"/>
                <a:ext cx="19400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6" h="2529" extrusionOk="0">
                    <a:moveTo>
                      <a:pt x="0" y="1"/>
                    </a:moveTo>
                    <a:lnTo>
                      <a:pt x="0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429680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09865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20" y="1660"/>
                    </a:lnTo>
                    <a:cubicBezTo>
                      <a:pt x="3320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3561250" y="725125"/>
                <a:ext cx="834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35" y="1660"/>
                    </a:lnTo>
                    <a:cubicBezTo>
                      <a:pt x="3335" y="744"/>
                      <a:pt x="2591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3363125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5"/>
            <p:cNvGrpSpPr/>
            <p:nvPr/>
          </p:nvGrpSpPr>
          <p:grpSpPr>
            <a:xfrm>
              <a:off x="550339" y="3438550"/>
              <a:ext cx="639140" cy="2632464"/>
              <a:chOff x="3265400" y="517275"/>
              <a:chExt cx="1212100" cy="4991400"/>
            </a:xfrm>
          </p:grpSpPr>
          <p:sp>
            <p:nvSpPr>
              <p:cNvPr id="70" name="Google Shape;70;p5"/>
              <p:cNvSpPr/>
              <p:nvPr/>
            </p:nvSpPr>
            <p:spPr>
              <a:xfrm>
                <a:off x="3827250" y="517275"/>
                <a:ext cx="88425" cy="3974750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158990" extrusionOk="0">
                    <a:moveTo>
                      <a:pt x="1768" y="1"/>
                    </a:moveTo>
                    <a:cubicBezTo>
                      <a:pt x="791" y="1"/>
                      <a:pt x="0" y="792"/>
                      <a:pt x="0" y="1769"/>
                    </a:cubicBezTo>
                    <a:lnTo>
                      <a:pt x="0" y="157222"/>
                    </a:lnTo>
                    <a:cubicBezTo>
                      <a:pt x="0" y="158199"/>
                      <a:pt x="791" y="158990"/>
                      <a:pt x="1768" y="158990"/>
                    </a:cubicBezTo>
                    <a:cubicBezTo>
                      <a:pt x="2745" y="158990"/>
                      <a:pt x="3536" y="158199"/>
                      <a:pt x="3536" y="157222"/>
                    </a:cubicBezTo>
                    <a:lnTo>
                      <a:pt x="3536" y="1769"/>
                    </a:lnTo>
                    <a:cubicBezTo>
                      <a:pt x="3536" y="792"/>
                      <a:pt x="2745" y="1"/>
                      <a:pt x="17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3703950" y="4283000"/>
                <a:ext cx="335025" cy="1225675"/>
              </a:xfrm>
              <a:custGeom>
                <a:avLst/>
                <a:gdLst/>
                <a:ahLst/>
                <a:cxnLst/>
                <a:rect l="l" t="t" r="r" b="b"/>
                <a:pathLst>
                  <a:path w="13401" h="49027" extrusionOk="0">
                    <a:moveTo>
                      <a:pt x="2637" y="1"/>
                    </a:moveTo>
                    <a:cubicBezTo>
                      <a:pt x="1179" y="1"/>
                      <a:pt x="0" y="1180"/>
                      <a:pt x="0" y="2638"/>
                    </a:cubicBezTo>
                    <a:lnTo>
                      <a:pt x="0" y="46375"/>
                    </a:lnTo>
                    <a:cubicBezTo>
                      <a:pt x="0" y="47833"/>
                      <a:pt x="1179" y="49027"/>
                      <a:pt x="2637" y="49027"/>
                    </a:cubicBezTo>
                    <a:lnTo>
                      <a:pt x="10764" y="49027"/>
                    </a:lnTo>
                    <a:cubicBezTo>
                      <a:pt x="12222" y="49027"/>
                      <a:pt x="13400" y="47833"/>
                      <a:pt x="13400" y="46375"/>
                    </a:cubicBezTo>
                    <a:lnTo>
                      <a:pt x="13400" y="2638"/>
                    </a:lnTo>
                    <a:cubicBezTo>
                      <a:pt x="13400" y="1180"/>
                      <a:pt x="12222" y="1"/>
                      <a:pt x="10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3265400" y="813900"/>
                <a:ext cx="1212100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48484" h="3057" extrusionOk="0">
                    <a:moveTo>
                      <a:pt x="993" y="1"/>
                    </a:moveTo>
                    <a:cubicBezTo>
                      <a:pt x="435" y="1"/>
                      <a:pt x="1" y="451"/>
                      <a:pt x="1" y="993"/>
                    </a:cubicBezTo>
                    <a:lnTo>
                      <a:pt x="1" y="2048"/>
                    </a:lnTo>
                    <a:cubicBezTo>
                      <a:pt x="1" y="2606"/>
                      <a:pt x="435" y="3056"/>
                      <a:pt x="993" y="3056"/>
                    </a:cubicBezTo>
                    <a:lnTo>
                      <a:pt x="47491" y="3056"/>
                    </a:lnTo>
                    <a:cubicBezTo>
                      <a:pt x="48049" y="3056"/>
                      <a:pt x="48484" y="2606"/>
                      <a:pt x="48484" y="2048"/>
                    </a:cubicBezTo>
                    <a:lnTo>
                      <a:pt x="48484" y="993"/>
                    </a:lnTo>
                    <a:cubicBezTo>
                      <a:pt x="48484" y="451"/>
                      <a:pt x="48049" y="1"/>
                      <a:pt x="47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3394900" y="755350"/>
                <a:ext cx="194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3593425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4130450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4328600" y="755350"/>
                <a:ext cx="19400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6" h="2529" extrusionOk="0">
                    <a:moveTo>
                      <a:pt x="0" y="1"/>
                    </a:moveTo>
                    <a:lnTo>
                      <a:pt x="0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29680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409865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20" y="1660"/>
                    </a:lnTo>
                    <a:cubicBezTo>
                      <a:pt x="3320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3561250" y="725125"/>
                <a:ext cx="834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35" y="1660"/>
                    </a:lnTo>
                    <a:cubicBezTo>
                      <a:pt x="3335" y="744"/>
                      <a:pt x="2591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3363125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1" name="Google Shape;81;p5"/>
            <p:cNvSpPr/>
            <p:nvPr/>
          </p:nvSpPr>
          <p:spPr>
            <a:xfrm>
              <a:off x="147650" y="3000375"/>
              <a:ext cx="476254" cy="552439"/>
            </a:xfrm>
            <a:custGeom>
              <a:avLst/>
              <a:gdLst/>
              <a:ahLst/>
              <a:cxnLst/>
              <a:rect l="l" t="t" r="r" b="b"/>
              <a:pathLst>
                <a:path w="19431" h="23241" extrusionOk="0">
                  <a:moveTo>
                    <a:pt x="0" y="0"/>
                  </a:moveTo>
                  <a:cubicBezTo>
                    <a:pt x="628" y="10078"/>
                    <a:pt x="10601" y="18342"/>
                    <a:pt x="19431" y="23241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254800" y="3036100"/>
              <a:ext cx="476250" cy="516725"/>
            </a:xfrm>
            <a:custGeom>
              <a:avLst/>
              <a:gdLst/>
              <a:ahLst/>
              <a:cxnLst/>
              <a:rect l="l" t="t" r="r" b="b"/>
              <a:pathLst>
                <a:path w="19050" h="20669" extrusionOk="0">
                  <a:moveTo>
                    <a:pt x="0" y="0"/>
                  </a:moveTo>
                  <a:cubicBezTo>
                    <a:pt x="4483" y="8228"/>
                    <a:pt x="10914" y="16022"/>
                    <a:pt x="19050" y="20669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533400" y="3032525"/>
              <a:ext cx="469100" cy="523875"/>
            </a:xfrm>
            <a:custGeom>
              <a:avLst/>
              <a:gdLst/>
              <a:ahLst/>
              <a:cxnLst/>
              <a:rect l="l" t="t" r="r" b="b"/>
              <a:pathLst>
                <a:path w="18764" h="20955" extrusionOk="0">
                  <a:moveTo>
                    <a:pt x="0" y="0"/>
                  </a:moveTo>
                  <a:cubicBezTo>
                    <a:pt x="2280" y="9095"/>
                    <a:pt x="11136" y="15503"/>
                    <a:pt x="18764" y="209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642950" y="3038475"/>
              <a:ext cx="471475" cy="514350"/>
            </a:xfrm>
            <a:custGeom>
              <a:avLst/>
              <a:gdLst/>
              <a:ahLst/>
              <a:cxnLst/>
              <a:rect l="l" t="t" r="r" b="b"/>
              <a:pathLst>
                <a:path w="18859" h="20574" extrusionOk="0">
                  <a:moveTo>
                    <a:pt x="0" y="0"/>
                  </a:moveTo>
                  <a:cubicBezTo>
                    <a:pt x="2087" y="9066"/>
                    <a:pt x="10149" y="17305"/>
                    <a:pt x="18859" y="20574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5" name="Google Shape;85;p5"/>
          <p:cNvGrpSpPr/>
          <p:nvPr/>
        </p:nvGrpSpPr>
        <p:grpSpPr>
          <a:xfrm>
            <a:off x="8430764" y="2876575"/>
            <a:ext cx="720090" cy="2632464"/>
            <a:chOff x="8430764" y="2876575"/>
            <a:chExt cx="720090" cy="2632464"/>
          </a:xfrm>
        </p:grpSpPr>
        <p:grpSp>
          <p:nvGrpSpPr>
            <p:cNvPr id="86" name="Google Shape;86;p5"/>
            <p:cNvGrpSpPr/>
            <p:nvPr/>
          </p:nvGrpSpPr>
          <p:grpSpPr>
            <a:xfrm>
              <a:off x="8430764" y="2876575"/>
              <a:ext cx="639140" cy="2632464"/>
              <a:chOff x="3265400" y="517275"/>
              <a:chExt cx="1212100" cy="4991400"/>
            </a:xfrm>
          </p:grpSpPr>
          <p:sp>
            <p:nvSpPr>
              <p:cNvPr id="87" name="Google Shape;87;p5"/>
              <p:cNvSpPr/>
              <p:nvPr/>
            </p:nvSpPr>
            <p:spPr>
              <a:xfrm>
                <a:off x="3827250" y="517275"/>
                <a:ext cx="88425" cy="3974750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158990" extrusionOk="0">
                    <a:moveTo>
                      <a:pt x="1768" y="1"/>
                    </a:moveTo>
                    <a:cubicBezTo>
                      <a:pt x="791" y="1"/>
                      <a:pt x="0" y="792"/>
                      <a:pt x="0" y="1769"/>
                    </a:cubicBezTo>
                    <a:lnTo>
                      <a:pt x="0" y="157222"/>
                    </a:lnTo>
                    <a:cubicBezTo>
                      <a:pt x="0" y="158199"/>
                      <a:pt x="791" y="158990"/>
                      <a:pt x="1768" y="158990"/>
                    </a:cubicBezTo>
                    <a:cubicBezTo>
                      <a:pt x="2745" y="158990"/>
                      <a:pt x="3536" y="158199"/>
                      <a:pt x="3536" y="157222"/>
                    </a:cubicBezTo>
                    <a:lnTo>
                      <a:pt x="3536" y="1769"/>
                    </a:lnTo>
                    <a:cubicBezTo>
                      <a:pt x="3536" y="792"/>
                      <a:pt x="2745" y="1"/>
                      <a:pt x="17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5"/>
              <p:cNvSpPr/>
              <p:nvPr/>
            </p:nvSpPr>
            <p:spPr>
              <a:xfrm>
                <a:off x="3703950" y="4283000"/>
                <a:ext cx="335025" cy="1225675"/>
              </a:xfrm>
              <a:custGeom>
                <a:avLst/>
                <a:gdLst/>
                <a:ahLst/>
                <a:cxnLst/>
                <a:rect l="l" t="t" r="r" b="b"/>
                <a:pathLst>
                  <a:path w="13401" h="49027" extrusionOk="0">
                    <a:moveTo>
                      <a:pt x="2637" y="1"/>
                    </a:moveTo>
                    <a:cubicBezTo>
                      <a:pt x="1179" y="1"/>
                      <a:pt x="0" y="1180"/>
                      <a:pt x="0" y="2638"/>
                    </a:cubicBezTo>
                    <a:lnTo>
                      <a:pt x="0" y="46375"/>
                    </a:lnTo>
                    <a:cubicBezTo>
                      <a:pt x="0" y="47833"/>
                      <a:pt x="1179" y="49027"/>
                      <a:pt x="2637" y="49027"/>
                    </a:cubicBezTo>
                    <a:lnTo>
                      <a:pt x="10764" y="49027"/>
                    </a:lnTo>
                    <a:cubicBezTo>
                      <a:pt x="12222" y="49027"/>
                      <a:pt x="13400" y="47833"/>
                      <a:pt x="13400" y="46375"/>
                    </a:cubicBezTo>
                    <a:lnTo>
                      <a:pt x="13400" y="2638"/>
                    </a:lnTo>
                    <a:cubicBezTo>
                      <a:pt x="13400" y="1180"/>
                      <a:pt x="12222" y="1"/>
                      <a:pt x="10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5"/>
              <p:cNvSpPr/>
              <p:nvPr/>
            </p:nvSpPr>
            <p:spPr>
              <a:xfrm>
                <a:off x="3265400" y="813900"/>
                <a:ext cx="1212100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48484" h="3057" extrusionOk="0">
                    <a:moveTo>
                      <a:pt x="993" y="1"/>
                    </a:moveTo>
                    <a:cubicBezTo>
                      <a:pt x="435" y="1"/>
                      <a:pt x="1" y="451"/>
                      <a:pt x="1" y="993"/>
                    </a:cubicBezTo>
                    <a:lnTo>
                      <a:pt x="1" y="2048"/>
                    </a:lnTo>
                    <a:cubicBezTo>
                      <a:pt x="1" y="2606"/>
                      <a:pt x="435" y="3056"/>
                      <a:pt x="993" y="3056"/>
                    </a:cubicBezTo>
                    <a:lnTo>
                      <a:pt x="47491" y="3056"/>
                    </a:lnTo>
                    <a:cubicBezTo>
                      <a:pt x="48049" y="3056"/>
                      <a:pt x="48484" y="2606"/>
                      <a:pt x="48484" y="2048"/>
                    </a:cubicBezTo>
                    <a:lnTo>
                      <a:pt x="48484" y="993"/>
                    </a:lnTo>
                    <a:cubicBezTo>
                      <a:pt x="48484" y="451"/>
                      <a:pt x="48049" y="1"/>
                      <a:pt x="47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>
                <a:off x="3394900" y="755350"/>
                <a:ext cx="194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3593425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5"/>
              <p:cNvSpPr/>
              <p:nvPr/>
            </p:nvSpPr>
            <p:spPr>
              <a:xfrm>
                <a:off x="4130450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5"/>
              <p:cNvSpPr/>
              <p:nvPr/>
            </p:nvSpPr>
            <p:spPr>
              <a:xfrm>
                <a:off x="4328600" y="755350"/>
                <a:ext cx="19400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6" h="2529" extrusionOk="0">
                    <a:moveTo>
                      <a:pt x="0" y="1"/>
                    </a:moveTo>
                    <a:lnTo>
                      <a:pt x="0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5"/>
              <p:cNvSpPr/>
              <p:nvPr/>
            </p:nvSpPr>
            <p:spPr>
              <a:xfrm>
                <a:off x="429680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>
                <a:off x="409865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20" y="1660"/>
                    </a:lnTo>
                    <a:cubicBezTo>
                      <a:pt x="3320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>
                <a:off x="3561250" y="725125"/>
                <a:ext cx="834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35" y="1660"/>
                    </a:lnTo>
                    <a:cubicBezTo>
                      <a:pt x="3335" y="744"/>
                      <a:pt x="2591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>
                <a:off x="3363125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8" name="Google Shape;98;p5"/>
            <p:cNvSpPr/>
            <p:nvPr/>
          </p:nvSpPr>
          <p:spPr>
            <a:xfrm>
              <a:off x="8610600" y="3062300"/>
              <a:ext cx="433400" cy="419100"/>
            </a:xfrm>
            <a:custGeom>
              <a:avLst/>
              <a:gdLst/>
              <a:ahLst/>
              <a:cxnLst/>
              <a:rect l="l" t="t" r="r" b="b"/>
              <a:pathLst>
                <a:path w="17336" h="16764" extrusionOk="0">
                  <a:moveTo>
                    <a:pt x="0" y="0"/>
                  </a:moveTo>
                  <a:cubicBezTo>
                    <a:pt x="0" y="8039"/>
                    <a:pt x="9297" y="16764"/>
                    <a:pt x="17336" y="16764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8884704" y="3057525"/>
              <a:ext cx="266150" cy="1247775"/>
            </a:xfrm>
            <a:custGeom>
              <a:avLst/>
              <a:gdLst/>
              <a:ahLst/>
              <a:cxnLst/>
              <a:rect l="l" t="t" r="r" b="b"/>
              <a:pathLst>
                <a:path w="10646" h="49911" extrusionOk="0">
                  <a:moveTo>
                    <a:pt x="466" y="0"/>
                  </a:moveTo>
                  <a:cubicBezTo>
                    <a:pt x="-2858" y="16620"/>
                    <a:pt x="13499" y="33290"/>
                    <a:pt x="10182" y="49911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8498997" y="3048000"/>
              <a:ext cx="148925" cy="1000125"/>
            </a:xfrm>
            <a:custGeom>
              <a:avLst/>
              <a:gdLst/>
              <a:ahLst/>
              <a:cxnLst/>
              <a:rect l="l" t="t" r="r" b="b"/>
              <a:pathLst>
                <a:path w="5957" h="40005" extrusionOk="0">
                  <a:moveTo>
                    <a:pt x="274" y="0"/>
                  </a:moveTo>
                  <a:cubicBezTo>
                    <a:pt x="-1319" y="7172"/>
                    <a:pt x="5069" y="14026"/>
                    <a:pt x="5798" y="21336"/>
                  </a:cubicBezTo>
                  <a:cubicBezTo>
                    <a:pt x="6434" y="27711"/>
                    <a:pt x="4526" y="34513"/>
                    <a:pt x="1226" y="4000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8898743" y="3062300"/>
              <a:ext cx="102375" cy="1114425"/>
            </a:xfrm>
            <a:custGeom>
              <a:avLst/>
              <a:gdLst/>
              <a:ahLst/>
              <a:cxnLst/>
              <a:rect l="l" t="t" r="r" b="b"/>
              <a:pathLst>
                <a:path w="4095" h="44577" extrusionOk="0">
                  <a:moveTo>
                    <a:pt x="4095" y="0"/>
                  </a:moveTo>
                  <a:cubicBezTo>
                    <a:pt x="4095" y="12504"/>
                    <a:pt x="-1580" y="25004"/>
                    <a:pt x="476" y="37338"/>
                  </a:cubicBezTo>
                  <a:cubicBezTo>
                    <a:pt x="920" y="39999"/>
                    <a:pt x="1397" y="44577"/>
                    <a:pt x="4095" y="44577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02" name="Google Shape;102;p5"/>
          <p:cNvGrpSpPr/>
          <p:nvPr/>
        </p:nvGrpSpPr>
        <p:grpSpPr>
          <a:xfrm>
            <a:off x="471725" y="298000"/>
            <a:ext cx="241500" cy="241500"/>
            <a:chOff x="-1752450" y="4362450"/>
            <a:chExt cx="241500" cy="241500"/>
          </a:xfrm>
        </p:grpSpPr>
        <p:sp>
          <p:nvSpPr>
            <p:cNvPr id="103" name="Google Shape;103;p5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>
            <a:spLocks noGrp="1"/>
          </p:cNvSpPr>
          <p:nvPr>
            <p:ph type="title"/>
          </p:nvPr>
        </p:nvSpPr>
        <p:spPr>
          <a:xfrm>
            <a:off x="4135975" y="139755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7"/>
          <p:cNvSpPr txBox="1">
            <a:spLocks noGrp="1"/>
          </p:cNvSpPr>
          <p:nvPr>
            <p:ph type="subTitle" idx="1"/>
          </p:nvPr>
        </p:nvSpPr>
        <p:spPr>
          <a:xfrm>
            <a:off x="4135975" y="1970250"/>
            <a:ext cx="4294800" cy="17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ulish Light"/>
              <a:buChar char="◇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-338750" y="-69125"/>
            <a:ext cx="1942625" cy="1396125"/>
          </a:xfrm>
          <a:custGeom>
            <a:avLst/>
            <a:gdLst/>
            <a:ahLst/>
            <a:cxnLst/>
            <a:rect l="l" t="t" r="r" b="b"/>
            <a:pathLst>
              <a:path w="77705" h="55845" extrusionOk="0">
                <a:moveTo>
                  <a:pt x="0" y="55583"/>
                </a:moveTo>
                <a:cubicBezTo>
                  <a:pt x="14533" y="57034"/>
                  <a:pt x="30839" y="52011"/>
                  <a:pt x="41756" y="42309"/>
                </a:cubicBezTo>
                <a:cubicBezTo>
                  <a:pt x="55589" y="30015"/>
                  <a:pt x="62310" y="10270"/>
                  <a:pt x="77705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grpSp>
        <p:nvGrpSpPr>
          <p:cNvPr id="130" name="Google Shape;130;p7"/>
          <p:cNvGrpSpPr/>
          <p:nvPr/>
        </p:nvGrpSpPr>
        <p:grpSpPr>
          <a:xfrm flipH="1">
            <a:off x="8425252" y="298000"/>
            <a:ext cx="241500" cy="241500"/>
            <a:chOff x="-1752450" y="4362450"/>
            <a:chExt cx="241500" cy="241500"/>
          </a:xfrm>
        </p:grpSpPr>
        <p:sp>
          <p:nvSpPr>
            <p:cNvPr id="131" name="Google Shape;131;p7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" name="Google Shape;133;p7"/>
          <p:cNvGrpSpPr/>
          <p:nvPr/>
        </p:nvGrpSpPr>
        <p:grpSpPr>
          <a:xfrm flipH="1">
            <a:off x="7682302" y="4676775"/>
            <a:ext cx="742950" cy="76200"/>
            <a:chOff x="2647950" y="4676775"/>
            <a:chExt cx="742950" cy="76200"/>
          </a:xfrm>
        </p:grpSpPr>
        <p:sp>
          <p:nvSpPr>
            <p:cNvPr id="134" name="Google Shape;134;p7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7"/>
          <p:cNvSpPr/>
          <p:nvPr/>
        </p:nvSpPr>
        <p:spPr>
          <a:xfrm>
            <a:off x="-297275" y="-48400"/>
            <a:ext cx="739725" cy="1693775"/>
          </a:xfrm>
          <a:custGeom>
            <a:avLst/>
            <a:gdLst/>
            <a:ahLst/>
            <a:cxnLst/>
            <a:rect l="l" t="t" r="r" b="b"/>
            <a:pathLst>
              <a:path w="29589" h="67751" extrusionOk="0">
                <a:moveTo>
                  <a:pt x="0" y="67751"/>
                </a:moveTo>
                <a:cubicBezTo>
                  <a:pt x="24643" y="67751"/>
                  <a:pt x="29589" y="24643"/>
                  <a:pt x="29589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39" name="Google Shape;139;p7"/>
          <p:cNvSpPr/>
          <p:nvPr/>
        </p:nvSpPr>
        <p:spPr>
          <a:xfrm>
            <a:off x="-76050" y="4788257"/>
            <a:ext cx="1154525" cy="431300"/>
          </a:xfrm>
          <a:custGeom>
            <a:avLst/>
            <a:gdLst/>
            <a:ahLst/>
            <a:cxnLst/>
            <a:rect l="l" t="t" r="r" b="b"/>
            <a:pathLst>
              <a:path w="46181" h="17252" extrusionOk="0">
                <a:moveTo>
                  <a:pt x="0" y="8679"/>
                </a:moveTo>
                <a:cubicBezTo>
                  <a:pt x="4878" y="6240"/>
                  <a:pt x="8859" y="1881"/>
                  <a:pt x="14103" y="383"/>
                </a:cubicBezTo>
                <a:cubicBezTo>
                  <a:pt x="20214" y="-1363"/>
                  <a:pt x="26560" y="3590"/>
                  <a:pt x="32078" y="6744"/>
                </a:cubicBezTo>
                <a:cubicBezTo>
                  <a:pt x="37168" y="9653"/>
                  <a:pt x="46181" y="11390"/>
                  <a:pt x="46181" y="17252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40" name="Google Shape;140;p7"/>
          <p:cNvSpPr/>
          <p:nvPr/>
        </p:nvSpPr>
        <p:spPr>
          <a:xfrm>
            <a:off x="615275" y="4839115"/>
            <a:ext cx="1078475" cy="408075"/>
          </a:xfrm>
          <a:custGeom>
            <a:avLst/>
            <a:gdLst/>
            <a:ahLst/>
            <a:cxnLst/>
            <a:rect l="l" t="t" r="r" b="b"/>
            <a:pathLst>
              <a:path w="43139" h="16323" extrusionOk="0">
                <a:moveTo>
                  <a:pt x="0" y="16323"/>
                </a:moveTo>
                <a:cubicBezTo>
                  <a:pt x="6381" y="7391"/>
                  <a:pt x="17933" y="-1524"/>
                  <a:pt x="28760" y="284"/>
                </a:cubicBezTo>
                <a:cubicBezTo>
                  <a:pt x="35446" y="1400"/>
                  <a:pt x="39380" y="9023"/>
                  <a:pt x="43139" y="14664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41" name="Google Shape;141;p7"/>
          <p:cNvSpPr>
            <a:spLocks noGrp="1"/>
          </p:cNvSpPr>
          <p:nvPr>
            <p:ph type="pic" idx="2"/>
          </p:nvPr>
        </p:nvSpPr>
        <p:spPr>
          <a:xfrm flipH="1">
            <a:off x="713225" y="539500"/>
            <a:ext cx="3015300" cy="406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>
            <a:spLocks noGrp="1"/>
          </p:cNvSpPr>
          <p:nvPr>
            <p:ph type="title"/>
          </p:nvPr>
        </p:nvSpPr>
        <p:spPr>
          <a:xfrm>
            <a:off x="3920375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grpSp>
        <p:nvGrpSpPr>
          <p:cNvPr id="144" name="Google Shape;144;p8"/>
          <p:cNvGrpSpPr/>
          <p:nvPr/>
        </p:nvGrpSpPr>
        <p:grpSpPr>
          <a:xfrm>
            <a:off x="471725" y="298000"/>
            <a:ext cx="241500" cy="241500"/>
            <a:chOff x="-1752450" y="4362450"/>
            <a:chExt cx="241500" cy="241500"/>
          </a:xfrm>
        </p:grpSpPr>
        <p:sp>
          <p:nvSpPr>
            <p:cNvPr id="145" name="Google Shape;145;p8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8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147;p8"/>
          <p:cNvGrpSpPr/>
          <p:nvPr/>
        </p:nvGrpSpPr>
        <p:grpSpPr>
          <a:xfrm>
            <a:off x="7685525" y="4803325"/>
            <a:ext cx="742950" cy="76200"/>
            <a:chOff x="2647950" y="4676775"/>
            <a:chExt cx="742950" cy="76200"/>
          </a:xfrm>
        </p:grpSpPr>
        <p:sp>
          <p:nvSpPr>
            <p:cNvPr id="148" name="Google Shape;148;p8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" name="Google Shape;152;p8"/>
          <p:cNvGrpSpPr/>
          <p:nvPr/>
        </p:nvGrpSpPr>
        <p:grpSpPr>
          <a:xfrm flipH="1">
            <a:off x="471723" y="1604199"/>
            <a:ext cx="3095380" cy="3539601"/>
            <a:chOff x="123998" y="1604199"/>
            <a:chExt cx="3095380" cy="3539601"/>
          </a:xfrm>
        </p:grpSpPr>
        <p:grpSp>
          <p:nvGrpSpPr>
            <p:cNvPr id="153" name="Google Shape;153;p8"/>
            <p:cNvGrpSpPr/>
            <p:nvPr/>
          </p:nvGrpSpPr>
          <p:grpSpPr>
            <a:xfrm>
              <a:off x="123998" y="1604199"/>
              <a:ext cx="1665589" cy="3538917"/>
              <a:chOff x="3733925" y="3400424"/>
              <a:chExt cx="1079728" cy="2294274"/>
            </a:xfrm>
          </p:grpSpPr>
          <p:sp>
            <p:nvSpPr>
              <p:cNvPr id="154" name="Google Shape;154;p8"/>
              <p:cNvSpPr/>
              <p:nvPr/>
            </p:nvSpPr>
            <p:spPr>
              <a:xfrm>
                <a:off x="3733925" y="3445303"/>
                <a:ext cx="1079728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4563" h="964" extrusionOk="0">
                    <a:moveTo>
                      <a:pt x="1" y="1"/>
                    </a:moveTo>
                    <a:lnTo>
                      <a:pt x="1" y="964"/>
                    </a:lnTo>
                    <a:lnTo>
                      <a:pt x="24562" y="964"/>
                    </a:lnTo>
                    <a:lnTo>
                      <a:pt x="24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8"/>
              <p:cNvSpPr/>
              <p:nvPr/>
            </p:nvSpPr>
            <p:spPr>
              <a:xfrm>
                <a:off x="4252166" y="3400424"/>
                <a:ext cx="43254" cy="2294274"/>
              </a:xfrm>
              <a:custGeom>
                <a:avLst/>
                <a:gdLst/>
                <a:ahLst/>
                <a:cxnLst/>
                <a:rect l="l" t="t" r="r" b="b"/>
                <a:pathLst>
                  <a:path w="984" h="52193" extrusionOk="0">
                    <a:moveTo>
                      <a:pt x="0" y="1"/>
                    </a:moveTo>
                    <a:lnTo>
                      <a:pt x="0" y="52193"/>
                    </a:lnTo>
                    <a:lnTo>
                      <a:pt x="983" y="52193"/>
                    </a:lnTo>
                    <a:lnTo>
                      <a:pt x="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8"/>
              <p:cNvSpPr/>
              <p:nvPr/>
            </p:nvSpPr>
            <p:spPr>
              <a:xfrm>
                <a:off x="3761178" y="3401523"/>
                <a:ext cx="83036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21" extrusionOk="0">
                    <a:moveTo>
                      <a:pt x="945" y="1"/>
                    </a:moveTo>
                    <a:cubicBezTo>
                      <a:pt x="473" y="1"/>
                      <a:pt x="1" y="304"/>
                      <a:pt x="10" y="911"/>
                    </a:cubicBezTo>
                    <a:cubicBezTo>
                      <a:pt x="1" y="1517"/>
                      <a:pt x="473" y="1820"/>
                      <a:pt x="945" y="1820"/>
                    </a:cubicBezTo>
                    <a:cubicBezTo>
                      <a:pt x="1416" y="1820"/>
                      <a:pt x="1888" y="1517"/>
                      <a:pt x="1879" y="911"/>
                    </a:cubicBezTo>
                    <a:cubicBezTo>
                      <a:pt x="1888" y="304"/>
                      <a:pt x="1416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8"/>
              <p:cNvSpPr/>
              <p:nvPr/>
            </p:nvSpPr>
            <p:spPr>
              <a:xfrm>
                <a:off x="4703374" y="3401523"/>
                <a:ext cx="82992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21" extrusionOk="0">
                    <a:moveTo>
                      <a:pt x="944" y="1"/>
                    </a:moveTo>
                    <a:cubicBezTo>
                      <a:pt x="472" y="1"/>
                      <a:pt x="0" y="304"/>
                      <a:pt x="9" y="911"/>
                    </a:cubicBezTo>
                    <a:cubicBezTo>
                      <a:pt x="0" y="1517"/>
                      <a:pt x="472" y="1820"/>
                      <a:pt x="944" y="1820"/>
                    </a:cubicBezTo>
                    <a:cubicBezTo>
                      <a:pt x="1416" y="1820"/>
                      <a:pt x="1887" y="1517"/>
                      <a:pt x="1878" y="911"/>
                    </a:cubicBezTo>
                    <a:cubicBezTo>
                      <a:pt x="1887" y="304"/>
                      <a:pt x="1416" y="1"/>
                      <a:pt x="9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" name="Google Shape;158;p8"/>
            <p:cNvGrpSpPr/>
            <p:nvPr/>
          </p:nvGrpSpPr>
          <p:grpSpPr>
            <a:xfrm>
              <a:off x="1415091" y="2586831"/>
              <a:ext cx="1203249" cy="2556968"/>
              <a:chOff x="3733925" y="3400424"/>
              <a:chExt cx="1079728" cy="2294274"/>
            </a:xfrm>
          </p:grpSpPr>
          <p:sp>
            <p:nvSpPr>
              <p:cNvPr id="159" name="Google Shape;159;p8"/>
              <p:cNvSpPr/>
              <p:nvPr/>
            </p:nvSpPr>
            <p:spPr>
              <a:xfrm>
                <a:off x="3733925" y="3445303"/>
                <a:ext cx="1079728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4563" h="964" extrusionOk="0">
                    <a:moveTo>
                      <a:pt x="1" y="1"/>
                    </a:moveTo>
                    <a:lnTo>
                      <a:pt x="1" y="964"/>
                    </a:lnTo>
                    <a:lnTo>
                      <a:pt x="24562" y="964"/>
                    </a:lnTo>
                    <a:lnTo>
                      <a:pt x="24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8"/>
              <p:cNvSpPr/>
              <p:nvPr/>
            </p:nvSpPr>
            <p:spPr>
              <a:xfrm>
                <a:off x="4252166" y="3400424"/>
                <a:ext cx="43254" cy="2294274"/>
              </a:xfrm>
              <a:custGeom>
                <a:avLst/>
                <a:gdLst/>
                <a:ahLst/>
                <a:cxnLst/>
                <a:rect l="l" t="t" r="r" b="b"/>
                <a:pathLst>
                  <a:path w="984" h="52193" extrusionOk="0">
                    <a:moveTo>
                      <a:pt x="0" y="1"/>
                    </a:moveTo>
                    <a:lnTo>
                      <a:pt x="0" y="52193"/>
                    </a:lnTo>
                    <a:lnTo>
                      <a:pt x="983" y="52193"/>
                    </a:lnTo>
                    <a:lnTo>
                      <a:pt x="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8"/>
              <p:cNvSpPr/>
              <p:nvPr/>
            </p:nvSpPr>
            <p:spPr>
              <a:xfrm>
                <a:off x="3761178" y="3401523"/>
                <a:ext cx="83036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21" extrusionOk="0">
                    <a:moveTo>
                      <a:pt x="945" y="1"/>
                    </a:moveTo>
                    <a:cubicBezTo>
                      <a:pt x="473" y="1"/>
                      <a:pt x="1" y="304"/>
                      <a:pt x="10" y="911"/>
                    </a:cubicBezTo>
                    <a:cubicBezTo>
                      <a:pt x="1" y="1517"/>
                      <a:pt x="473" y="1820"/>
                      <a:pt x="945" y="1820"/>
                    </a:cubicBezTo>
                    <a:cubicBezTo>
                      <a:pt x="1416" y="1820"/>
                      <a:pt x="1888" y="1517"/>
                      <a:pt x="1879" y="911"/>
                    </a:cubicBezTo>
                    <a:cubicBezTo>
                      <a:pt x="1888" y="304"/>
                      <a:pt x="1416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8"/>
              <p:cNvSpPr/>
              <p:nvPr/>
            </p:nvSpPr>
            <p:spPr>
              <a:xfrm>
                <a:off x="4703374" y="3401523"/>
                <a:ext cx="82992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21" extrusionOk="0">
                    <a:moveTo>
                      <a:pt x="944" y="1"/>
                    </a:moveTo>
                    <a:cubicBezTo>
                      <a:pt x="472" y="1"/>
                      <a:pt x="0" y="304"/>
                      <a:pt x="9" y="911"/>
                    </a:cubicBezTo>
                    <a:cubicBezTo>
                      <a:pt x="0" y="1517"/>
                      <a:pt x="472" y="1820"/>
                      <a:pt x="944" y="1820"/>
                    </a:cubicBezTo>
                    <a:cubicBezTo>
                      <a:pt x="1416" y="1820"/>
                      <a:pt x="1887" y="1517"/>
                      <a:pt x="1878" y="911"/>
                    </a:cubicBezTo>
                    <a:cubicBezTo>
                      <a:pt x="1887" y="304"/>
                      <a:pt x="1416" y="1"/>
                      <a:pt x="9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3" name="Google Shape;163;p8"/>
            <p:cNvSpPr/>
            <p:nvPr/>
          </p:nvSpPr>
          <p:spPr>
            <a:xfrm>
              <a:off x="233272" y="1668407"/>
              <a:ext cx="1212175" cy="965991"/>
            </a:xfrm>
            <a:custGeom>
              <a:avLst/>
              <a:gdLst/>
              <a:ahLst/>
              <a:cxnLst/>
              <a:rect l="l" t="t" r="r" b="b"/>
              <a:pathLst>
                <a:path w="31432" h="25050" extrusionOk="0">
                  <a:moveTo>
                    <a:pt x="0" y="0"/>
                  </a:moveTo>
                  <a:cubicBezTo>
                    <a:pt x="8720" y="10171"/>
                    <a:pt x="18137" y="23393"/>
                    <a:pt x="31432" y="2505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" name="Google Shape;164;p8"/>
            <p:cNvSpPr/>
            <p:nvPr/>
          </p:nvSpPr>
          <p:spPr>
            <a:xfrm>
              <a:off x="218575" y="1657375"/>
              <a:ext cx="2342385" cy="966016"/>
            </a:xfrm>
            <a:custGeom>
              <a:avLst/>
              <a:gdLst/>
              <a:ahLst/>
              <a:cxnLst/>
              <a:rect l="l" t="t" r="r" b="b"/>
              <a:pathLst>
                <a:path w="58769" h="24670" extrusionOk="0">
                  <a:moveTo>
                    <a:pt x="0" y="0"/>
                  </a:moveTo>
                  <a:cubicBezTo>
                    <a:pt x="16766" y="13049"/>
                    <a:pt x="39766" y="15169"/>
                    <a:pt x="58769" y="2467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5" name="Google Shape;165;p8"/>
            <p:cNvSpPr/>
            <p:nvPr/>
          </p:nvSpPr>
          <p:spPr>
            <a:xfrm>
              <a:off x="1489480" y="1661050"/>
              <a:ext cx="203630" cy="966016"/>
            </a:xfrm>
            <a:custGeom>
              <a:avLst/>
              <a:gdLst/>
              <a:ahLst/>
              <a:cxnLst/>
              <a:rect l="l" t="t" r="r" b="b"/>
              <a:pathLst>
                <a:path w="7184" h="24670" extrusionOk="0">
                  <a:moveTo>
                    <a:pt x="7049" y="0"/>
                  </a:moveTo>
                  <a:cubicBezTo>
                    <a:pt x="7897" y="8510"/>
                    <a:pt x="3825" y="17020"/>
                    <a:pt x="0" y="2467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6" name="Google Shape;166;p8"/>
            <p:cNvSpPr/>
            <p:nvPr/>
          </p:nvSpPr>
          <p:spPr>
            <a:xfrm>
              <a:off x="1702600" y="1719800"/>
              <a:ext cx="858354" cy="914591"/>
            </a:xfrm>
            <a:custGeom>
              <a:avLst/>
              <a:gdLst/>
              <a:ahLst/>
              <a:cxnLst/>
              <a:rect l="l" t="t" r="r" b="b"/>
              <a:pathLst>
                <a:path w="20193" h="23241" extrusionOk="0">
                  <a:moveTo>
                    <a:pt x="20193" y="23241"/>
                  </a:moveTo>
                  <a:cubicBezTo>
                    <a:pt x="15103" y="14330"/>
                    <a:pt x="3239" y="9738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67" name="Google Shape;167;p8"/>
            <p:cNvGrpSpPr/>
            <p:nvPr/>
          </p:nvGrpSpPr>
          <p:grpSpPr>
            <a:xfrm>
              <a:off x="2243844" y="3070646"/>
              <a:ext cx="975534" cy="2073106"/>
              <a:chOff x="3733925" y="3400424"/>
              <a:chExt cx="1079728" cy="2294274"/>
            </a:xfrm>
          </p:grpSpPr>
          <p:sp>
            <p:nvSpPr>
              <p:cNvPr id="168" name="Google Shape;168;p8"/>
              <p:cNvSpPr/>
              <p:nvPr/>
            </p:nvSpPr>
            <p:spPr>
              <a:xfrm>
                <a:off x="3733925" y="3445303"/>
                <a:ext cx="1079728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4563" h="964" extrusionOk="0">
                    <a:moveTo>
                      <a:pt x="1" y="1"/>
                    </a:moveTo>
                    <a:lnTo>
                      <a:pt x="1" y="964"/>
                    </a:lnTo>
                    <a:lnTo>
                      <a:pt x="24562" y="964"/>
                    </a:lnTo>
                    <a:lnTo>
                      <a:pt x="24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8"/>
              <p:cNvSpPr/>
              <p:nvPr/>
            </p:nvSpPr>
            <p:spPr>
              <a:xfrm>
                <a:off x="4252166" y="3400424"/>
                <a:ext cx="43254" cy="2294274"/>
              </a:xfrm>
              <a:custGeom>
                <a:avLst/>
                <a:gdLst/>
                <a:ahLst/>
                <a:cxnLst/>
                <a:rect l="l" t="t" r="r" b="b"/>
                <a:pathLst>
                  <a:path w="984" h="52193" extrusionOk="0">
                    <a:moveTo>
                      <a:pt x="0" y="1"/>
                    </a:moveTo>
                    <a:lnTo>
                      <a:pt x="0" y="52193"/>
                    </a:lnTo>
                    <a:lnTo>
                      <a:pt x="983" y="52193"/>
                    </a:lnTo>
                    <a:lnTo>
                      <a:pt x="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8"/>
              <p:cNvSpPr/>
              <p:nvPr/>
            </p:nvSpPr>
            <p:spPr>
              <a:xfrm>
                <a:off x="3761178" y="3401523"/>
                <a:ext cx="83036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21" extrusionOk="0">
                    <a:moveTo>
                      <a:pt x="945" y="1"/>
                    </a:moveTo>
                    <a:cubicBezTo>
                      <a:pt x="473" y="1"/>
                      <a:pt x="1" y="304"/>
                      <a:pt x="10" y="911"/>
                    </a:cubicBezTo>
                    <a:cubicBezTo>
                      <a:pt x="1" y="1517"/>
                      <a:pt x="473" y="1820"/>
                      <a:pt x="945" y="1820"/>
                    </a:cubicBezTo>
                    <a:cubicBezTo>
                      <a:pt x="1416" y="1820"/>
                      <a:pt x="1888" y="1517"/>
                      <a:pt x="1879" y="911"/>
                    </a:cubicBezTo>
                    <a:cubicBezTo>
                      <a:pt x="1888" y="304"/>
                      <a:pt x="1416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8"/>
              <p:cNvSpPr/>
              <p:nvPr/>
            </p:nvSpPr>
            <p:spPr>
              <a:xfrm>
                <a:off x="4703374" y="3401523"/>
                <a:ext cx="82992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21" extrusionOk="0">
                    <a:moveTo>
                      <a:pt x="944" y="1"/>
                    </a:moveTo>
                    <a:cubicBezTo>
                      <a:pt x="472" y="1"/>
                      <a:pt x="0" y="304"/>
                      <a:pt x="9" y="911"/>
                    </a:cubicBezTo>
                    <a:cubicBezTo>
                      <a:pt x="0" y="1517"/>
                      <a:pt x="472" y="1820"/>
                      <a:pt x="944" y="1820"/>
                    </a:cubicBezTo>
                    <a:cubicBezTo>
                      <a:pt x="1416" y="1820"/>
                      <a:pt x="1887" y="1517"/>
                      <a:pt x="1878" y="911"/>
                    </a:cubicBezTo>
                    <a:cubicBezTo>
                      <a:pt x="1887" y="304"/>
                      <a:pt x="1416" y="1"/>
                      <a:pt x="9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2" name="Google Shape;172;p8"/>
            <p:cNvSpPr/>
            <p:nvPr/>
          </p:nvSpPr>
          <p:spPr>
            <a:xfrm>
              <a:off x="1483525" y="2631275"/>
              <a:ext cx="804850" cy="459600"/>
            </a:xfrm>
            <a:custGeom>
              <a:avLst/>
              <a:gdLst/>
              <a:ahLst/>
              <a:cxnLst/>
              <a:rect l="l" t="t" r="r" b="b"/>
              <a:pathLst>
                <a:path w="32194" h="18384" extrusionOk="0">
                  <a:moveTo>
                    <a:pt x="0" y="0"/>
                  </a:moveTo>
                  <a:cubicBezTo>
                    <a:pt x="7086" y="10124"/>
                    <a:pt x="19933" y="16839"/>
                    <a:pt x="32194" y="18384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3" name="Google Shape;173;p8"/>
            <p:cNvSpPr/>
            <p:nvPr/>
          </p:nvSpPr>
          <p:spPr>
            <a:xfrm>
              <a:off x="1476375" y="2631275"/>
              <a:ext cx="1695450" cy="473875"/>
            </a:xfrm>
            <a:custGeom>
              <a:avLst/>
              <a:gdLst/>
              <a:ahLst/>
              <a:cxnLst/>
              <a:rect l="l" t="t" r="r" b="b"/>
              <a:pathLst>
                <a:path w="67818" h="18955" extrusionOk="0">
                  <a:moveTo>
                    <a:pt x="0" y="0"/>
                  </a:moveTo>
                  <a:cubicBezTo>
                    <a:pt x="17915" y="15166"/>
                    <a:pt x="48712" y="5320"/>
                    <a:pt x="67818" y="189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" name="Google Shape;174;p8"/>
            <p:cNvSpPr/>
            <p:nvPr/>
          </p:nvSpPr>
          <p:spPr>
            <a:xfrm>
              <a:off x="2297288" y="2631275"/>
              <a:ext cx="257779" cy="473875"/>
            </a:xfrm>
            <a:custGeom>
              <a:avLst/>
              <a:gdLst/>
              <a:ahLst/>
              <a:cxnLst/>
              <a:rect l="l" t="t" r="r" b="b"/>
              <a:pathLst>
                <a:path w="8953" h="18955" extrusionOk="0">
                  <a:moveTo>
                    <a:pt x="8953" y="0"/>
                  </a:moveTo>
                  <a:cubicBezTo>
                    <a:pt x="4589" y="5458"/>
                    <a:pt x="864" y="12021"/>
                    <a:pt x="0" y="189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5" name="Google Shape;175;p8"/>
            <p:cNvSpPr/>
            <p:nvPr/>
          </p:nvSpPr>
          <p:spPr>
            <a:xfrm>
              <a:off x="2521750" y="2636050"/>
              <a:ext cx="642925" cy="457200"/>
            </a:xfrm>
            <a:custGeom>
              <a:avLst/>
              <a:gdLst/>
              <a:ahLst/>
              <a:cxnLst/>
              <a:rect l="l" t="t" r="r" b="b"/>
              <a:pathLst>
                <a:path w="25717" h="18288" extrusionOk="0">
                  <a:moveTo>
                    <a:pt x="0" y="0"/>
                  </a:moveTo>
                  <a:cubicBezTo>
                    <a:pt x="6573" y="8212"/>
                    <a:pt x="17159" y="12172"/>
                    <a:pt x="25717" y="18288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79" name="Google Shape;179;p9"/>
          <p:cNvGrpSpPr/>
          <p:nvPr/>
        </p:nvGrpSpPr>
        <p:grpSpPr>
          <a:xfrm flipH="1">
            <a:off x="8430775" y="298000"/>
            <a:ext cx="241500" cy="241500"/>
            <a:chOff x="-1752450" y="4362450"/>
            <a:chExt cx="241500" cy="241500"/>
          </a:xfrm>
        </p:grpSpPr>
        <p:sp>
          <p:nvSpPr>
            <p:cNvPr id="180" name="Google Shape;180;p9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" name="Google Shape;182;p9"/>
          <p:cNvGrpSpPr/>
          <p:nvPr/>
        </p:nvGrpSpPr>
        <p:grpSpPr>
          <a:xfrm>
            <a:off x="4200525" y="4676775"/>
            <a:ext cx="742950" cy="76200"/>
            <a:chOff x="2647950" y="4676775"/>
            <a:chExt cx="742950" cy="76200"/>
          </a:xfrm>
        </p:grpSpPr>
        <p:sp>
          <p:nvSpPr>
            <p:cNvPr id="183" name="Google Shape;183;p9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" name="Google Shape;187;p9"/>
          <p:cNvGrpSpPr/>
          <p:nvPr/>
        </p:nvGrpSpPr>
        <p:grpSpPr>
          <a:xfrm>
            <a:off x="471725" y="298000"/>
            <a:ext cx="241500" cy="241500"/>
            <a:chOff x="-1752450" y="4362450"/>
            <a:chExt cx="241500" cy="241500"/>
          </a:xfrm>
        </p:grpSpPr>
        <p:sp>
          <p:nvSpPr>
            <p:cNvPr id="188" name="Google Shape;188;p9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9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" name="Google Shape;190;p9"/>
          <p:cNvGrpSpPr/>
          <p:nvPr/>
        </p:nvGrpSpPr>
        <p:grpSpPr>
          <a:xfrm>
            <a:off x="138278" y="1526683"/>
            <a:ext cx="1586643" cy="4544090"/>
            <a:chOff x="74089" y="2876575"/>
            <a:chExt cx="1115390" cy="3194439"/>
          </a:xfrm>
        </p:grpSpPr>
        <p:grpSp>
          <p:nvGrpSpPr>
            <p:cNvPr id="191" name="Google Shape;191;p9"/>
            <p:cNvGrpSpPr/>
            <p:nvPr/>
          </p:nvGrpSpPr>
          <p:grpSpPr>
            <a:xfrm>
              <a:off x="74089" y="2876575"/>
              <a:ext cx="639140" cy="2632464"/>
              <a:chOff x="3265400" y="517275"/>
              <a:chExt cx="1212100" cy="4991400"/>
            </a:xfrm>
          </p:grpSpPr>
          <p:sp>
            <p:nvSpPr>
              <p:cNvPr id="192" name="Google Shape;192;p9"/>
              <p:cNvSpPr/>
              <p:nvPr/>
            </p:nvSpPr>
            <p:spPr>
              <a:xfrm>
                <a:off x="3827250" y="517275"/>
                <a:ext cx="88425" cy="3974750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158990" extrusionOk="0">
                    <a:moveTo>
                      <a:pt x="1768" y="1"/>
                    </a:moveTo>
                    <a:cubicBezTo>
                      <a:pt x="791" y="1"/>
                      <a:pt x="0" y="792"/>
                      <a:pt x="0" y="1769"/>
                    </a:cubicBezTo>
                    <a:lnTo>
                      <a:pt x="0" y="157222"/>
                    </a:lnTo>
                    <a:cubicBezTo>
                      <a:pt x="0" y="158199"/>
                      <a:pt x="791" y="158990"/>
                      <a:pt x="1768" y="158990"/>
                    </a:cubicBezTo>
                    <a:cubicBezTo>
                      <a:pt x="2745" y="158990"/>
                      <a:pt x="3536" y="158199"/>
                      <a:pt x="3536" y="157222"/>
                    </a:cubicBezTo>
                    <a:lnTo>
                      <a:pt x="3536" y="1769"/>
                    </a:lnTo>
                    <a:cubicBezTo>
                      <a:pt x="3536" y="792"/>
                      <a:pt x="2745" y="1"/>
                      <a:pt x="17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9"/>
              <p:cNvSpPr/>
              <p:nvPr/>
            </p:nvSpPr>
            <p:spPr>
              <a:xfrm>
                <a:off x="3703950" y="4283000"/>
                <a:ext cx="335025" cy="1225675"/>
              </a:xfrm>
              <a:custGeom>
                <a:avLst/>
                <a:gdLst/>
                <a:ahLst/>
                <a:cxnLst/>
                <a:rect l="l" t="t" r="r" b="b"/>
                <a:pathLst>
                  <a:path w="13401" h="49027" extrusionOk="0">
                    <a:moveTo>
                      <a:pt x="2637" y="1"/>
                    </a:moveTo>
                    <a:cubicBezTo>
                      <a:pt x="1179" y="1"/>
                      <a:pt x="0" y="1180"/>
                      <a:pt x="0" y="2638"/>
                    </a:cubicBezTo>
                    <a:lnTo>
                      <a:pt x="0" y="46375"/>
                    </a:lnTo>
                    <a:cubicBezTo>
                      <a:pt x="0" y="47833"/>
                      <a:pt x="1179" y="49027"/>
                      <a:pt x="2637" y="49027"/>
                    </a:cubicBezTo>
                    <a:lnTo>
                      <a:pt x="10764" y="49027"/>
                    </a:lnTo>
                    <a:cubicBezTo>
                      <a:pt x="12222" y="49027"/>
                      <a:pt x="13400" y="47833"/>
                      <a:pt x="13400" y="46375"/>
                    </a:cubicBezTo>
                    <a:lnTo>
                      <a:pt x="13400" y="2638"/>
                    </a:lnTo>
                    <a:cubicBezTo>
                      <a:pt x="13400" y="1180"/>
                      <a:pt x="12222" y="1"/>
                      <a:pt x="10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9"/>
              <p:cNvSpPr/>
              <p:nvPr/>
            </p:nvSpPr>
            <p:spPr>
              <a:xfrm>
                <a:off x="3265400" y="813900"/>
                <a:ext cx="1212100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48484" h="3057" extrusionOk="0">
                    <a:moveTo>
                      <a:pt x="993" y="1"/>
                    </a:moveTo>
                    <a:cubicBezTo>
                      <a:pt x="435" y="1"/>
                      <a:pt x="1" y="451"/>
                      <a:pt x="1" y="993"/>
                    </a:cubicBezTo>
                    <a:lnTo>
                      <a:pt x="1" y="2048"/>
                    </a:lnTo>
                    <a:cubicBezTo>
                      <a:pt x="1" y="2606"/>
                      <a:pt x="435" y="3056"/>
                      <a:pt x="993" y="3056"/>
                    </a:cubicBezTo>
                    <a:lnTo>
                      <a:pt x="47491" y="3056"/>
                    </a:lnTo>
                    <a:cubicBezTo>
                      <a:pt x="48049" y="3056"/>
                      <a:pt x="48484" y="2606"/>
                      <a:pt x="48484" y="2048"/>
                    </a:cubicBezTo>
                    <a:lnTo>
                      <a:pt x="48484" y="993"/>
                    </a:lnTo>
                    <a:cubicBezTo>
                      <a:pt x="48484" y="451"/>
                      <a:pt x="48049" y="1"/>
                      <a:pt x="47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9"/>
              <p:cNvSpPr/>
              <p:nvPr/>
            </p:nvSpPr>
            <p:spPr>
              <a:xfrm>
                <a:off x="3394900" y="755350"/>
                <a:ext cx="194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3593425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9"/>
              <p:cNvSpPr/>
              <p:nvPr/>
            </p:nvSpPr>
            <p:spPr>
              <a:xfrm>
                <a:off x="4130450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4328600" y="755350"/>
                <a:ext cx="19400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6" h="2529" extrusionOk="0">
                    <a:moveTo>
                      <a:pt x="0" y="1"/>
                    </a:moveTo>
                    <a:lnTo>
                      <a:pt x="0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429680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409865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20" y="1660"/>
                    </a:lnTo>
                    <a:cubicBezTo>
                      <a:pt x="3320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3561250" y="725125"/>
                <a:ext cx="834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35" y="1660"/>
                    </a:lnTo>
                    <a:cubicBezTo>
                      <a:pt x="3335" y="744"/>
                      <a:pt x="2591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9"/>
              <p:cNvSpPr/>
              <p:nvPr/>
            </p:nvSpPr>
            <p:spPr>
              <a:xfrm>
                <a:off x="3363125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9"/>
            <p:cNvGrpSpPr/>
            <p:nvPr/>
          </p:nvGrpSpPr>
          <p:grpSpPr>
            <a:xfrm>
              <a:off x="550339" y="3438550"/>
              <a:ext cx="639140" cy="2632464"/>
              <a:chOff x="3265400" y="517275"/>
              <a:chExt cx="1212100" cy="4991400"/>
            </a:xfrm>
          </p:grpSpPr>
          <p:sp>
            <p:nvSpPr>
              <p:cNvPr id="204" name="Google Shape;204;p9"/>
              <p:cNvSpPr/>
              <p:nvPr/>
            </p:nvSpPr>
            <p:spPr>
              <a:xfrm>
                <a:off x="3827250" y="517275"/>
                <a:ext cx="88425" cy="3974750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158990" extrusionOk="0">
                    <a:moveTo>
                      <a:pt x="1768" y="1"/>
                    </a:moveTo>
                    <a:cubicBezTo>
                      <a:pt x="791" y="1"/>
                      <a:pt x="0" y="792"/>
                      <a:pt x="0" y="1769"/>
                    </a:cubicBezTo>
                    <a:lnTo>
                      <a:pt x="0" y="157222"/>
                    </a:lnTo>
                    <a:cubicBezTo>
                      <a:pt x="0" y="158199"/>
                      <a:pt x="791" y="158990"/>
                      <a:pt x="1768" y="158990"/>
                    </a:cubicBezTo>
                    <a:cubicBezTo>
                      <a:pt x="2745" y="158990"/>
                      <a:pt x="3536" y="158199"/>
                      <a:pt x="3536" y="157222"/>
                    </a:cubicBezTo>
                    <a:lnTo>
                      <a:pt x="3536" y="1769"/>
                    </a:lnTo>
                    <a:cubicBezTo>
                      <a:pt x="3536" y="792"/>
                      <a:pt x="2745" y="1"/>
                      <a:pt x="17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9"/>
              <p:cNvSpPr/>
              <p:nvPr/>
            </p:nvSpPr>
            <p:spPr>
              <a:xfrm>
                <a:off x="3703950" y="4283000"/>
                <a:ext cx="335025" cy="1225675"/>
              </a:xfrm>
              <a:custGeom>
                <a:avLst/>
                <a:gdLst/>
                <a:ahLst/>
                <a:cxnLst/>
                <a:rect l="l" t="t" r="r" b="b"/>
                <a:pathLst>
                  <a:path w="13401" h="49027" extrusionOk="0">
                    <a:moveTo>
                      <a:pt x="2637" y="1"/>
                    </a:moveTo>
                    <a:cubicBezTo>
                      <a:pt x="1179" y="1"/>
                      <a:pt x="0" y="1180"/>
                      <a:pt x="0" y="2638"/>
                    </a:cubicBezTo>
                    <a:lnTo>
                      <a:pt x="0" y="46375"/>
                    </a:lnTo>
                    <a:cubicBezTo>
                      <a:pt x="0" y="47833"/>
                      <a:pt x="1179" y="49027"/>
                      <a:pt x="2637" y="49027"/>
                    </a:cubicBezTo>
                    <a:lnTo>
                      <a:pt x="10764" y="49027"/>
                    </a:lnTo>
                    <a:cubicBezTo>
                      <a:pt x="12222" y="49027"/>
                      <a:pt x="13400" y="47833"/>
                      <a:pt x="13400" y="46375"/>
                    </a:cubicBezTo>
                    <a:lnTo>
                      <a:pt x="13400" y="2638"/>
                    </a:lnTo>
                    <a:cubicBezTo>
                      <a:pt x="13400" y="1180"/>
                      <a:pt x="12222" y="1"/>
                      <a:pt x="10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9"/>
              <p:cNvSpPr/>
              <p:nvPr/>
            </p:nvSpPr>
            <p:spPr>
              <a:xfrm>
                <a:off x="3265400" y="813900"/>
                <a:ext cx="1212100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48484" h="3057" extrusionOk="0">
                    <a:moveTo>
                      <a:pt x="993" y="1"/>
                    </a:moveTo>
                    <a:cubicBezTo>
                      <a:pt x="435" y="1"/>
                      <a:pt x="1" y="451"/>
                      <a:pt x="1" y="993"/>
                    </a:cubicBezTo>
                    <a:lnTo>
                      <a:pt x="1" y="2048"/>
                    </a:lnTo>
                    <a:cubicBezTo>
                      <a:pt x="1" y="2606"/>
                      <a:pt x="435" y="3056"/>
                      <a:pt x="993" y="3056"/>
                    </a:cubicBezTo>
                    <a:lnTo>
                      <a:pt x="47491" y="3056"/>
                    </a:lnTo>
                    <a:cubicBezTo>
                      <a:pt x="48049" y="3056"/>
                      <a:pt x="48484" y="2606"/>
                      <a:pt x="48484" y="2048"/>
                    </a:cubicBezTo>
                    <a:lnTo>
                      <a:pt x="48484" y="993"/>
                    </a:lnTo>
                    <a:cubicBezTo>
                      <a:pt x="48484" y="451"/>
                      <a:pt x="48049" y="1"/>
                      <a:pt x="47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9"/>
              <p:cNvSpPr/>
              <p:nvPr/>
            </p:nvSpPr>
            <p:spPr>
              <a:xfrm>
                <a:off x="3394900" y="755350"/>
                <a:ext cx="194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9"/>
              <p:cNvSpPr/>
              <p:nvPr/>
            </p:nvSpPr>
            <p:spPr>
              <a:xfrm>
                <a:off x="3593425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9"/>
              <p:cNvSpPr/>
              <p:nvPr/>
            </p:nvSpPr>
            <p:spPr>
              <a:xfrm>
                <a:off x="4130450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9"/>
              <p:cNvSpPr/>
              <p:nvPr/>
            </p:nvSpPr>
            <p:spPr>
              <a:xfrm>
                <a:off x="4328600" y="755350"/>
                <a:ext cx="19400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6" h="2529" extrusionOk="0">
                    <a:moveTo>
                      <a:pt x="0" y="1"/>
                    </a:moveTo>
                    <a:lnTo>
                      <a:pt x="0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9"/>
              <p:cNvSpPr/>
              <p:nvPr/>
            </p:nvSpPr>
            <p:spPr>
              <a:xfrm>
                <a:off x="429680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9"/>
              <p:cNvSpPr/>
              <p:nvPr/>
            </p:nvSpPr>
            <p:spPr>
              <a:xfrm>
                <a:off x="409865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20" y="1660"/>
                    </a:lnTo>
                    <a:cubicBezTo>
                      <a:pt x="3320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9"/>
              <p:cNvSpPr/>
              <p:nvPr/>
            </p:nvSpPr>
            <p:spPr>
              <a:xfrm>
                <a:off x="3561250" y="725125"/>
                <a:ext cx="834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35" y="1660"/>
                    </a:lnTo>
                    <a:cubicBezTo>
                      <a:pt x="3335" y="744"/>
                      <a:pt x="2591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9"/>
              <p:cNvSpPr/>
              <p:nvPr/>
            </p:nvSpPr>
            <p:spPr>
              <a:xfrm>
                <a:off x="3363125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5" name="Google Shape;215;p9"/>
            <p:cNvSpPr/>
            <p:nvPr/>
          </p:nvSpPr>
          <p:spPr>
            <a:xfrm>
              <a:off x="147650" y="3000375"/>
              <a:ext cx="476254" cy="552439"/>
            </a:xfrm>
            <a:custGeom>
              <a:avLst/>
              <a:gdLst/>
              <a:ahLst/>
              <a:cxnLst/>
              <a:rect l="l" t="t" r="r" b="b"/>
              <a:pathLst>
                <a:path w="19431" h="23241" extrusionOk="0">
                  <a:moveTo>
                    <a:pt x="0" y="0"/>
                  </a:moveTo>
                  <a:cubicBezTo>
                    <a:pt x="628" y="10078"/>
                    <a:pt x="10601" y="18342"/>
                    <a:pt x="19431" y="23241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6" name="Google Shape;216;p9"/>
            <p:cNvSpPr/>
            <p:nvPr/>
          </p:nvSpPr>
          <p:spPr>
            <a:xfrm>
              <a:off x="254800" y="3036100"/>
              <a:ext cx="476250" cy="516725"/>
            </a:xfrm>
            <a:custGeom>
              <a:avLst/>
              <a:gdLst/>
              <a:ahLst/>
              <a:cxnLst/>
              <a:rect l="l" t="t" r="r" b="b"/>
              <a:pathLst>
                <a:path w="19050" h="20669" extrusionOk="0">
                  <a:moveTo>
                    <a:pt x="0" y="0"/>
                  </a:moveTo>
                  <a:cubicBezTo>
                    <a:pt x="4483" y="8228"/>
                    <a:pt x="10914" y="16022"/>
                    <a:pt x="19050" y="20669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7" name="Google Shape;217;p9"/>
            <p:cNvSpPr/>
            <p:nvPr/>
          </p:nvSpPr>
          <p:spPr>
            <a:xfrm>
              <a:off x="533400" y="3032525"/>
              <a:ext cx="469100" cy="523875"/>
            </a:xfrm>
            <a:custGeom>
              <a:avLst/>
              <a:gdLst/>
              <a:ahLst/>
              <a:cxnLst/>
              <a:rect l="l" t="t" r="r" b="b"/>
              <a:pathLst>
                <a:path w="18764" h="20955" extrusionOk="0">
                  <a:moveTo>
                    <a:pt x="0" y="0"/>
                  </a:moveTo>
                  <a:cubicBezTo>
                    <a:pt x="2280" y="9095"/>
                    <a:pt x="11136" y="15503"/>
                    <a:pt x="18764" y="209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8" name="Google Shape;218;p9"/>
            <p:cNvSpPr/>
            <p:nvPr/>
          </p:nvSpPr>
          <p:spPr>
            <a:xfrm>
              <a:off x="642950" y="3038475"/>
              <a:ext cx="471475" cy="514350"/>
            </a:xfrm>
            <a:custGeom>
              <a:avLst/>
              <a:gdLst/>
              <a:ahLst/>
              <a:cxnLst/>
              <a:rect l="l" t="t" r="r" b="b"/>
              <a:pathLst>
                <a:path w="18859" h="20574" extrusionOk="0">
                  <a:moveTo>
                    <a:pt x="0" y="0"/>
                  </a:moveTo>
                  <a:cubicBezTo>
                    <a:pt x="2087" y="9066"/>
                    <a:pt x="10149" y="17305"/>
                    <a:pt x="18859" y="20574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19" name="Google Shape;219;p9"/>
          <p:cNvGrpSpPr/>
          <p:nvPr/>
        </p:nvGrpSpPr>
        <p:grpSpPr>
          <a:xfrm flipH="1">
            <a:off x="7419078" y="1526683"/>
            <a:ext cx="1586643" cy="4544090"/>
            <a:chOff x="74089" y="2876575"/>
            <a:chExt cx="1115390" cy="3194439"/>
          </a:xfrm>
        </p:grpSpPr>
        <p:grpSp>
          <p:nvGrpSpPr>
            <p:cNvPr id="220" name="Google Shape;220;p9"/>
            <p:cNvGrpSpPr/>
            <p:nvPr/>
          </p:nvGrpSpPr>
          <p:grpSpPr>
            <a:xfrm>
              <a:off x="74089" y="2876575"/>
              <a:ext cx="639140" cy="2632464"/>
              <a:chOff x="3265400" y="517275"/>
              <a:chExt cx="1212100" cy="4991400"/>
            </a:xfrm>
          </p:grpSpPr>
          <p:sp>
            <p:nvSpPr>
              <p:cNvPr id="221" name="Google Shape;221;p9"/>
              <p:cNvSpPr/>
              <p:nvPr/>
            </p:nvSpPr>
            <p:spPr>
              <a:xfrm>
                <a:off x="3827250" y="517275"/>
                <a:ext cx="88425" cy="3974750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158990" extrusionOk="0">
                    <a:moveTo>
                      <a:pt x="1768" y="1"/>
                    </a:moveTo>
                    <a:cubicBezTo>
                      <a:pt x="791" y="1"/>
                      <a:pt x="0" y="792"/>
                      <a:pt x="0" y="1769"/>
                    </a:cubicBezTo>
                    <a:lnTo>
                      <a:pt x="0" y="157222"/>
                    </a:lnTo>
                    <a:cubicBezTo>
                      <a:pt x="0" y="158199"/>
                      <a:pt x="791" y="158990"/>
                      <a:pt x="1768" y="158990"/>
                    </a:cubicBezTo>
                    <a:cubicBezTo>
                      <a:pt x="2745" y="158990"/>
                      <a:pt x="3536" y="158199"/>
                      <a:pt x="3536" y="157222"/>
                    </a:cubicBezTo>
                    <a:lnTo>
                      <a:pt x="3536" y="1769"/>
                    </a:lnTo>
                    <a:cubicBezTo>
                      <a:pt x="3536" y="792"/>
                      <a:pt x="2745" y="1"/>
                      <a:pt x="17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9"/>
              <p:cNvSpPr/>
              <p:nvPr/>
            </p:nvSpPr>
            <p:spPr>
              <a:xfrm>
                <a:off x="3703950" y="4283000"/>
                <a:ext cx="335025" cy="1225675"/>
              </a:xfrm>
              <a:custGeom>
                <a:avLst/>
                <a:gdLst/>
                <a:ahLst/>
                <a:cxnLst/>
                <a:rect l="l" t="t" r="r" b="b"/>
                <a:pathLst>
                  <a:path w="13401" h="49027" extrusionOk="0">
                    <a:moveTo>
                      <a:pt x="2637" y="1"/>
                    </a:moveTo>
                    <a:cubicBezTo>
                      <a:pt x="1179" y="1"/>
                      <a:pt x="0" y="1180"/>
                      <a:pt x="0" y="2638"/>
                    </a:cubicBezTo>
                    <a:lnTo>
                      <a:pt x="0" y="46375"/>
                    </a:lnTo>
                    <a:cubicBezTo>
                      <a:pt x="0" y="47833"/>
                      <a:pt x="1179" y="49027"/>
                      <a:pt x="2637" y="49027"/>
                    </a:cubicBezTo>
                    <a:lnTo>
                      <a:pt x="10764" y="49027"/>
                    </a:lnTo>
                    <a:cubicBezTo>
                      <a:pt x="12222" y="49027"/>
                      <a:pt x="13400" y="47833"/>
                      <a:pt x="13400" y="46375"/>
                    </a:cubicBezTo>
                    <a:lnTo>
                      <a:pt x="13400" y="2638"/>
                    </a:lnTo>
                    <a:cubicBezTo>
                      <a:pt x="13400" y="1180"/>
                      <a:pt x="12222" y="1"/>
                      <a:pt x="10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9"/>
              <p:cNvSpPr/>
              <p:nvPr/>
            </p:nvSpPr>
            <p:spPr>
              <a:xfrm>
                <a:off x="3265400" y="813900"/>
                <a:ext cx="1212100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48484" h="3057" extrusionOk="0">
                    <a:moveTo>
                      <a:pt x="993" y="1"/>
                    </a:moveTo>
                    <a:cubicBezTo>
                      <a:pt x="435" y="1"/>
                      <a:pt x="1" y="451"/>
                      <a:pt x="1" y="993"/>
                    </a:cubicBezTo>
                    <a:lnTo>
                      <a:pt x="1" y="2048"/>
                    </a:lnTo>
                    <a:cubicBezTo>
                      <a:pt x="1" y="2606"/>
                      <a:pt x="435" y="3056"/>
                      <a:pt x="993" y="3056"/>
                    </a:cubicBezTo>
                    <a:lnTo>
                      <a:pt x="47491" y="3056"/>
                    </a:lnTo>
                    <a:cubicBezTo>
                      <a:pt x="48049" y="3056"/>
                      <a:pt x="48484" y="2606"/>
                      <a:pt x="48484" y="2048"/>
                    </a:cubicBezTo>
                    <a:lnTo>
                      <a:pt x="48484" y="993"/>
                    </a:lnTo>
                    <a:cubicBezTo>
                      <a:pt x="48484" y="451"/>
                      <a:pt x="48049" y="1"/>
                      <a:pt x="47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9"/>
              <p:cNvSpPr/>
              <p:nvPr/>
            </p:nvSpPr>
            <p:spPr>
              <a:xfrm>
                <a:off x="3394900" y="755350"/>
                <a:ext cx="194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9"/>
              <p:cNvSpPr/>
              <p:nvPr/>
            </p:nvSpPr>
            <p:spPr>
              <a:xfrm>
                <a:off x="3593425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9"/>
              <p:cNvSpPr/>
              <p:nvPr/>
            </p:nvSpPr>
            <p:spPr>
              <a:xfrm>
                <a:off x="4130450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9"/>
              <p:cNvSpPr/>
              <p:nvPr/>
            </p:nvSpPr>
            <p:spPr>
              <a:xfrm>
                <a:off x="4328600" y="755350"/>
                <a:ext cx="19400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6" h="2529" extrusionOk="0">
                    <a:moveTo>
                      <a:pt x="0" y="1"/>
                    </a:moveTo>
                    <a:lnTo>
                      <a:pt x="0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9"/>
              <p:cNvSpPr/>
              <p:nvPr/>
            </p:nvSpPr>
            <p:spPr>
              <a:xfrm>
                <a:off x="429680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9"/>
              <p:cNvSpPr/>
              <p:nvPr/>
            </p:nvSpPr>
            <p:spPr>
              <a:xfrm>
                <a:off x="409865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20" y="1660"/>
                    </a:lnTo>
                    <a:cubicBezTo>
                      <a:pt x="3320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9"/>
              <p:cNvSpPr/>
              <p:nvPr/>
            </p:nvSpPr>
            <p:spPr>
              <a:xfrm>
                <a:off x="3561250" y="725125"/>
                <a:ext cx="834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35" y="1660"/>
                    </a:lnTo>
                    <a:cubicBezTo>
                      <a:pt x="3335" y="744"/>
                      <a:pt x="2591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9"/>
              <p:cNvSpPr/>
              <p:nvPr/>
            </p:nvSpPr>
            <p:spPr>
              <a:xfrm>
                <a:off x="3363125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232;p9"/>
            <p:cNvGrpSpPr/>
            <p:nvPr/>
          </p:nvGrpSpPr>
          <p:grpSpPr>
            <a:xfrm>
              <a:off x="550339" y="3438550"/>
              <a:ext cx="639140" cy="2632464"/>
              <a:chOff x="3265400" y="517275"/>
              <a:chExt cx="1212100" cy="4991400"/>
            </a:xfrm>
          </p:grpSpPr>
          <p:sp>
            <p:nvSpPr>
              <p:cNvPr id="233" name="Google Shape;233;p9"/>
              <p:cNvSpPr/>
              <p:nvPr/>
            </p:nvSpPr>
            <p:spPr>
              <a:xfrm>
                <a:off x="3827250" y="517275"/>
                <a:ext cx="88425" cy="3974750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158990" extrusionOk="0">
                    <a:moveTo>
                      <a:pt x="1768" y="1"/>
                    </a:moveTo>
                    <a:cubicBezTo>
                      <a:pt x="791" y="1"/>
                      <a:pt x="0" y="792"/>
                      <a:pt x="0" y="1769"/>
                    </a:cubicBezTo>
                    <a:lnTo>
                      <a:pt x="0" y="157222"/>
                    </a:lnTo>
                    <a:cubicBezTo>
                      <a:pt x="0" y="158199"/>
                      <a:pt x="791" y="158990"/>
                      <a:pt x="1768" y="158990"/>
                    </a:cubicBezTo>
                    <a:cubicBezTo>
                      <a:pt x="2745" y="158990"/>
                      <a:pt x="3536" y="158199"/>
                      <a:pt x="3536" y="157222"/>
                    </a:cubicBezTo>
                    <a:lnTo>
                      <a:pt x="3536" y="1769"/>
                    </a:lnTo>
                    <a:cubicBezTo>
                      <a:pt x="3536" y="792"/>
                      <a:pt x="2745" y="1"/>
                      <a:pt x="17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9"/>
              <p:cNvSpPr/>
              <p:nvPr/>
            </p:nvSpPr>
            <p:spPr>
              <a:xfrm>
                <a:off x="3703950" y="4283000"/>
                <a:ext cx="335025" cy="1225675"/>
              </a:xfrm>
              <a:custGeom>
                <a:avLst/>
                <a:gdLst/>
                <a:ahLst/>
                <a:cxnLst/>
                <a:rect l="l" t="t" r="r" b="b"/>
                <a:pathLst>
                  <a:path w="13401" h="49027" extrusionOk="0">
                    <a:moveTo>
                      <a:pt x="2637" y="1"/>
                    </a:moveTo>
                    <a:cubicBezTo>
                      <a:pt x="1179" y="1"/>
                      <a:pt x="0" y="1180"/>
                      <a:pt x="0" y="2638"/>
                    </a:cubicBezTo>
                    <a:lnTo>
                      <a:pt x="0" y="46375"/>
                    </a:lnTo>
                    <a:cubicBezTo>
                      <a:pt x="0" y="47833"/>
                      <a:pt x="1179" y="49027"/>
                      <a:pt x="2637" y="49027"/>
                    </a:cubicBezTo>
                    <a:lnTo>
                      <a:pt x="10764" y="49027"/>
                    </a:lnTo>
                    <a:cubicBezTo>
                      <a:pt x="12222" y="49027"/>
                      <a:pt x="13400" y="47833"/>
                      <a:pt x="13400" y="46375"/>
                    </a:cubicBezTo>
                    <a:lnTo>
                      <a:pt x="13400" y="2638"/>
                    </a:lnTo>
                    <a:cubicBezTo>
                      <a:pt x="13400" y="1180"/>
                      <a:pt x="12222" y="1"/>
                      <a:pt x="10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9"/>
              <p:cNvSpPr/>
              <p:nvPr/>
            </p:nvSpPr>
            <p:spPr>
              <a:xfrm>
                <a:off x="3265400" y="813900"/>
                <a:ext cx="1212100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48484" h="3057" extrusionOk="0">
                    <a:moveTo>
                      <a:pt x="993" y="1"/>
                    </a:moveTo>
                    <a:cubicBezTo>
                      <a:pt x="435" y="1"/>
                      <a:pt x="1" y="451"/>
                      <a:pt x="1" y="993"/>
                    </a:cubicBezTo>
                    <a:lnTo>
                      <a:pt x="1" y="2048"/>
                    </a:lnTo>
                    <a:cubicBezTo>
                      <a:pt x="1" y="2606"/>
                      <a:pt x="435" y="3056"/>
                      <a:pt x="993" y="3056"/>
                    </a:cubicBezTo>
                    <a:lnTo>
                      <a:pt x="47491" y="3056"/>
                    </a:lnTo>
                    <a:cubicBezTo>
                      <a:pt x="48049" y="3056"/>
                      <a:pt x="48484" y="2606"/>
                      <a:pt x="48484" y="2048"/>
                    </a:cubicBezTo>
                    <a:lnTo>
                      <a:pt x="48484" y="993"/>
                    </a:lnTo>
                    <a:cubicBezTo>
                      <a:pt x="48484" y="451"/>
                      <a:pt x="48049" y="1"/>
                      <a:pt x="47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9"/>
              <p:cNvSpPr/>
              <p:nvPr/>
            </p:nvSpPr>
            <p:spPr>
              <a:xfrm>
                <a:off x="3394900" y="755350"/>
                <a:ext cx="194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9"/>
              <p:cNvSpPr/>
              <p:nvPr/>
            </p:nvSpPr>
            <p:spPr>
              <a:xfrm>
                <a:off x="3593425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9"/>
              <p:cNvSpPr/>
              <p:nvPr/>
            </p:nvSpPr>
            <p:spPr>
              <a:xfrm>
                <a:off x="4130450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9"/>
              <p:cNvSpPr/>
              <p:nvPr/>
            </p:nvSpPr>
            <p:spPr>
              <a:xfrm>
                <a:off x="4328600" y="755350"/>
                <a:ext cx="19400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6" h="2529" extrusionOk="0">
                    <a:moveTo>
                      <a:pt x="0" y="1"/>
                    </a:moveTo>
                    <a:lnTo>
                      <a:pt x="0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9"/>
              <p:cNvSpPr/>
              <p:nvPr/>
            </p:nvSpPr>
            <p:spPr>
              <a:xfrm>
                <a:off x="429680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>
                <a:off x="409865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20" y="1660"/>
                    </a:lnTo>
                    <a:cubicBezTo>
                      <a:pt x="3320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>
                <a:off x="3561250" y="725125"/>
                <a:ext cx="834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35" y="1660"/>
                    </a:lnTo>
                    <a:cubicBezTo>
                      <a:pt x="3335" y="744"/>
                      <a:pt x="2591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>
                <a:off x="3363125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4" name="Google Shape;244;p9"/>
            <p:cNvSpPr/>
            <p:nvPr/>
          </p:nvSpPr>
          <p:spPr>
            <a:xfrm>
              <a:off x="147650" y="3000375"/>
              <a:ext cx="476254" cy="552439"/>
            </a:xfrm>
            <a:custGeom>
              <a:avLst/>
              <a:gdLst/>
              <a:ahLst/>
              <a:cxnLst/>
              <a:rect l="l" t="t" r="r" b="b"/>
              <a:pathLst>
                <a:path w="19431" h="23241" extrusionOk="0">
                  <a:moveTo>
                    <a:pt x="0" y="0"/>
                  </a:moveTo>
                  <a:cubicBezTo>
                    <a:pt x="628" y="10078"/>
                    <a:pt x="10601" y="18342"/>
                    <a:pt x="19431" y="23241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" name="Google Shape;245;p9"/>
            <p:cNvSpPr/>
            <p:nvPr/>
          </p:nvSpPr>
          <p:spPr>
            <a:xfrm>
              <a:off x="254800" y="3036100"/>
              <a:ext cx="476250" cy="516725"/>
            </a:xfrm>
            <a:custGeom>
              <a:avLst/>
              <a:gdLst/>
              <a:ahLst/>
              <a:cxnLst/>
              <a:rect l="l" t="t" r="r" b="b"/>
              <a:pathLst>
                <a:path w="19050" h="20669" extrusionOk="0">
                  <a:moveTo>
                    <a:pt x="0" y="0"/>
                  </a:moveTo>
                  <a:cubicBezTo>
                    <a:pt x="4483" y="8228"/>
                    <a:pt x="10914" y="16022"/>
                    <a:pt x="19050" y="20669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" name="Google Shape;246;p9"/>
            <p:cNvSpPr/>
            <p:nvPr/>
          </p:nvSpPr>
          <p:spPr>
            <a:xfrm>
              <a:off x="533400" y="3032525"/>
              <a:ext cx="469100" cy="523875"/>
            </a:xfrm>
            <a:custGeom>
              <a:avLst/>
              <a:gdLst/>
              <a:ahLst/>
              <a:cxnLst/>
              <a:rect l="l" t="t" r="r" b="b"/>
              <a:pathLst>
                <a:path w="18764" h="20955" extrusionOk="0">
                  <a:moveTo>
                    <a:pt x="0" y="0"/>
                  </a:moveTo>
                  <a:cubicBezTo>
                    <a:pt x="2280" y="9095"/>
                    <a:pt x="11136" y="15503"/>
                    <a:pt x="18764" y="209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7" name="Google Shape;247;p9"/>
            <p:cNvSpPr/>
            <p:nvPr/>
          </p:nvSpPr>
          <p:spPr>
            <a:xfrm>
              <a:off x="642950" y="3038475"/>
              <a:ext cx="471475" cy="514350"/>
            </a:xfrm>
            <a:custGeom>
              <a:avLst/>
              <a:gdLst/>
              <a:ahLst/>
              <a:cxnLst/>
              <a:rect l="l" t="t" r="r" b="b"/>
              <a:pathLst>
                <a:path w="18859" h="20574" extrusionOk="0">
                  <a:moveTo>
                    <a:pt x="0" y="0"/>
                  </a:moveTo>
                  <a:cubicBezTo>
                    <a:pt x="2087" y="9066"/>
                    <a:pt x="10149" y="17305"/>
                    <a:pt x="18859" y="20574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>
            <a:spLocks noGrp="1"/>
          </p:cNvSpPr>
          <p:nvPr>
            <p:ph type="pic" idx="2"/>
          </p:nvPr>
        </p:nvSpPr>
        <p:spPr>
          <a:xfrm>
            <a:off x="-7000" y="-7000"/>
            <a:ext cx="9150900" cy="51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"/>
          <p:cNvSpPr txBox="1">
            <a:spLocks noGrp="1"/>
          </p:cNvSpPr>
          <p:nvPr>
            <p:ph type="title"/>
          </p:nvPr>
        </p:nvSpPr>
        <p:spPr>
          <a:xfrm>
            <a:off x="3272250" y="536095"/>
            <a:ext cx="515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3"/>
          <p:cNvSpPr txBox="1">
            <a:spLocks noGrp="1"/>
          </p:cNvSpPr>
          <p:nvPr>
            <p:ph type="title" idx="2" hasCustomPrompt="1"/>
          </p:nvPr>
        </p:nvSpPr>
        <p:spPr>
          <a:xfrm>
            <a:off x="4034100" y="1352948"/>
            <a:ext cx="7818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13"/>
          <p:cNvSpPr txBox="1">
            <a:spLocks noGrp="1"/>
          </p:cNvSpPr>
          <p:nvPr>
            <p:ph type="title" idx="3" hasCustomPrompt="1"/>
          </p:nvPr>
        </p:nvSpPr>
        <p:spPr>
          <a:xfrm>
            <a:off x="6887125" y="1349648"/>
            <a:ext cx="7818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t>xx%</a:t>
            </a:r>
          </a:p>
        </p:txBody>
      </p:sp>
      <p:sp>
        <p:nvSpPr>
          <p:cNvPr id="276" name="Google Shape;276;p13"/>
          <p:cNvSpPr txBox="1">
            <a:spLocks noGrp="1"/>
          </p:cNvSpPr>
          <p:nvPr>
            <p:ph type="title" idx="4" hasCustomPrompt="1"/>
          </p:nvPr>
        </p:nvSpPr>
        <p:spPr>
          <a:xfrm>
            <a:off x="4034100" y="2465173"/>
            <a:ext cx="7818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13"/>
          <p:cNvSpPr txBox="1">
            <a:spLocks noGrp="1"/>
          </p:cNvSpPr>
          <p:nvPr>
            <p:ph type="title" idx="5" hasCustomPrompt="1"/>
          </p:nvPr>
        </p:nvSpPr>
        <p:spPr>
          <a:xfrm>
            <a:off x="6887125" y="2461873"/>
            <a:ext cx="7818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t>xx%</a:t>
            </a:r>
          </a:p>
        </p:txBody>
      </p:sp>
      <p:sp>
        <p:nvSpPr>
          <p:cNvPr id="278" name="Google Shape;278;p13"/>
          <p:cNvSpPr txBox="1">
            <a:spLocks noGrp="1"/>
          </p:cNvSpPr>
          <p:nvPr>
            <p:ph type="title" idx="6" hasCustomPrompt="1"/>
          </p:nvPr>
        </p:nvSpPr>
        <p:spPr>
          <a:xfrm>
            <a:off x="4034100" y="3577398"/>
            <a:ext cx="7818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t>xx%</a:t>
            </a:r>
          </a:p>
        </p:txBody>
      </p:sp>
      <p:sp>
        <p:nvSpPr>
          <p:cNvPr id="279" name="Google Shape;279;p13"/>
          <p:cNvSpPr txBox="1">
            <a:spLocks noGrp="1"/>
          </p:cNvSpPr>
          <p:nvPr>
            <p:ph type="title" idx="7" hasCustomPrompt="1"/>
          </p:nvPr>
        </p:nvSpPr>
        <p:spPr>
          <a:xfrm>
            <a:off x="6887125" y="3574098"/>
            <a:ext cx="7818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t>xx%</a:t>
            </a:r>
          </a:p>
        </p:txBody>
      </p:sp>
      <p:sp>
        <p:nvSpPr>
          <p:cNvPr id="280" name="Google Shape;280;p13"/>
          <p:cNvSpPr txBox="1">
            <a:spLocks noGrp="1"/>
          </p:cNvSpPr>
          <p:nvPr>
            <p:ph type="subTitle" idx="1"/>
          </p:nvPr>
        </p:nvSpPr>
        <p:spPr>
          <a:xfrm>
            <a:off x="3272250" y="1925650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281" name="Google Shape;281;p13"/>
          <p:cNvSpPr txBox="1">
            <a:spLocks noGrp="1"/>
          </p:cNvSpPr>
          <p:nvPr>
            <p:ph type="subTitle" idx="8"/>
          </p:nvPr>
        </p:nvSpPr>
        <p:spPr>
          <a:xfrm>
            <a:off x="3272250" y="3037875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282" name="Google Shape;282;p13"/>
          <p:cNvSpPr txBox="1">
            <a:spLocks noGrp="1"/>
          </p:cNvSpPr>
          <p:nvPr>
            <p:ph type="subTitle" idx="9"/>
          </p:nvPr>
        </p:nvSpPr>
        <p:spPr>
          <a:xfrm>
            <a:off x="3272250" y="4150100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283" name="Google Shape;283;p13"/>
          <p:cNvSpPr txBox="1">
            <a:spLocks noGrp="1"/>
          </p:cNvSpPr>
          <p:nvPr>
            <p:ph type="subTitle" idx="13"/>
          </p:nvPr>
        </p:nvSpPr>
        <p:spPr>
          <a:xfrm>
            <a:off x="6125275" y="1925650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284" name="Google Shape;284;p13"/>
          <p:cNvSpPr txBox="1">
            <a:spLocks noGrp="1"/>
          </p:cNvSpPr>
          <p:nvPr>
            <p:ph type="subTitle" idx="14"/>
          </p:nvPr>
        </p:nvSpPr>
        <p:spPr>
          <a:xfrm>
            <a:off x="6125275" y="3037875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285" name="Google Shape;285;p13"/>
          <p:cNvSpPr txBox="1">
            <a:spLocks noGrp="1"/>
          </p:cNvSpPr>
          <p:nvPr>
            <p:ph type="subTitle" idx="15"/>
          </p:nvPr>
        </p:nvSpPr>
        <p:spPr>
          <a:xfrm>
            <a:off x="6125275" y="4150100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grpSp>
        <p:nvGrpSpPr>
          <p:cNvPr id="286" name="Google Shape;286;p13"/>
          <p:cNvGrpSpPr/>
          <p:nvPr/>
        </p:nvGrpSpPr>
        <p:grpSpPr>
          <a:xfrm flipH="1">
            <a:off x="7687825" y="298000"/>
            <a:ext cx="742950" cy="76200"/>
            <a:chOff x="2647950" y="4676775"/>
            <a:chExt cx="742950" cy="76200"/>
          </a:xfrm>
        </p:grpSpPr>
        <p:sp>
          <p:nvSpPr>
            <p:cNvPr id="287" name="Google Shape;287;p13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3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3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3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" name="Google Shape;291;p13"/>
          <p:cNvGrpSpPr/>
          <p:nvPr/>
        </p:nvGrpSpPr>
        <p:grpSpPr>
          <a:xfrm>
            <a:off x="471725" y="298000"/>
            <a:ext cx="241500" cy="241500"/>
            <a:chOff x="-1752450" y="4362450"/>
            <a:chExt cx="241500" cy="241500"/>
          </a:xfrm>
        </p:grpSpPr>
        <p:sp>
          <p:nvSpPr>
            <p:cNvPr id="292" name="Google Shape;292;p13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3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"/>
          <p:cNvSpPr txBox="1">
            <a:spLocks noGrp="1"/>
          </p:cNvSpPr>
          <p:nvPr>
            <p:ph type="title"/>
          </p:nvPr>
        </p:nvSpPr>
        <p:spPr>
          <a:xfrm>
            <a:off x="4070575" y="3334588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296" name="Google Shape;296;p14"/>
          <p:cNvSpPr txBox="1">
            <a:spLocks noGrp="1"/>
          </p:cNvSpPr>
          <p:nvPr>
            <p:ph type="subTitle" idx="1"/>
          </p:nvPr>
        </p:nvSpPr>
        <p:spPr>
          <a:xfrm>
            <a:off x="2560975" y="1277011"/>
            <a:ext cx="5869800" cy="20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297" name="Google Shape;297;p14"/>
          <p:cNvGrpSpPr/>
          <p:nvPr/>
        </p:nvGrpSpPr>
        <p:grpSpPr>
          <a:xfrm>
            <a:off x="7687825" y="4676775"/>
            <a:ext cx="742950" cy="76200"/>
            <a:chOff x="2647950" y="4676775"/>
            <a:chExt cx="742950" cy="76200"/>
          </a:xfrm>
        </p:grpSpPr>
        <p:sp>
          <p:nvSpPr>
            <p:cNvPr id="298" name="Google Shape;298;p14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4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" name="Google Shape;302;p14"/>
          <p:cNvGrpSpPr/>
          <p:nvPr/>
        </p:nvGrpSpPr>
        <p:grpSpPr>
          <a:xfrm>
            <a:off x="467875" y="298000"/>
            <a:ext cx="241500" cy="241500"/>
            <a:chOff x="-1752450" y="4362450"/>
            <a:chExt cx="241500" cy="241500"/>
          </a:xfrm>
        </p:grpSpPr>
        <p:sp>
          <p:nvSpPr>
            <p:cNvPr id="303" name="Google Shape;303;p14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4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18"/>
          <p:cNvSpPr txBox="1">
            <a:spLocks noGrp="1"/>
          </p:cNvSpPr>
          <p:nvPr>
            <p:ph type="subTitle" idx="1"/>
          </p:nvPr>
        </p:nvSpPr>
        <p:spPr>
          <a:xfrm>
            <a:off x="937625" y="2602291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8"/>
          <p:cNvSpPr txBox="1">
            <a:spLocks noGrp="1"/>
          </p:cNvSpPr>
          <p:nvPr>
            <p:ph type="subTitle" idx="2"/>
          </p:nvPr>
        </p:nvSpPr>
        <p:spPr>
          <a:xfrm>
            <a:off x="3484347" y="2602291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18"/>
          <p:cNvSpPr txBox="1">
            <a:spLocks noGrp="1"/>
          </p:cNvSpPr>
          <p:nvPr>
            <p:ph type="subTitle" idx="3"/>
          </p:nvPr>
        </p:nvSpPr>
        <p:spPr>
          <a:xfrm>
            <a:off x="6031075" y="2602291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18"/>
          <p:cNvSpPr txBox="1">
            <a:spLocks noGrp="1"/>
          </p:cNvSpPr>
          <p:nvPr>
            <p:ph type="subTitle" idx="4"/>
          </p:nvPr>
        </p:nvSpPr>
        <p:spPr>
          <a:xfrm>
            <a:off x="937625" y="2279858"/>
            <a:ext cx="2175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360" name="Google Shape;360;p18"/>
          <p:cNvSpPr txBox="1">
            <a:spLocks noGrp="1"/>
          </p:cNvSpPr>
          <p:nvPr>
            <p:ph type="subTitle" idx="5"/>
          </p:nvPr>
        </p:nvSpPr>
        <p:spPr>
          <a:xfrm>
            <a:off x="3484350" y="2279858"/>
            <a:ext cx="2175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361" name="Google Shape;361;p18"/>
          <p:cNvSpPr txBox="1">
            <a:spLocks noGrp="1"/>
          </p:cNvSpPr>
          <p:nvPr>
            <p:ph type="subTitle" idx="6"/>
          </p:nvPr>
        </p:nvSpPr>
        <p:spPr>
          <a:xfrm>
            <a:off x="6031075" y="2279858"/>
            <a:ext cx="2175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grpSp>
        <p:nvGrpSpPr>
          <p:cNvPr id="362" name="Google Shape;362;p18"/>
          <p:cNvGrpSpPr/>
          <p:nvPr/>
        </p:nvGrpSpPr>
        <p:grpSpPr>
          <a:xfrm flipH="1">
            <a:off x="8430775" y="298000"/>
            <a:ext cx="241500" cy="241500"/>
            <a:chOff x="-1752450" y="4362450"/>
            <a:chExt cx="241500" cy="241500"/>
          </a:xfrm>
        </p:grpSpPr>
        <p:sp>
          <p:nvSpPr>
            <p:cNvPr id="363" name="Google Shape;363;p18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8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" name="Google Shape;365;p18"/>
          <p:cNvGrpSpPr/>
          <p:nvPr/>
        </p:nvGrpSpPr>
        <p:grpSpPr>
          <a:xfrm>
            <a:off x="7685525" y="4803325"/>
            <a:ext cx="742950" cy="76200"/>
            <a:chOff x="2647950" y="4676775"/>
            <a:chExt cx="742950" cy="76200"/>
          </a:xfrm>
        </p:grpSpPr>
        <p:sp>
          <p:nvSpPr>
            <p:cNvPr id="366" name="Google Shape;366;p18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8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8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370;p18"/>
          <p:cNvSpPr/>
          <p:nvPr/>
        </p:nvSpPr>
        <p:spPr>
          <a:xfrm>
            <a:off x="3373650" y="4879525"/>
            <a:ext cx="2286000" cy="611475"/>
          </a:xfrm>
          <a:custGeom>
            <a:avLst/>
            <a:gdLst/>
            <a:ahLst/>
            <a:cxnLst/>
            <a:rect l="l" t="t" r="r" b="b"/>
            <a:pathLst>
              <a:path w="91440" h="24459" extrusionOk="0">
                <a:moveTo>
                  <a:pt x="0" y="24459"/>
                </a:moveTo>
                <a:cubicBezTo>
                  <a:pt x="10950" y="13509"/>
                  <a:pt x="24596" y="2378"/>
                  <a:pt x="40005" y="837"/>
                </a:cubicBezTo>
                <a:cubicBezTo>
                  <a:pt x="48854" y="-48"/>
                  <a:pt x="58095" y="-741"/>
                  <a:pt x="66675" y="1599"/>
                </a:cubicBezTo>
                <a:cubicBezTo>
                  <a:pt x="76575" y="4299"/>
                  <a:pt x="84184" y="12631"/>
                  <a:pt x="91440" y="19887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71" name="Google Shape;371;p18"/>
          <p:cNvSpPr/>
          <p:nvPr/>
        </p:nvSpPr>
        <p:spPr>
          <a:xfrm>
            <a:off x="4724400" y="4978634"/>
            <a:ext cx="1409700" cy="545875"/>
          </a:xfrm>
          <a:custGeom>
            <a:avLst/>
            <a:gdLst/>
            <a:ahLst/>
            <a:cxnLst/>
            <a:rect l="l" t="t" r="r" b="b"/>
            <a:pathLst>
              <a:path w="56388" h="21835" extrusionOk="0">
                <a:moveTo>
                  <a:pt x="0" y="12310"/>
                </a:moveTo>
                <a:cubicBezTo>
                  <a:pt x="3100" y="12310"/>
                  <a:pt x="5097" y="8778"/>
                  <a:pt x="7620" y="6976"/>
                </a:cubicBezTo>
                <a:cubicBezTo>
                  <a:pt x="13112" y="3053"/>
                  <a:pt x="19941" y="636"/>
                  <a:pt x="26670" y="118"/>
                </a:cubicBezTo>
                <a:cubicBezTo>
                  <a:pt x="38903" y="-823"/>
                  <a:pt x="50901" y="10861"/>
                  <a:pt x="56388" y="21835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72" name="Google Shape;372;p18"/>
          <p:cNvSpPr/>
          <p:nvPr/>
        </p:nvSpPr>
        <p:spPr>
          <a:xfrm>
            <a:off x="8950451" y="1990725"/>
            <a:ext cx="679325" cy="1381125"/>
          </a:xfrm>
          <a:custGeom>
            <a:avLst/>
            <a:gdLst/>
            <a:ahLst/>
            <a:cxnLst/>
            <a:rect l="l" t="t" r="r" b="b"/>
            <a:pathLst>
              <a:path w="27173" h="55245" extrusionOk="0">
                <a:moveTo>
                  <a:pt x="19934" y="0"/>
                </a:moveTo>
                <a:cubicBezTo>
                  <a:pt x="13396" y="0"/>
                  <a:pt x="5713" y="3677"/>
                  <a:pt x="2789" y="9525"/>
                </a:cubicBezTo>
                <a:cubicBezTo>
                  <a:pt x="105" y="14894"/>
                  <a:pt x="-765" y="21660"/>
                  <a:pt x="884" y="27432"/>
                </a:cubicBezTo>
                <a:cubicBezTo>
                  <a:pt x="3390" y="36205"/>
                  <a:pt x="11578" y="42317"/>
                  <a:pt x="18029" y="48768"/>
                </a:cubicBezTo>
                <a:cubicBezTo>
                  <a:pt x="20670" y="51409"/>
                  <a:pt x="25503" y="51904"/>
                  <a:pt x="27173" y="55245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73" name="Google Shape;373;p18"/>
          <p:cNvSpPr/>
          <p:nvPr/>
        </p:nvSpPr>
        <p:spPr>
          <a:xfrm>
            <a:off x="-219075" y="4181475"/>
            <a:ext cx="1114425" cy="1209675"/>
          </a:xfrm>
          <a:custGeom>
            <a:avLst/>
            <a:gdLst/>
            <a:ahLst/>
            <a:cxnLst/>
            <a:rect l="l" t="t" r="r" b="b"/>
            <a:pathLst>
              <a:path w="44577" h="48387" extrusionOk="0">
                <a:moveTo>
                  <a:pt x="0" y="0"/>
                </a:moveTo>
                <a:cubicBezTo>
                  <a:pt x="8213" y="1643"/>
                  <a:pt x="13128" y="10461"/>
                  <a:pt x="19050" y="16383"/>
                </a:cubicBezTo>
                <a:cubicBezTo>
                  <a:pt x="28699" y="26032"/>
                  <a:pt x="40262" y="35441"/>
                  <a:pt x="44577" y="48387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74" name="Google Shape;374;p18"/>
          <p:cNvSpPr/>
          <p:nvPr/>
        </p:nvSpPr>
        <p:spPr>
          <a:xfrm>
            <a:off x="-119600" y="3781425"/>
            <a:ext cx="685800" cy="1895475"/>
          </a:xfrm>
          <a:custGeom>
            <a:avLst/>
            <a:gdLst/>
            <a:ahLst/>
            <a:cxnLst/>
            <a:rect l="l" t="t" r="r" b="b"/>
            <a:pathLst>
              <a:path w="27432" h="75819" extrusionOk="0">
                <a:moveTo>
                  <a:pt x="0" y="0"/>
                </a:moveTo>
                <a:cubicBezTo>
                  <a:pt x="8891" y="8891"/>
                  <a:pt x="12792" y="22268"/>
                  <a:pt x="14859" y="34671"/>
                </a:cubicBezTo>
                <a:cubicBezTo>
                  <a:pt x="15883" y="40814"/>
                  <a:pt x="14097" y="47112"/>
                  <a:pt x="14097" y="53340"/>
                </a:cubicBezTo>
                <a:cubicBezTo>
                  <a:pt x="14097" y="62052"/>
                  <a:pt x="19167" y="73064"/>
                  <a:pt x="27432" y="75819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75" name="Google Shape;375;p18"/>
          <p:cNvSpPr/>
          <p:nvPr/>
        </p:nvSpPr>
        <p:spPr>
          <a:xfrm>
            <a:off x="-161925" y="-104775"/>
            <a:ext cx="1228725" cy="914400"/>
          </a:xfrm>
          <a:custGeom>
            <a:avLst/>
            <a:gdLst/>
            <a:ahLst/>
            <a:cxnLst/>
            <a:rect l="l" t="t" r="r" b="b"/>
            <a:pathLst>
              <a:path w="49149" h="36576" extrusionOk="0">
                <a:moveTo>
                  <a:pt x="0" y="36576"/>
                </a:moveTo>
                <a:cubicBezTo>
                  <a:pt x="7953" y="36576"/>
                  <a:pt x="17856" y="35047"/>
                  <a:pt x="22479" y="28575"/>
                </a:cubicBezTo>
                <a:cubicBezTo>
                  <a:pt x="30052" y="17973"/>
                  <a:pt x="36120" y="0"/>
                  <a:pt x="49149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76" name="Google Shape;376;p18"/>
          <p:cNvSpPr/>
          <p:nvPr/>
        </p:nvSpPr>
        <p:spPr>
          <a:xfrm>
            <a:off x="-114300" y="-238125"/>
            <a:ext cx="857250" cy="914400"/>
          </a:xfrm>
          <a:custGeom>
            <a:avLst/>
            <a:gdLst/>
            <a:ahLst/>
            <a:cxnLst/>
            <a:rect l="l" t="t" r="r" b="b"/>
            <a:pathLst>
              <a:path w="34290" h="36576" extrusionOk="0">
                <a:moveTo>
                  <a:pt x="0" y="36576"/>
                </a:moveTo>
                <a:cubicBezTo>
                  <a:pt x="5425" y="36576"/>
                  <a:pt x="11851" y="35098"/>
                  <a:pt x="15240" y="30861"/>
                </a:cubicBezTo>
                <a:cubicBezTo>
                  <a:pt x="22792" y="21421"/>
                  <a:pt x="23477" y="5406"/>
                  <a:pt x="34290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19"/>
          <p:cNvSpPr txBox="1">
            <a:spLocks noGrp="1"/>
          </p:cNvSpPr>
          <p:nvPr>
            <p:ph type="subTitle" idx="1"/>
          </p:nvPr>
        </p:nvSpPr>
        <p:spPr>
          <a:xfrm>
            <a:off x="1451225" y="1859924"/>
            <a:ext cx="2938500" cy="8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19"/>
          <p:cNvSpPr txBox="1">
            <a:spLocks noGrp="1"/>
          </p:cNvSpPr>
          <p:nvPr>
            <p:ph type="subTitle" idx="2"/>
          </p:nvPr>
        </p:nvSpPr>
        <p:spPr>
          <a:xfrm>
            <a:off x="5492283" y="1859924"/>
            <a:ext cx="2938500" cy="8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19"/>
          <p:cNvSpPr txBox="1">
            <a:spLocks noGrp="1"/>
          </p:cNvSpPr>
          <p:nvPr>
            <p:ph type="subTitle" idx="3"/>
          </p:nvPr>
        </p:nvSpPr>
        <p:spPr>
          <a:xfrm>
            <a:off x="1451225" y="3592399"/>
            <a:ext cx="2938500" cy="8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19"/>
          <p:cNvSpPr txBox="1">
            <a:spLocks noGrp="1"/>
          </p:cNvSpPr>
          <p:nvPr>
            <p:ph type="subTitle" idx="4"/>
          </p:nvPr>
        </p:nvSpPr>
        <p:spPr>
          <a:xfrm>
            <a:off x="5492283" y="3592399"/>
            <a:ext cx="2938500" cy="8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19"/>
          <p:cNvSpPr txBox="1">
            <a:spLocks noGrp="1"/>
          </p:cNvSpPr>
          <p:nvPr>
            <p:ph type="subTitle" idx="5"/>
          </p:nvPr>
        </p:nvSpPr>
        <p:spPr>
          <a:xfrm>
            <a:off x="1451213" y="1531325"/>
            <a:ext cx="2938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384" name="Google Shape;384;p19"/>
          <p:cNvSpPr txBox="1">
            <a:spLocks noGrp="1"/>
          </p:cNvSpPr>
          <p:nvPr>
            <p:ph type="subTitle" idx="6"/>
          </p:nvPr>
        </p:nvSpPr>
        <p:spPr>
          <a:xfrm>
            <a:off x="1451225" y="3271425"/>
            <a:ext cx="2938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385" name="Google Shape;385;p19"/>
          <p:cNvSpPr txBox="1">
            <a:spLocks noGrp="1"/>
          </p:cNvSpPr>
          <p:nvPr>
            <p:ph type="subTitle" idx="7"/>
          </p:nvPr>
        </p:nvSpPr>
        <p:spPr>
          <a:xfrm>
            <a:off x="5492253" y="1531325"/>
            <a:ext cx="2938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386" name="Google Shape;386;p19"/>
          <p:cNvSpPr txBox="1">
            <a:spLocks noGrp="1"/>
          </p:cNvSpPr>
          <p:nvPr>
            <p:ph type="subTitle" idx="8"/>
          </p:nvPr>
        </p:nvSpPr>
        <p:spPr>
          <a:xfrm>
            <a:off x="5492257" y="3271425"/>
            <a:ext cx="2938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387" name="Google Shape;387;p19"/>
          <p:cNvSpPr/>
          <p:nvPr/>
        </p:nvSpPr>
        <p:spPr>
          <a:xfrm>
            <a:off x="-533400" y="4267200"/>
            <a:ext cx="962025" cy="1200150"/>
          </a:xfrm>
          <a:custGeom>
            <a:avLst/>
            <a:gdLst/>
            <a:ahLst/>
            <a:cxnLst/>
            <a:rect l="l" t="t" r="r" b="b"/>
            <a:pathLst>
              <a:path w="38481" h="48006" extrusionOk="0">
                <a:moveTo>
                  <a:pt x="0" y="0"/>
                </a:moveTo>
                <a:cubicBezTo>
                  <a:pt x="12200" y="3050"/>
                  <a:pt x="23382" y="12378"/>
                  <a:pt x="29718" y="23241"/>
                </a:cubicBezTo>
                <a:cubicBezTo>
                  <a:pt x="34130" y="30805"/>
                  <a:pt x="34565" y="40174"/>
                  <a:pt x="38481" y="48006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88" name="Google Shape;388;p19"/>
          <p:cNvSpPr/>
          <p:nvPr/>
        </p:nvSpPr>
        <p:spPr>
          <a:xfrm>
            <a:off x="-533400" y="4689681"/>
            <a:ext cx="1581150" cy="777675"/>
          </a:xfrm>
          <a:custGeom>
            <a:avLst/>
            <a:gdLst/>
            <a:ahLst/>
            <a:cxnLst/>
            <a:rect l="l" t="t" r="r" b="b"/>
            <a:pathLst>
              <a:path w="63246" h="31107" extrusionOk="0">
                <a:moveTo>
                  <a:pt x="0" y="10119"/>
                </a:moveTo>
                <a:cubicBezTo>
                  <a:pt x="4954" y="7147"/>
                  <a:pt x="8874" y="1995"/>
                  <a:pt x="14478" y="594"/>
                </a:cubicBezTo>
                <a:cubicBezTo>
                  <a:pt x="20963" y="-1027"/>
                  <a:pt x="29183" y="821"/>
                  <a:pt x="33909" y="5547"/>
                </a:cubicBezTo>
                <a:cubicBezTo>
                  <a:pt x="40450" y="12088"/>
                  <a:pt x="46078" y="19767"/>
                  <a:pt x="53721" y="24978"/>
                </a:cubicBezTo>
                <a:cubicBezTo>
                  <a:pt x="56780" y="27064"/>
                  <a:pt x="59934" y="32349"/>
                  <a:pt x="63246" y="30693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89" name="Google Shape;389;p19"/>
          <p:cNvSpPr/>
          <p:nvPr/>
        </p:nvSpPr>
        <p:spPr>
          <a:xfrm>
            <a:off x="8894575" y="2670040"/>
            <a:ext cx="630425" cy="1964775"/>
          </a:xfrm>
          <a:custGeom>
            <a:avLst/>
            <a:gdLst/>
            <a:ahLst/>
            <a:cxnLst/>
            <a:rect l="l" t="t" r="r" b="b"/>
            <a:pathLst>
              <a:path w="25217" h="78591" extrusionOk="0">
                <a:moveTo>
                  <a:pt x="17978" y="486"/>
                </a:moveTo>
                <a:cubicBezTo>
                  <a:pt x="15184" y="486"/>
                  <a:pt x="12190" y="-552"/>
                  <a:pt x="9596" y="486"/>
                </a:cubicBezTo>
                <a:cubicBezTo>
                  <a:pt x="6002" y="1924"/>
                  <a:pt x="4226" y="6099"/>
                  <a:pt x="1976" y="9249"/>
                </a:cubicBezTo>
                <a:cubicBezTo>
                  <a:pt x="-3052" y="16289"/>
                  <a:pt x="3500" y="26506"/>
                  <a:pt x="3500" y="35157"/>
                </a:cubicBezTo>
                <a:cubicBezTo>
                  <a:pt x="3500" y="41021"/>
                  <a:pt x="291" y="47066"/>
                  <a:pt x="1976" y="52683"/>
                </a:cubicBezTo>
                <a:cubicBezTo>
                  <a:pt x="4377" y="60688"/>
                  <a:pt x="10546" y="67373"/>
                  <a:pt x="16835" y="72876"/>
                </a:cubicBezTo>
                <a:cubicBezTo>
                  <a:pt x="19380" y="75103"/>
                  <a:pt x="23341" y="75777"/>
                  <a:pt x="25217" y="78591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90" name="Google Shape;390;p19"/>
          <p:cNvSpPr/>
          <p:nvPr/>
        </p:nvSpPr>
        <p:spPr>
          <a:xfrm>
            <a:off x="8676586" y="2962275"/>
            <a:ext cx="734125" cy="2476500"/>
          </a:xfrm>
          <a:custGeom>
            <a:avLst/>
            <a:gdLst/>
            <a:ahLst/>
            <a:cxnLst/>
            <a:rect l="l" t="t" r="r" b="b"/>
            <a:pathLst>
              <a:path w="29365" h="99060" extrusionOk="0">
                <a:moveTo>
                  <a:pt x="29365" y="0"/>
                </a:moveTo>
                <a:cubicBezTo>
                  <a:pt x="16156" y="0"/>
                  <a:pt x="2999" y="14099"/>
                  <a:pt x="409" y="27051"/>
                </a:cubicBezTo>
                <a:cubicBezTo>
                  <a:pt x="-2144" y="39814"/>
                  <a:pt x="9998" y="51504"/>
                  <a:pt x="11839" y="64389"/>
                </a:cubicBezTo>
                <a:cubicBezTo>
                  <a:pt x="12792" y="71057"/>
                  <a:pt x="14451" y="78105"/>
                  <a:pt x="12601" y="84582"/>
                </a:cubicBezTo>
                <a:cubicBezTo>
                  <a:pt x="11162" y="89617"/>
                  <a:pt x="8161" y="94092"/>
                  <a:pt x="6505" y="9906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91" name="Google Shape;391;p19"/>
          <p:cNvSpPr/>
          <p:nvPr/>
        </p:nvSpPr>
        <p:spPr>
          <a:xfrm>
            <a:off x="4429125" y="-422100"/>
            <a:ext cx="2381250" cy="796300"/>
          </a:xfrm>
          <a:custGeom>
            <a:avLst/>
            <a:gdLst/>
            <a:ahLst/>
            <a:cxnLst/>
            <a:rect l="l" t="t" r="r" b="b"/>
            <a:pathLst>
              <a:path w="95250" h="31852" extrusionOk="0">
                <a:moveTo>
                  <a:pt x="0" y="2667"/>
                </a:moveTo>
                <a:cubicBezTo>
                  <a:pt x="12952" y="18209"/>
                  <a:pt x="33192" y="33455"/>
                  <a:pt x="53340" y="31623"/>
                </a:cubicBezTo>
                <a:cubicBezTo>
                  <a:pt x="63804" y="30672"/>
                  <a:pt x="73128" y="23830"/>
                  <a:pt x="81534" y="17526"/>
                </a:cubicBezTo>
                <a:cubicBezTo>
                  <a:pt x="84082" y="15615"/>
                  <a:pt x="88045" y="15968"/>
                  <a:pt x="90297" y="13716"/>
                </a:cubicBezTo>
                <a:cubicBezTo>
                  <a:pt x="93734" y="10279"/>
                  <a:pt x="95250" y="4861"/>
                  <a:pt x="95250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92" name="Google Shape;392;p19"/>
          <p:cNvSpPr/>
          <p:nvPr/>
        </p:nvSpPr>
        <p:spPr>
          <a:xfrm>
            <a:off x="5591175" y="-161925"/>
            <a:ext cx="2400300" cy="716325"/>
          </a:xfrm>
          <a:custGeom>
            <a:avLst/>
            <a:gdLst/>
            <a:ahLst/>
            <a:cxnLst/>
            <a:rect l="l" t="t" r="r" b="b"/>
            <a:pathLst>
              <a:path w="96012" h="28653" extrusionOk="0">
                <a:moveTo>
                  <a:pt x="0" y="0"/>
                </a:moveTo>
                <a:cubicBezTo>
                  <a:pt x="14156" y="7078"/>
                  <a:pt x="22751" y="26065"/>
                  <a:pt x="38481" y="27813"/>
                </a:cubicBezTo>
                <a:cubicBezTo>
                  <a:pt x="45182" y="28558"/>
                  <a:pt x="52644" y="29685"/>
                  <a:pt x="58674" y="26670"/>
                </a:cubicBezTo>
                <a:cubicBezTo>
                  <a:pt x="66951" y="22532"/>
                  <a:pt x="71989" y="13810"/>
                  <a:pt x="78867" y="7620"/>
                </a:cubicBezTo>
                <a:cubicBezTo>
                  <a:pt x="83408" y="3533"/>
                  <a:pt x="91692" y="5463"/>
                  <a:pt x="96012" y="1143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grpSp>
        <p:nvGrpSpPr>
          <p:cNvPr id="393" name="Google Shape;393;p19"/>
          <p:cNvGrpSpPr/>
          <p:nvPr/>
        </p:nvGrpSpPr>
        <p:grpSpPr>
          <a:xfrm flipH="1">
            <a:off x="7687825" y="298000"/>
            <a:ext cx="742950" cy="76200"/>
            <a:chOff x="2647950" y="4676775"/>
            <a:chExt cx="742950" cy="76200"/>
          </a:xfrm>
        </p:grpSpPr>
        <p:sp>
          <p:nvSpPr>
            <p:cNvPr id="394" name="Google Shape;394;p19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9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9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9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" name="Google Shape;398;p19"/>
          <p:cNvGrpSpPr/>
          <p:nvPr/>
        </p:nvGrpSpPr>
        <p:grpSpPr>
          <a:xfrm>
            <a:off x="471725" y="298000"/>
            <a:ext cx="241500" cy="241500"/>
            <a:chOff x="-1752450" y="4362450"/>
            <a:chExt cx="241500" cy="241500"/>
          </a:xfrm>
        </p:grpSpPr>
        <p:sp>
          <p:nvSpPr>
            <p:cNvPr id="399" name="Google Shape;399;p19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9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4"/>
          <p:cNvSpPr txBox="1">
            <a:spLocks noGrp="1"/>
          </p:cNvSpPr>
          <p:nvPr>
            <p:ph type="title"/>
          </p:nvPr>
        </p:nvSpPr>
        <p:spPr>
          <a:xfrm>
            <a:off x="2055150" y="540000"/>
            <a:ext cx="50340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24"/>
          <p:cNvSpPr txBox="1">
            <a:spLocks noGrp="1"/>
          </p:cNvSpPr>
          <p:nvPr>
            <p:ph type="subTitle" idx="1"/>
          </p:nvPr>
        </p:nvSpPr>
        <p:spPr>
          <a:xfrm>
            <a:off x="2055000" y="1532025"/>
            <a:ext cx="50340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24"/>
          <p:cNvSpPr txBox="1"/>
          <p:nvPr/>
        </p:nvSpPr>
        <p:spPr>
          <a:xfrm>
            <a:off x="1821000" y="3611950"/>
            <a:ext cx="55020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sz="1200" b="1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81" name="Google Shape;481;p24"/>
          <p:cNvSpPr/>
          <p:nvPr/>
        </p:nvSpPr>
        <p:spPr>
          <a:xfrm>
            <a:off x="7673475" y="800101"/>
            <a:ext cx="2722975" cy="4971440"/>
          </a:xfrm>
          <a:custGeom>
            <a:avLst/>
            <a:gdLst/>
            <a:ahLst/>
            <a:cxnLst/>
            <a:rect l="l" t="t" r="r" b="b"/>
            <a:pathLst>
              <a:path w="39412" h="71956" extrusionOk="0">
                <a:moveTo>
                  <a:pt x="26435" y="5219"/>
                </a:moveTo>
                <a:cubicBezTo>
                  <a:pt x="26414" y="5447"/>
                  <a:pt x="26391" y="5674"/>
                  <a:pt x="26366" y="5900"/>
                </a:cubicBezTo>
                <a:lnTo>
                  <a:pt x="24728" y="5219"/>
                </a:lnTo>
                <a:close/>
                <a:moveTo>
                  <a:pt x="36617" y="5219"/>
                </a:moveTo>
                <a:lnTo>
                  <a:pt x="34266" y="6197"/>
                </a:lnTo>
                <a:cubicBezTo>
                  <a:pt x="34307" y="5875"/>
                  <a:pt x="34344" y="5549"/>
                  <a:pt x="34375" y="5219"/>
                </a:cubicBezTo>
                <a:close/>
                <a:moveTo>
                  <a:pt x="30064" y="5219"/>
                </a:moveTo>
                <a:lnTo>
                  <a:pt x="30064" y="7439"/>
                </a:lnTo>
                <a:lnTo>
                  <a:pt x="26467" y="5942"/>
                </a:lnTo>
                <a:cubicBezTo>
                  <a:pt x="26494" y="5702"/>
                  <a:pt x="26518" y="5461"/>
                  <a:pt x="26541" y="5219"/>
                </a:cubicBezTo>
                <a:close/>
                <a:moveTo>
                  <a:pt x="34269" y="5219"/>
                </a:moveTo>
                <a:cubicBezTo>
                  <a:pt x="34236" y="5564"/>
                  <a:pt x="34198" y="5906"/>
                  <a:pt x="34154" y="6243"/>
                </a:cubicBezTo>
                <a:lnTo>
                  <a:pt x="31282" y="7439"/>
                </a:lnTo>
                <a:lnTo>
                  <a:pt x="31282" y="5219"/>
                </a:lnTo>
                <a:close/>
                <a:moveTo>
                  <a:pt x="34108" y="6587"/>
                </a:moveTo>
                <a:cubicBezTo>
                  <a:pt x="33621" y="10031"/>
                  <a:pt x="32586" y="13006"/>
                  <a:pt x="31282" y="15337"/>
                </a:cubicBezTo>
                <a:lnTo>
                  <a:pt x="31282" y="7763"/>
                </a:lnTo>
                <a:lnTo>
                  <a:pt x="34108" y="6587"/>
                </a:lnTo>
                <a:close/>
                <a:moveTo>
                  <a:pt x="20438" y="17390"/>
                </a:moveTo>
                <a:lnTo>
                  <a:pt x="20438" y="18004"/>
                </a:lnTo>
                <a:lnTo>
                  <a:pt x="19995" y="18004"/>
                </a:lnTo>
                <a:cubicBezTo>
                  <a:pt x="20128" y="17809"/>
                  <a:pt x="20260" y="17604"/>
                  <a:pt x="20389" y="17390"/>
                </a:cubicBezTo>
                <a:close/>
                <a:moveTo>
                  <a:pt x="23951" y="5218"/>
                </a:moveTo>
                <a:lnTo>
                  <a:pt x="26331" y="6210"/>
                </a:lnTo>
                <a:cubicBezTo>
                  <a:pt x="25896" y="9839"/>
                  <a:pt x="24941" y="13226"/>
                  <a:pt x="23593" y="15872"/>
                </a:cubicBezTo>
                <a:cubicBezTo>
                  <a:pt x="23456" y="16140"/>
                  <a:pt x="23316" y="16400"/>
                  <a:pt x="23172" y="16651"/>
                </a:cubicBezTo>
                <a:cubicBezTo>
                  <a:pt x="23051" y="16583"/>
                  <a:pt x="22910" y="16544"/>
                  <a:pt x="22761" y="16544"/>
                </a:cubicBezTo>
                <a:cubicBezTo>
                  <a:pt x="22293" y="16544"/>
                  <a:pt x="21914" y="16923"/>
                  <a:pt x="21914" y="17390"/>
                </a:cubicBezTo>
                <a:lnTo>
                  <a:pt x="22645" y="17390"/>
                </a:lnTo>
                <a:lnTo>
                  <a:pt x="22645" y="17507"/>
                </a:lnTo>
                <a:cubicBezTo>
                  <a:pt x="22532" y="17679"/>
                  <a:pt x="22418" y="17844"/>
                  <a:pt x="22302" y="18004"/>
                </a:cubicBezTo>
                <a:lnTo>
                  <a:pt x="20668" y="18004"/>
                </a:lnTo>
                <a:lnTo>
                  <a:pt x="20668" y="17390"/>
                </a:lnTo>
                <a:lnTo>
                  <a:pt x="21399" y="17390"/>
                </a:lnTo>
                <a:cubicBezTo>
                  <a:pt x="21399" y="17024"/>
                  <a:pt x="21166" y="16713"/>
                  <a:pt x="20841" y="16595"/>
                </a:cubicBezTo>
                <a:cubicBezTo>
                  <a:pt x="20957" y="16378"/>
                  <a:pt x="21071" y="16154"/>
                  <a:pt x="21183" y="15922"/>
                </a:cubicBezTo>
                <a:cubicBezTo>
                  <a:pt x="22577" y="13043"/>
                  <a:pt x="23537" y="9257"/>
                  <a:pt x="23906" y="5218"/>
                </a:cubicBezTo>
                <a:close/>
                <a:moveTo>
                  <a:pt x="22645" y="17705"/>
                </a:moveTo>
                <a:lnTo>
                  <a:pt x="22645" y="18005"/>
                </a:lnTo>
                <a:lnTo>
                  <a:pt x="22437" y="18005"/>
                </a:lnTo>
                <a:cubicBezTo>
                  <a:pt x="22507" y="17906"/>
                  <a:pt x="22577" y="17806"/>
                  <a:pt x="22645" y="17705"/>
                </a:cubicBezTo>
                <a:close/>
                <a:moveTo>
                  <a:pt x="37183" y="5306"/>
                </a:moveTo>
                <a:cubicBezTo>
                  <a:pt x="36576" y="11373"/>
                  <a:pt x="34103" y="16160"/>
                  <a:pt x="31282" y="18753"/>
                </a:cubicBezTo>
                <a:lnTo>
                  <a:pt x="31282" y="15545"/>
                </a:lnTo>
                <a:cubicBezTo>
                  <a:pt x="32644" y="13165"/>
                  <a:pt x="33724" y="10100"/>
                  <a:pt x="34221" y="6539"/>
                </a:cubicBezTo>
                <a:lnTo>
                  <a:pt x="37183" y="5306"/>
                </a:lnTo>
                <a:close/>
                <a:moveTo>
                  <a:pt x="22128" y="18853"/>
                </a:moveTo>
                <a:lnTo>
                  <a:pt x="21574" y="19084"/>
                </a:lnTo>
                <a:cubicBezTo>
                  <a:pt x="21642" y="19009"/>
                  <a:pt x="21711" y="18933"/>
                  <a:pt x="21778" y="18853"/>
                </a:cubicBezTo>
                <a:close/>
                <a:moveTo>
                  <a:pt x="21627" y="18853"/>
                </a:moveTo>
                <a:cubicBezTo>
                  <a:pt x="21526" y="18968"/>
                  <a:pt x="21426" y="19077"/>
                  <a:pt x="21324" y="19183"/>
                </a:cubicBezTo>
                <a:cubicBezTo>
                  <a:pt x="21243" y="19077"/>
                  <a:pt x="21164" y="18968"/>
                  <a:pt x="21086" y="18853"/>
                </a:cubicBezTo>
                <a:close/>
                <a:moveTo>
                  <a:pt x="14353" y="18853"/>
                </a:moveTo>
                <a:cubicBezTo>
                  <a:pt x="14317" y="19035"/>
                  <a:pt x="14280" y="19215"/>
                  <a:pt x="14242" y="19394"/>
                </a:cubicBezTo>
                <a:lnTo>
                  <a:pt x="12941" y="18853"/>
                </a:lnTo>
                <a:close/>
                <a:moveTo>
                  <a:pt x="20962" y="18853"/>
                </a:moveTo>
                <a:cubicBezTo>
                  <a:pt x="21048" y="18984"/>
                  <a:pt x="21138" y="19108"/>
                  <a:pt x="21230" y="19227"/>
                </a:cubicBezTo>
                <a:lnTo>
                  <a:pt x="20317" y="19608"/>
                </a:lnTo>
                <a:cubicBezTo>
                  <a:pt x="20374" y="19357"/>
                  <a:pt x="20427" y="19106"/>
                  <a:pt x="20478" y="18853"/>
                </a:cubicBezTo>
                <a:close/>
                <a:moveTo>
                  <a:pt x="22176" y="19084"/>
                </a:moveTo>
                <a:cubicBezTo>
                  <a:pt x="22119" y="19358"/>
                  <a:pt x="22055" y="19631"/>
                  <a:pt x="21987" y="19902"/>
                </a:cubicBezTo>
                <a:cubicBezTo>
                  <a:pt x="21811" y="19745"/>
                  <a:pt x="21641" y="19569"/>
                  <a:pt x="21478" y="19373"/>
                </a:cubicBezTo>
                <a:lnTo>
                  <a:pt x="22176" y="19084"/>
                </a:lnTo>
                <a:close/>
                <a:moveTo>
                  <a:pt x="14646" y="18853"/>
                </a:moveTo>
                <a:cubicBezTo>
                  <a:pt x="14904" y="19258"/>
                  <a:pt x="15178" y="19608"/>
                  <a:pt x="15465" y="19904"/>
                </a:cubicBezTo>
                <a:lnTo>
                  <a:pt x="14341" y="19435"/>
                </a:lnTo>
                <a:cubicBezTo>
                  <a:pt x="14383" y="19243"/>
                  <a:pt x="14422" y="19049"/>
                  <a:pt x="14460" y="18853"/>
                </a:cubicBezTo>
                <a:close/>
                <a:moveTo>
                  <a:pt x="19228" y="18853"/>
                </a:moveTo>
                <a:cubicBezTo>
                  <a:pt x="18830" y="19331"/>
                  <a:pt x="18421" y="19732"/>
                  <a:pt x="18006" y="20049"/>
                </a:cubicBezTo>
                <a:lnTo>
                  <a:pt x="18006" y="18853"/>
                </a:lnTo>
                <a:close/>
                <a:moveTo>
                  <a:pt x="20866" y="19628"/>
                </a:moveTo>
                <a:lnTo>
                  <a:pt x="20866" y="19628"/>
                </a:lnTo>
                <a:cubicBezTo>
                  <a:pt x="20637" y="19835"/>
                  <a:pt x="20406" y="20018"/>
                  <a:pt x="20175" y="20178"/>
                </a:cubicBezTo>
                <a:cubicBezTo>
                  <a:pt x="20199" y="20080"/>
                  <a:pt x="20224" y="19983"/>
                  <a:pt x="20249" y="19885"/>
                </a:cubicBezTo>
                <a:lnTo>
                  <a:pt x="20866" y="19628"/>
                </a:lnTo>
                <a:close/>
                <a:moveTo>
                  <a:pt x="12780" y="19035"/>
                </a:moveTo>
                <a:lnTo>
                  <a:pt x="14193" y="19624"/>
                </a:lnTo>
                <a:cubicBezTo>
                  <a:pt x="14139" y="19867"/>
                  <a:pt x="14081" y="20105"/>
                  <a:pt x="14021" y="20341"/>
                </a:cubicBezTo>
                <a:cubicBezTo>
                  <a:pt x="13584" y="20029"/>
                  <a:pt x="13167" y="19592"/>
                  <a:pt x="12780" y="19035"/>
                </a:cubicBezTo>
                <a:close/>
                <a:moveTo>
                  <a:pt x="17065" y="18853"/>
                </a:moveTo>
                <a:lnTo>
                  <a:pt x="17065" y="20569"/>
                </a:lnTo>
                <a:lnTo>
                  <a:pt x="15728" y="20012"/>
                </a:lnTo>
                <a:cubicBezTo>
                  <a:pt x="15391" y="19701"/>
                  <a:pt x="15070" y="19315"/>
                  <a:pt x="14770" y="18853"/>
                </a:cubicBezTo>
                <a:close/>
                <a:moveTo>
                  <a:pt x="20370" y="18853"/>
                </a:moveTo>
                <a:cubicBezTo>
                  <a:pt x="20317" y="19123"/>
                  <a:pt x="20259" y="19391"/>
                  <a:pt x="20195" y="19658"/>
                </a:cubicBezTo>
                <a:lnTo>
                  <a:pt x="18006" y="20569"/>
                </a:lnTo>
                <a:lnTo>
                  <a:pt x="18006" y="20181"/>
                </a:lnTo>
                <a:cubicBezTo>
                  <a:pt x="18468" y="19837"/>
                  <a:pt x="18924" y="19392"/>
                  <a:pt x="19365" y="18853"/>
                </a:cubicBezTo>
                <a:close/>
                <a:moveTo>
                  <a:pt x="16554" y="20606"/>
                </a:moveTo>
                <a:lnTo>
                  <a:pt x="16825" y="20719"/>
                </a:lnTo>
                <a:cubicBezTo>
                  <a:pt x="16819" y="20721"/>
                  <a:pt x="16813" y="20723"/>
                  <a:pt x="16807" y="20725"/>
                </a:cubicBezTo>
                <a:cubicBezTo>
                  <a:pt x="16722" y="20690"/>
                  <a:pt x="16638" y="20650"/>
                  <a:pt x="16554" y="20606"/>
                </a:cubicBezTo>
                <a:close/>
                <a:moveTo>
                  <a:pt x="26433" y="6252"/>
                </a:moveTo>
                <a:lnTo>
                  <a:pt x="30064" y="7763"/>
                </a:lnTo>
                <a:lnTo>
                  <a:pt x="30064" y="17227"/>
                </a:lnTo>
                <a:cubicBezTo>
                  <a:pt x="28674" y="19095"/>
                  <a:pt x="27108" y="20315"/>
                  <a:pt x="25615" y="20730"/>
                </a:cubicBezTo>
                <a:cubicBezTo>
                  <a:pt x="24679" y="20454"/>
                  <a:pt x="23854" y="19820"/>
                  <a:pt x="23188" y="18853"/>
                </a:cubicBezTo>
                <a:lnTo>
                  <a:pt x="24034" y="18853"/>
                </a:lnTo>
                <a:cubicBezTo>
                  <a:pt x="24174" y="18853"/>
                  <a:pt x="24288" y="18739"/>
                  <a:pt x="24288" y="18600"/>
                </a:cubicBezTo>
                <a:lnTo>
                  <a:pt x="24288" y="18259"/>
                </a:lnTo>
                <a:cubicBezTo>
                  <a:pt x="24288" y="18118"/>
                  <a:pt x="24174" y="18005"/>
                  <a:pt x="24034" y="18005"/>
                </a:cubicBezTo>
                <a:lnTo>
                  <a:pt x="22876" y="18005"/>
                </a:lnTo>
                <a:lnTo>
                  <a:pt x="22876" y="17390"/>
                </a:lnTo>
                <a:lnTo>
                  <a:pt x="23607" y="17390"/>
                </a:lnTo>
                <a:cubicBezTo>
                  <a:pt x="23607" y="17110"/>
                  <a:pt x="23471" y="16863"/>
                  <a:pt x="23261" y="16709"/>
                </a:cubicBezTo>
                <a:cubicBezTo>
                  <a:pt x="23406" y="16455"/>
                  <a:pt x="23548" y="16192"/>
                  <a:pt x="23687" y="15919"/>
                </a:cubicBezTo>
                <a:cubicBezTo>
                  <a:pt x="25037" y="13270"/>
                  <a:pt x="25994" y="9882"/>
                  <a:pt x="26433" y="6252"/>
                </a:cubicBezTo>
                <a:close/>
                <a:moveTo>
                  <a:pt x="16965" y="20777"/>
                </a:moveTo>
                <a:lnTo>
                  <a:pt x="17065" y="20819"/>
                </a:lnTo>
                <a:lnTo>
                  <a:pt x="17065" y="20821"/>
                </a:lnTo>
                <a:cubicBezTo>
                  <a:pt x="17027" y="20809"/>
                  <a:pt x="16990" y="20796"/>
                  <a:pt x="16952" y="20783"/>
                </a:cubicBezTo>
                <a:cubicBezTo>
                  <a:pt x="16957" y="20781"/>
                  <a:pt x="16961" y="20779"/>
                  <a:pt x="16965" y="20777"/>
                </a:cubicBezTo>
                <a:close/>
                <a:moveTo>
                  <a:pt x="30064" y="17395"/>
                </a:moveTo>
                <a:lnTo>
                  <a:pt x="30064" y="19722"/>
                </a:lnTo>
                <a:cubicBezTo>
                  <a:pt x="29294" y="20241"/>
                  <a:pt x="28517" y="20596"/>
                  <a:pt x="27757" y="20770"/>
                </a:cubicBezTo>
                <a:cubicBezTo>
                  <a:pt x="27407" y="20849"/>
                  <a:pt x="27065" y="20889"/>
                  <a:pt x="26733" y="20889"/>
                </a:cubicBezTo>
                <a:cubicBezTo>
                  <a:pt x="26416" y="20889"/>
                  <a:pt x="26107" y="20853"/>
                  <a:pt x="25809" y="20782"/>
                </a:cubicBezTo>
                <a:cubicBezTo>
                  <a:pt x="27242" y="20329"/>
                  <a:pt x="28730" y="19155"/>
                  <a:pt x="30064" y="17395"/>
                </a:cubicBezTo>
                <a:close/>
                <a:moveTo>
                  <a:pt x="23062" y="18853"/>
                </a:moveTo>
                <a:cubicBezTo>
                  <a:pt x="23710" y="19818"/>
                  <a:pt x="24513" y="20468"/>
                  <a:pt x="25423" y="20779"/>
                </a:cubicBezTo>
                <a:cubicBezTo>
                  <a:pt x="25417" y="20780"/>
                  <a:pt x="25411" y="20782"/>
                  <a:pt x="25403" y="20784"/>
                </a:cubicBezTo>
                <a:cubicBezTo>
                  <a:pt x="25086" y="20857"/>
                  <a:pt x="24776" y="20893"/>
                  <a:pt x="24474" y="20893"/>
                </a:cubicBezTo>
                <a:cubicBezTo>
                  <a:pt x="23593" y="20893"/>
                  <a:pt x="22787" y="20585"/>
                  <a:pt x="22077" y="19981"/>
                </a:cubicBezTo>
                <a:cubicBezTo>
                  <a:pt x="22156" y="19667"/>
                  <a:pt x="22228" y="19352"/>
                  <a:pt x="22293" y="19034"/>
                </a:cubicBezTo>
                <a:lnTo>
                  <a:pt x="22728" y="18853"/>
                </a:lnTo>
                <a:close/>
                <a:moveTo>
                  <a:pt x="14291" y="19665"/>
                </a:moveTo>
                <a:lnTo>
                  <a:pt x="15997" y="20374"/>
                </a:lnTo>
                <a:cubicBezTo>
                  <a:pt x="16212" y="20536"/>
                  <a:pt x="16434" y="20671"/>
                  <a:pt x="16661" y="20776"/>
                </a:cubicBezTo>
                <a:cubicBezTo>
                  <a:pt x="16571" y="20805"/>
                  <a:pt x="16482" y="20829"/>
                  <a:pt x="16393" y="20850"/>
                </a:cubicBezTo>
                <a:cubicBezTo>
                  <a:pt x="16173" y="20900"/>
                  <a:pt x="15956" y="20925"/>
                  <a:pt x="15743" y="20925"/>
                </a:cubicBezTo>
                <a:cubicBezTo>
                  <a:pt x="15176" y="20925"/>
                  <a:pt x="14630" y="20750"/>
                  <a:pt x="14114" y="20405"/>
                </a:cubicBezTo>
                <a:cubicBezTo>
                  <a:pt x="14175" y="20160"/>
                  <a:pt x="14236" y="19915"/>
                  <a:pt x="14291" y="19665"/>
                </a:cubicBezTo>
                <a:close/>
                <a:moveTo>
                  <a:pt x="20127" y="19935"/>
                </a:moveTo>
                <a:lnTo>
                  <a:pt x="20127" y="19935"/>
                </a:lnTo>
                <a:cubicBezTo>
                  <a:pt x="20100" y="20046"/>
                  <a:pt x="20071" y="20156"/>
                  <a:pt x="20041" y="20266"/>
                </a:cubicBezTo>
                <a:cubicBezTo>
                  <a:pt x="19581" y="20566"/>
                  <a:pt x="19117" y="20774"/>
                  <a:pt x="18660" y="20878"/>
                </a:cubicBezTo>
                <a:cubicBezTo>
                  <a:pt x="18439" y="20928"/>
                  <a:pt x="18220" y="20955"/>
                  <a:pt x="18006" y="20959"/>
                </a:cubicBezTo>
                <a:lnTo>
                  <a:pt x="18006" y="20819"/>
                </a:lnTo>
                <a:lnTo>
                  <a:pt x="20127" y="19935"/>
                </a:lnTo>
                <a:close/>
                <a:moveTo>
                  <a:pt x="19998" y="20426"/>
                </a:moveTo>
                <a:lnTo>
                  <a:pt x="19998" y="20426"/>
                </a:lnTo>
                <a:cubicBezTo>
                  <a:pt x="19519" y="22165"/>
                  <a:pt x="18836" y="23801"/>
                  <a:pt x="18006" y="25194"/>
                </a:cubicBezTo>
                <a:lnTo>
                  <a:pt x="18006" y="21064"/>
                </a:lnTo>
                <a:cubicBezTo>
                  <a:pt x="18228" y="21059"/>
                  <a:pt x="18455" y="21033"/>
                  <a:pt x="18684" y="20980"/>
                </a:cubicBezTo>
                <a:cubicBezTo>
                  <a:pt x="19124" y="20880"/>
                  <a:pt x="19563" y="20694"/>
                  <a:pt x="19998" y="20426"/>
                </a:cubicBezTo>
                <a:close/>
                <a:moveTo>
                  <a:pt x="9862" y="26346"/>
                </a:moveTo>
                <a:lnTo>
                  <a:pt x="9862" y="26856"/>
                </a:lnTo>
                <a:lnTo>
                  <a:pt x="9073" y="26856"/>
                </a:lnTo>
                <a:cubicBezTo>
                  <a:pt x="9187" y="26692"/>
                  <a:pt x="9300" y="26522"/>
                  <a:pt x="9411" y="26346"/>
                </a:cubicBezTo>
                <a:close/>
                <a:moveTo>
                  <a:pt x="12341" y="18853"/>
                </a:moveTo>
                <a:lnTo>
                  <a:pt x="12604" y="18962"/>
                </a:lnTo>
                <a:cubicBezTo>
                  <a:pt x="13035" y="19608"/>
                  <a:pt x="13500" y="20105"/>
                  <a:pt x="13995" y="20449"/>
                </a:cubicBezTo>
                <a:cubicBezTo>
                  <a:pt x="13320" y="23080"/>
                  <a:pt x="12317" y="25315"/>
                  <a:pt x="11140" y="26896"/>
                </a:cubicBezTo>
                <a:cubicBezTo>
                  <a:pt x="11105" y="26872"/>
                  <a:pt x="11063" y="26856"/>
                  <a:pt x="11017" y="26856"/>
                </a:cubicBezTo>
                <a:lnTo>
                  <a:pt x="10054" y="26856"/>
                </a:lnTo>
                <a:lnTo>
                  <a:pt x="10054" y="26346"/>
                </a:lnTo>
                <a:lnTo>
                  <a:pt x="10661" y="26346"/>
                </a:lnTo>
                <a:cubicBezTo>
                  <a:pt x="10661" y="25956"/>
                  <a:pt x="10347" y="25642"/>
                  <a:pt x="9958" y="25642"/>
                </a:cubicBezTo>
                <a:cubicBezTo>
                  <a:pt x="9908" y="25642"/>
                  <a:pt x="9860" y="25647"/>
                  <a:pt x="9814" y="25656"/>
                </a:cubicBezTo>
                <a:cubicBezTo>
                  <a:pt x="10800" y="23859"/>
                  <a:pt x="11604" y="21530"/>
                  <a:pt x="12119" y="18853"/>
                </a:cubicBezTo>
                <a:close/>
                <a:moveTo>
                  <a:pt x="21381" y="19414"/>
                </a:moveTo>
                <a:cubicBezTo>
                  <a:pt x="21566" y="19634"/>
                  <a:pt x="21759" y="19834"/>
                  <a:pt x="21961" y="20009"/>
                </a:cubicBezTo>
                <a:cubicBezTo>
                  <a:pt x="21420" y="22135"/>
                  <a:pt x="20573" y="24129"/>
                  <a:pt x="19519" y="25735"/>
                </a:cubicBezTo>
                <a:cubicBezTo>
                  <a:pt x="19046" y="26459"/>
                  <a:pt x="18536" y="27091"/>
                  <a:pt x="18006" y="27622"/>
                </a:cubicBezTo>
                <a:lnTo>
                  <a:pt x="18006" y="25399"/>
                </a:lnTo>
                <a:cubicBezTo>
                  <a:pt x="18901" y="23937"/>
                  <a:pt x="19629" y="22195"/>
                  <a:pt x="20130" y="20343"/>
                </a:cubicBezTo>
                <a:cubicBezTo>
                  <a:pt x="20481" y="20114"/>
                  <a:pt x="20828" y="19833"/>
                  <a:pt x="21170" y="19502"/>
                </a:cubicBezTo>
                <a:lnTo>
                  <a:pt x="21381" y="19414"/>
                </a:lnTo>
                <a:close/>
                <a:moveTo>
                  <a:pt x="10600" y="27561"/>
                </a:moveTo>
                <a:cubicBezTo>
                  <a:pt x="10561" y="27606"/>
                  <a:pt x="10521" y="27652"/>
                  <a:pt x="10482" y="27695"/>
                </a:cubicBezTo>
                <a:cubicBezTo>
                  <a:pt x="10442" y="27651"/>
                  <a:pt x="10402" y="27606"/>
                  <a:pt x="10363" y="27561"/>
                </a:cubicBezTo>
                <a:close/>
                <a:moveTo>
                  <a:pt x="9433" y="27561"/>
                </a:moveTo>
                <a:lnTo>
                  <a:pt x="8765" y="27840"/>
                </a:lnTo>
                <a:cubicBezTo>
                  <a:pt x="8685" y="27755"/>
                  <a:pt x="8605" y="27668"/>
                  <a:pt x="8524" y="27578"/>
                </a:cubicBezTo>
                <a:cubicBezTo>
                  <a:pt x="8530" y="27572"/>
                  <a:pt x="8534" y="27566"/>
                  <a:pt x="8538" y="27561"/>
                </a:cubicBezTo>
                <a:close/>
                <a:moveTo>
                  <a:pt x="8456" y="27657"/>
                </a:moveTo>
                <a:cubicBezTo>
                  <a:pt x="8524" y="27734"/>
                  <a:pt x="8592" y="27810"/>
                  <a:pt x="8661" y="27883"/>
                </a:cubicBezTo>
                <a:lnTo>
                  <a:pt x="7982" y="28165"/>
                </a:lnTo>
                <a:cubicBezTo>
                  <a:pt x="8142" y="28008"/>
                  <a:pt x="8300" y="27838"/>
                  <a:pt x="8456" y="27657"/>
                </a:cubicBezTo>
                <a:close/>
                <a:moveTo>
                  <a:pt x="10224" y="27561"/>
                </a:moveTo>
                <a:cubicBezTo>
                  <a:pt x="10284" y="27633"/>
                  <a:pt x="10347" y="27702"/>
                  <a:pt x="10409" y="27770"/>
                </a:cubicBezTo>
                <a:cubicBezTo>
                  <a:pt x="10128" y="28066"/>
                  <a:pt x="9841" y="28327"/>
                  <a:pt x="9547" y="28548"/>
                </a:cubicBezTo>
                <a:cubicBezTo>
                  <a:pt x="9331" y="28381"/>
                  <a:pt x="9118" y="28194"/>
                  <a:pt x="8910" y="27987"/>
                </a:cubicBezTo>
                <a:lnTo>
                  <a:pt x="9931" y="27561"/>
                </a:lnTo>
                <a:close/>
                <a:moveTo>
                  <a:pt x="5223" y="27561"/>
                </a:moveTo>
                <a:lnTo>
                  <a:pt x="5223" y="28853"/>
                </a:lnTo>
                <a:cubicBezTo>
                  <a:pt x="4715" y="28544"/>
                  <a:pt x="4212" y="28114"/>
                  <a:pt x="3716" y="27561"/>
                </a:cubicBezTo>
                <a:close/>
                <a:moveTo>
                  <a:pt x="8372" y="27561"/>
                </a:moveTo>
                <a:cubicBezTo>
                  <a:pt x="8372" y="27562"/>
                  <a:pt x="8372" y="27562"/>
                  <a:pt x="8373" y="27563"/>
                </a:cubicBezTo>
                <a:cubicBezTo>
                  <a:pt x="8143" y="27833"/>
                  <a:pt x="7909" y="28078"/>
                  <a:pt x="7671" y="28295"/>
                </a:cubicBezTo>
                <a:lnTo>
                  <a:pt x="6005" y="28987"/>
                </a:lnTo>
                <a:lnTo>
                  <a:pt x="6005" y="27561"/>
                </a:lnTo>
                <a:close/>
                <a:moveTo>
                  <a:pt x="3578" y="27561"/>
                </a:moveTo>
                <a:cubicBezTo>
                  <a:pt x="4112" y="28166"/>
                  <a:pt x="4663" y="28635"/>
                  <a:pt x="5223" y="28963"/>
                </a:cubicBezTo>
                <a:lnTo>
                  <a:pt x="5223" y="28988"/>
                </a:lnTo>
                <a:lnTo>
                  <a:pt x="1796" y="27561"/>
                </a:lnTo>
                <a:close/>
                <a:moveTo>
                  <a:pt x="7146" y="28721"/>
                </a:moveTo>
                <a:lnTo>
                  <a:pt x="7146" y="28721"/>
                </a:lnTo>
                <a:cubicBezTo>
                  <a:pt x="6814" y="28960"/>
                  <a:pt x="6476" y="29144"/>
                  <a:pt x="6133" y="29271"/>
                </a:cubicBezTo>
                <a:cubicBezTo>
                  <a:pt x="6091" y="29257"/>
                  <a:pt x="6048" y="29243"/>
                  <a:pt x="6005" y="29228"/>
                </a:cubicBezTo>
                <a:lnTo>
                  <a:pt x="6005" y="29196"/>
                </a:lnTo>
                <a:lnTo>
                  <a:pt x="7146" y="28721"/>
                </a:lnTo>
                <a:close/>
                <a:moveTo>
                  <a:pt x="8805" y="28030"/>
                </a:moveTo>
                <a:cubicBezTo>
                  <a:pt x="9020" y="28245"/>
                  <a:pt x="9237" y="28439"/>
                  <a:pt x="9459" y="28611"/>
                </a:cubicBezTo>
                <a:cubicBezTo>
                  <a:pt x="8979" y="28959"/>
                  <a:pt x="8484" y="29203"/>
                  <a:pt x="7983" y="29327"/>
                </a:cubicBezTo>
                <a:cubicBezTo>
                  <a:pt x="7706" y="29396"/>
                  <a:pt x="7430" y="29431"/>
                  <a:pt x="7155" y="29431"/>
                </a:cubicBezTo>
                <a:cubicBezTo>
                  <a:pt x="6870" y="29431"/>
                  <a:pt x="6587" y="29394"/>
                  <a:pt x="6305" y="29320"/>
                </a:cubicBezTo>
                <a:cubicBezTo>
                  <a:pt x="6734" y="29144"/>
                  <a:pt x="7153" y="28886"/>
                  <a:pt x="7560" y="28549"/>
                </a:cubicBezTo>
                <a:lnTo>
                  <a:pt x="8805" y="28030"/>
                </a:lnTo>
                <a:close/>
                <a:moveTo>
                  <a:pt x="14086" y="20512"/>
                </a:moveTo>
                <a:cubicBezTo>
                  <a:pt x="14610" y="20855"/>
                  <a:pt x="15164" y="21031"/>
                  <a:pt x="15739" y="21031"/>
                </a:cubicBezTo>
                <a:cubicBezTo>
                  <a:pt x="15962" y="21031"/>
                  <a:pt x="16188" y="21004"/>
                  <a:pt x="16416" y="20953"/>
                </a:cubicBezTo>
                <a:cubicBezTo>
                  <a:pt x="16546" y="20923"/>
                  <a:pt x="16675" y="20885"/>
                  <a:pt x="16805" y="20839"/>
                </a:cubicBezTo>
                <a:cubicBezTo>
                  <a:pt x="16890" y="20873"/>
                  <a:pt x="16977" y="20904"/>
                  <a:pt x="17065" y="20931"/>
                </a:cubicBezTo>
                <a:lnTo>
                  <a:pt x="17065" y="26580"/>
                </a:lnTo>
                <a:cubicBezTo>
                  <a:pt x="15892" y="28095"/>
                  <a:pt x="14559" y="29093"/>
                  <a:pt x="13241" y="29422"/>
                </a:cubicBezTo>
                <a:cubicBezTo>
                  <a:pt x="13222" y="29427"/>
                  <a:pt x="13203" y="29430"/>
                  <a:pt x="13185" y="29435"/>
                </a:cubicBezTo>
                <a:cubicBezTo>
                  <a:pt x="12263" y="29212"/>
                  <a:pt x="11376" y="28653"/>
                  <a:pt x="10552" y="27771"/>
                </a:cubicBezTo>
                <a:cubicBezTo>
                  <a:pt x="10613" y="27703"/>
                  <a:pt x="10676" y="27632"/>
                  <a:pt x="10736" y="27561"/>
                </a:cubicBezTo>
                <a:lnTo>
                  <a:pt x="11017" y="27561"/>
                </a:lnTo>
                <a:cubicBezTo>
                  <a:pt x="11133" y="27561"/>
                  <a:pt x="11228" y="27467"/>
                  <a:pt x="11228" y="27351"/>
                </a:cubicBezTo>
                <a:lnTo>
                  <a:pt x="11228" y="27067"/>
                </a:lnTo>
                <a:cubicBezTo>
                  <a:pt x="11228" y="27035"/>
                  <a:pt x="11219" y="27004"/>
                  <a:pt x="11207" y="26978"/>
                </a:cubicBezTo>
                <a:cubicBezTo>
                  <a:pt x="12395" y="25390"/>
                  <a:pt x="13405" y="23149"/>
                  <a:pt x="14086" y="20512"/>
                </a:cubicBezTo>
                <a:close/>
                <a:moveTo>
                  <a:pt x="1720" y="27738"/>
                </a:moveTo>
                <a:lnTo>
                  <a:pt x="5223" y="29196"/>
                </a:lnTo>
                <a:lnTo>
                  <a:pt x="5223" y="29472"/>
                </a:lnTo>
                <a:cubicBezTo>
                  <a:pt x="5147" y="29478"/>
                  <a:pt x="5070" y="29481"/>
                  <a:pt x="4994" y="29481"/>
                </a:cubicBezTo>
                <a:cubicBezTo>
                  <a:pt x="3889" y="29481"/>
                  <a:pt x="2792" y="28897"/>
                  <a:pt x="1720" y="27738"/>
                </a:cubicBezTo>
                <a:close/>
                <a:moveTo>
                  <a:pt x="10478" y="27847"/>
                </a:moveTo>
                <a:cubicBezTo>
                  <a:pt x="11255" y="28678"/>
                  <a:pt x="12089" y="29226"/>
                  <a:pt x="12955" y="29483"/>
                </a:cubicBezTo>
                <a:cubicBezTo>
                  <a:pt x="12720" y="29524"/>
                  <a:pt x="12485" y="29545"/>
                  <a:pt x="12253" y="29545"/>
                </a:cubicBezTo>
                <a:cubicBezTo>
                  <a:pt x="11348" y="29545"/>
                  <a:pt x="10466" y="29230"/>
                  <a:pt x="9632" y="28611"/>
                </a:cubicBezTo>
                <a:cubicBezTo>
                  <a:pt x="9920" y="28392"/>
                  <a:pt x="10202" y="28137"/>
                  <a:pt x="10478" y="27847"/>
                </a:cubicBezTo>
                <a:close/>
                <a:moveTo>
                  <a:pt x="17065" y="26752"/>
                </a:moveTo>
                <a:lnTo>
                  <a:pt x="17065" y="28442"/>
                </a:lnTo>
                <a:cubicBezTo>
                  <a:pt x="16418" y="28924"/>
                  <a:pt x="15754" y="29257"/>
                  <a:pt x="15093" y="29422"/>
                </a:cubicBezTo>
                <a:cubicBezTo>
                  <a:pt x="14762" y="29504"/>
                  <a:pt x="14433" y="29545"/>
                  <a:pt x="14107" y="29545"/>
                </a:cubicBezTo>
                <a:cubicBezTo>
                  <a:pt x="13873" y="29545"/>
                  <a:pt x="13641" y="29524"/>
                  <a:pt x="13411" y="29483"/>
                </a:cubicBezTo>
                <a:cubicBezTo>
                  <a:pt x="14673" y="29123"/>
                  <a:pt x="15941" y="28171"/>
                  <a:pt x="17065" y="26752"/>
                </a:cubicBezTo>
                <a:close/>
                <a:moveTo>
                  <a:pt x="30428" y="1"/>
                </a:moveTo>
                <a:cubicBezTo>
                  <a:pt x="30226" y="1"/>
                  <a:pt x="30064" y="164"/>
                  <a:pt x="30064" y="364"/>
                </a:cubicBezTo>
                <a:lnTo>
                  <a:pt x="30064" y="4120"/>
                </a:lnTo>
                <a:lnTo>
                  <a:pt x="26971" y="4120"/>
                </a:lnTo>
                <a:lnTo>
                  <a:pt x="26971" y="3357"/>
                </a:lnTo>
                <a:lnTo>
                  <a:pt x="27918" y="3357"/>
                </a:lnTo>
                <a:cubicBezTo>
                  <a:pt x="27918" y="2752"/>
                  <a:pt x="27428" y="2262"/>
                  <a:pt x="26822" y="2262"/>
                </a:cubicBezTo>
                <a:cubicBezTo>
                  <a:pt x="26217" y="2262"/>
                  <a:pt x="25727" y="2752"/>
                  <a:pt x="25727" y="3357"/>
                </a:cubicBezTo>
                <a:lnTo>
                  <a:pt x="26673" y="3357"/>
                </a:lnTo>
                <a:lnTo>
                  <a:pt x="26673" y="4120"/>
                </a:lnTo>
                <a:lnTo>
                  <a:pt x="24114" y="4120"/>
                </a:lnTo>
                <a:lnTo>
                  <a:pt x="24114" y="3357"/>
                </a:lnTo>
                <a:lnTo>
                  <a:pt x="25060" y="3357"/>
                </a:lnTo>
                <a:cubicBezTo>
                  <a:pt x="25060" y="2752"/>
                  <a:pt x="24570" y="2262"/>
                  <a:pt x="23965" y="2262"/>
                </a:cubicBezTo>
                <a:cubicBezTo>
                  <a:pt x="23360" y="2262"/>
                  <a:pt x="22870" y="2752"/>
                  <a:pt x="22870" y="3357"/>
                </a:cubicBezTo>
                <a:lnTo>
                  <a:pt x="23816" y="3357"/>
                </a:lnTo>
                <a:lnTo>
                  <a:pt x="23816" y="4120"/>
                </a:lnTo>
                <a:lnTo>
                  <a:pt x="22261" y="4120"/>
                </a:lnTo>
                <a:cubicBezTo>
                  <a:pt x="22080" y="4120"/>
                  <a:pt x="21933" y="4267"/>
                  <a:pt x="21933" y="4448"/>
                </a:cubicBezTo>
                <a:lnTo>
                  <a:pt x="21933" y="4890"/>
                </a:lnTo>
                <a:cubicBezTo>
                  <a:pt x="21933" y="5071"/>
                  <a:pt x="22080" y="5218"/>
                  <a:pt x="22261" y="5218"/>
                </a:cubicBezTo>
                <a:lnTo>
                  <a:pt x="23801" y="5218"/>
                </a:lnTo>
                <a:cubicBezTo>
                  <a:pt x="23432" y="9242"/>
                  <a:pt x="22475" y="13010"/>
                  <a:pt x="21088" y="15877"/>
                </a:cubicBezTo>
                <a:cubicBezTo>
                  <a:pt x="20974" y="16114"/>
                  <a:pt x="20857" y="16342"/>
                  <a:pt x="20738" y="16564"/>
                </a:cubicBezTo>
                <a:cubicBezTo>
                  <a:pt x="20678" y="16551"/>
                  <a:pt x="20617" y="16544"/>
                  <a:pt x="20553" y="16544"/>
                </a:cubicBezTo>
                <a:cubicBezTo>
                  <a:pt x="20085" y="16544"/>
                  <a:pt x="19706" y="16923"/>
                  <a:pt x="19706" y="17390"/>
                </a:cubicBezTo>
                <a:lnTo>
                  <a:pt x="20266" y="17390"/>
                </a:lnTo>
                <a:cubicBezTo>
                  <a:pt x="20136" y="17604"/>
                  <a:pt x="20003" y="17809"/>
                  <a:pt x="19870" y="18005"/>
                </a:cubicBezTo>
                <a:lnTo>
                  <a:pt x="18006" y="18005"/>
                </a:lnTo>
                <a:lnTo>
                  <a:pt x="18006" y="15103"/>
                </a:lnTo>
                <a:cubicBezTo>
                  <a:pt x="18006" y="14947"/>
                  <a:pt x="17879" y="14822"/>
                  <a:pt x="17724" y="14822"/>
                </a:cubicBezTo>
                <a:lnTo>
                  <a:pt x="17346" y="14822"/>
                </a:lnTo>
                <a:cubicBezTo>
                  <a:pt x="17191" y="14822"/>
                  <a:pt x="17065" y="14947"/>
                  <a:pt x="17065" y="15103"/>
                </a:cubicBezTo>
                <a:lnTo>
                  <a:pt x="17065" y="18005"/>
                </a:lnTo>
                <a:lnTo>
                  <a:pt x="14676" y="18005"/>
                </a:lnTo>
                <a:lnTo>
                  <a:pt x="14676" y="17415"/>
                </a:lnTo>
                <a:lnTo>
                  <a:pt x="15406" y="17415"/>
                </a:lnTo>
                <a:cubicBezTo>
                  <a:pt x="15406" y="16948"/>
                  <a:pt x="15027" y="16568"/>
                  <a:pt x="14560" y="16568"/>
                </a:cubicBezTo>
                <a:cubicBezTo>
                  <a:pt x="14092" y="16568"/>
                  <a:pt x="13713" y="16948"/>
                  <a:pt x="13713" y="17415"/>
                </a:cubicBezTo>
                <a:lnTo>
                  <a:pt x="14445" y="17415"/>
                </a:lnTo>
                <a:lnTo>
                  <a:pt x="14445" y="18005"/>
                </a:lnTo>
                <a:lnTo>
                  <a:pt x="12468" y="18005"/>
                </a:lnTo>
                <a:lnTo>
                  <a:pt x="12468" y="17415"/>
                </a:lnTo>
                <a:lnTo>
                  <a:pt x="13199" y="17415"/>
                </a:lnTo>
                <a:cubicBezTo>
                  <a:pt x="13199" y="16948"/>
                  <a:pt x="12820" y="16568"/>
                  <a:pt x="12353" y="16568"/>
                </a:cubicBezTo>
                <a:cubicBezTo>
                  <a:pt x="11885" y="16568"/>
                  <a:pt x="11506" y="16948"/>
                  <a:pt x="11506" y="17415"/>
                </a:cubicBezTo>
                <a:lnTo>
                  <a:pt x="12237" y="17415"/>
                </a:lnTo>
                <a:lnTo>
                  <a:pt x="12237" y="18005"/>
                </a:lnTo>
                <a:lnTo>
                  <a:pt x="11037" y="18005"/>
                </a:lnTo>
                <a:cubicBezTo>
                  <a:pt x="10896" y="18005"/>
                  <a:pt x="10783" y="18118"/>
                  <a:pt x="10783" y="18259"/>
                </a:cubicBezTo>
                <a:lnTo>
                  <a:pt x="10783" y="18600"/>
                </a:lnTo>
                <a:cubicBezTo>
                  <a:pt x="10783" y="18739"/>
                  <a:pt x="10896" y="18853"/>
                  <a:pt x="11037" y="18853"/>
                </a:cubicBezTo>
                <a:lnTo>
                  <a:pt x="12013" y="18853"/>
                </a:lnTo>
                <a:cubicBezTo>
                  <a:pt x="11490" y="21545"/>
                  <a:pt x="10653" y="23911"/>
                  <a:pt x="9633" y="25722"/>
                </a:cubicBezTo>
                <a:cubicBezTo>
                  <a:pt x="9408" y="25839"/>
                  <a:pt x="9254" y="26074"/>
                  <a:pt x="9254" y="26346"/>
                </a:cubicBezTo>
                <a:lnTo>
                  <a:pt x="9260" y="26346"/>
                </a:lnTo>
                <a:cubicBezTo>
                  <a:pt x="9148" y="26521"/>
                  <a:pt x="9035" y="26693"/>
                  <a:pt x="8920" y="26856"/>
                </a:cubicBezTo>
                <a:lnTo>
                  <a:pt x="8218" y="26856"/>
                </a:lnTo>
                <a:lnTo>
                  <a:pt x="8218" y="26346"/>
                </a:lnTo>
                <a:lnTo>
                  <a:pt x="8826" y="26346"/>
                </a:lnTo>
                <a:cubicBezTo>
                  <a:pt x="8826" y="25956"/>
                  <a:pt x="8511" y="25642"/>
                  <a:pt x="8123" y="25642"/>
                </a:cubicBezTo>
                <a:cubicBezTo>
                  <a:pt x="7734" y="25642"/>
                  <a:pt x="7419" y="25956"/>
                  <a:pt x="7419" y="26346"/>
                </a:cubicBezTo>
                <a:lnTo>
                  <a:pt x="8027" y="26346"/>
                </a:lnTo>
                <a:lnTo>
                  <a:pt x="8027" y="26856"/>
                </a:lnTo>
                <a:lnTo>
                  <a:pt x="6005" y="26856"/>
                </a:lnTo>
                <a:lnTo>
                  <a:pt x="6005" y="24444"/>
                </a:lnTo>
                <a:cubicBezTo>
                  <a:pt x="6005" y="24314"/>
                  <a:pt x="5900" y="24210"/>
                  <a:pt x="5771" y="24210"/>
                </a:cubicBezTo>
                <a:lnTo>
                  <a:pt x="5456" y="24210"/>
                </a:lnTo>
                <a:cubicBezTo>
                  <a:pt x="5328" y="24210"/>
                  <a:pt x="5223" y="24314"/>
                  <a:pt x="5223" y="24444"/>
                </a:cubicBezTo>
                <a:lnTo>
                  <a:pt x="5223" y="26856"/>
                </a:lnTo>
                <a:lnTo>
                  <a:pt x="3237" y="26856"/>
                </a:lnTo>
                <a:lnTo>
                  <a:pt x="3237" y="26366"/>
                </a:lnTo>
                <a:lnTo>
                  <a:pt x="3844" y="26366"/>
                </a:lnTo>
                <a:cubicBezTo>
                  <a:pt x="3844" y="25977"/>
                  <a:pt x="3530" y="25662"/>
                  <a:pt x="3141" y="25662"/>
                </a:cubicBezTo>
                <a:cubicBezTo>
                  <a:pt x="2752" y="25662"/>
                  <a:pt x="2437" y="25977"/>
                  <a:pt x="2437" y="26366"/>
                </a:cubicBezTo>
                <a:lnTo>
                  <a:pt x="3045" y="26366"/>
                </a:lnTo>
                <a:lnTo>
                  <a:pt x="3045" y="26856"/>
                </a:lnTo>
                <a:lnTo>
                  <a:pt x="1401" y="26856"/>
                </a:lnTo>
                <a:lnTo>
                  <a:pt x="1401" y="26366"/>
                </a:lnTo>
                <a:lnTo>
                  <a:pt x="2009" y="26366"/>
                </a:lnTo>
                <a:cubicBezTo>
                  <a:pt x="2009" y="25977"/>
                  <a:pt x="1694" y="25662"/>
                  <a:pt x="1305" y="25662"/>
                </a:cubicBezTo>
                <a:cubicBezTo>
                  <a:pt x="916" y="25662"/>
                  <a:pt x="602" y="25977"/>
                  <a:pt x="602" y="26366"/>
                </a:cubicBezTo>
                <a:lnTo>
                  <a:pt x="1209" y="26366"/>
                </a:lnTo>
                <a:lnTo>
                  <a:pt x="1209" y="26856"/>
                </a:lnTo>
                <a:lnTo>
                  <a:pt x="211" y="26856"/>
                </a:lnTo>
                <a:cubicBezTo>
                  <a:pt x="94" y="26856"/>
                  <a:pt x="1" y="26950"/>
                  <a:pt x="1" y="27067"/>
                </a:cubicBezTo>
                <a:lnTo>
                  <a:pt x="1" y="27351"/>
                </a:lnTo>
                <a:cubicBezTo>
                  <a:pt x="1" y="27468"/>
                  <a:pt x="94" y="27561"/>
                  <a:pt x="211" y="27561"/>
                </a:cubicBezTo>
                <a:lnTo>
                  <a:pt x="1296" y="27561"/>
                </a:lnTo>
                <a:lnTo>
                  <a:pt x="1495" y="27644"/>
                </a:lnTo>
                <a:cubicBezTo>
                  <a:pt x="2634" y="28935"/>
                  <a:pt x="3805" y="29586"/>
                  <a:pt x="4991" y="29586"/>
                </a:cubicBezTo>
                <a:cubicBezTo>
                  <a:pt x="5068" y="29586"/>
                  <a:pt x="5145" y="29583"/>
                  <a:pt x="5222" y="29578"/>
                </a:cubicBezTo>
                <a:lnTo>
                  <a:pt x="5222" y="58992"/>
                </a:lnTo>
                <a:lnTo>
                  <a:pt x="4430" y="58992"/>
                </a:lnTo>
                <a:cubicBezTo>
                  <a:pt x="4175" y="58992"/>
                  <a:pt x="3969" y="59183"/>
                  <a:pt x="3969" y="59420"/>
                </a:cubicBezTo>
                <a:lnTo>
                  <a:pt x="3969" y="69999"/>
                </a:lnTo>
                <a:cubicBezTo>
                  <a:pt x="3969" y="70236"/>
                  <a:pt x="4175" y="70427"/>
                  <a:pt x="4430" y="70427"/>
                </a:cubicBezTo>
                <a:lnTo>
                  <a:pt x="6796" y="70427"/>
                </a:lnTo>
                <a:cubicBezTo>
                  <a:pt x="7052" y="70427"/>
                  <a:pt x="7259" y="70236"/>
                  <a:pt x="7259" y="69999"/>
                </a:cubicBezTo>
                <a:lnTo>
                  <a:pt x="7259" y="59420"/>
                </a:lnTo>
                <a:cubicBezTo>
                  <a:pt x="7259" y="59183"/>
                  <a:pt x="7052" y="58992"/>
                  <a:pt x="6796" y="58992"/>
                </a:cubicBezTo>
                <a:lnTo>
                  <a:pt x="6004" y="58992"/>
                </a:lnTo>
                <a:lnTo>
                  <a:pt x="6004" y="29427"/>
                </a:lnTo>
                <a:cubicBezTo>
                  <a:pt x="6054" y="29412"/>
                  <a:pt x="6104" y="29394"/>
                  <a:pt x="6153" y="29377"/>
                </a:cubicBezTo>
                <a:cubicBezTo>
                  <a:pt x="6493" y="29480"/>
                  <a:pt x="6835" y="29533"/>
                  <a:pt x="7177" y="29533"/>
                </a:cubicBezTo>
                <a:cubicBezTo>
                  <a:pt x="7455" y="29533"/>
                  <a:pt x="7731" y="29499"/>
                  <a:pt x="8008" y="29430"/>
                </a:cubicBezTo>
                <a:cubicBezTo>
                  <a:pt x="8531" y="29300"/>
                  <a:pt x="9045" y="29044"/>
                  <a:pt x="9545" y="28678"/>
                </a:cubicBezTo>
                <a:cubicBezTo>
                  <a:pt x="10404" y="29322"/>
                  <a:pt x="11314" y="29651"/>
                  <a:pt x="12250" y="29651"/>
                </a:cubicBezTo>
                <a:cubicBezTo>
                  <a:pt x="12558" y="29651"/>
                  <a:pt x="12869" y="29614"/>
                  <a:pt x="13183" y="29542"/>
                </a:cubicBezTo>
                <a:cubicBezTo>
                  <a:pt x="13486" y="29613"/>
                  <a:pt x="13791" y="29651"/>
                  <a:pt x="14100" y="29651"/>
                </a:cubicBezTo>
                <a:cubicBezTo>
                  <a:pt x="14437" y="29651"/>
                  <a:pt x="14776" y="29609"/>
                  <a:pt x="15118" y="29524"/>
                </a:cubicBezTo>
                <a:cubicBezTo>
                  <a:pt x="15770" y="29361"/>
                  <a:pt x="16426" y="29037"/>
                  <a:pt x="17065" y="28570"/>
                </a:cubicBezTo>
                <a:lnTo>
                  <a:pt x="17065" y="56662"/>
                </a:lnTo>
                <a:lnTo>
                  <a:pt x="16111" y="56662"/>
                </a:lnTo>
                <a:cubicBezTo>
                  <a:pt x="15805" y="56662"/>
                  <a:pt x="15555" y="56892"/>
                  <a:pt x="15555" y="57177"/>
                </a:cubicBezTo>
                <a:lnTo>
                  <a:pt x="15555" y="69902"/>
                </a:lnTo>
                <a:cubicBezTo>
                  <a:pt x="15555" y="70186"/>
                  <a:pt x="15805" y="70416"/>
                  <a:pt x="16111" y="70416"/>
                </a:cubicBezTo>
                <a:lnTo>
                  <a:pt x="18958" y="70416"/>
                </a:lnTo>
                <a:cubicBezTo>
                  <a:pt x="19264" y="70416"/>
                  <a:pt x="19513" y="70186"/>
                  <a:pt x="19513" y="69902"/>
                </a:cubicBezTo>
                <a:lnTo>
                  <a:pt x="19513" y="57177"/>
                </a:lnTo>
                <a:cubicBezTo>
                  <a:pt x="19513" y="56892"/>
                  <a:pt x="19264" y="56662"/>
                  <a:pt x="18958" y="56662"/>
                </a:cubicBezTo>
                <a:lnTo>
                  <a:pt x="18005" y="56662"/>
                </a:lnTo>
                <a:lnTo>
                  <a:pt x="18005" y="27771"/>
                </a:lnTo>
                <a:cubicBezTo>
                  <a:pt x="18568" y="27219"/>
                  <a:pt x="19107" y="26556"/>
                  <a:pt x="19607" y="25794"/>
                </a:cubicBezTo>
                <a:cubicBezTo>
                  <a:pt x="20659" y="24189"/>
                  <a:pt x="21505" y="22202"/>
                  <a:pt x="22051" y="20083"/>
                </a:cubicBezTo>
                <a:cubicBezTo>
                  <a:pt x="22778" y="20682"/>
                  <a:pt x="23605" y="20994"/>
                  <a:pt x="24498" y="20994"/>
                </a:cubicBezTo>
                <a:cubicBezTo>
                  <a:pt x="24800" y="20994"/>
                  <a:pt x="25111" y="20959"/>
                  <a:pt x="25427" y="20887"/>
                </a:cubicBezTo>
                <a:cubicBezTo>
                  <a:pt x="25489" y="20872"/>
                  <a:pt x="25550" y="20857"/>
                  <a:pt x="25612" y="20840"/>
                </a:cubicBezTo>
                <a:cubicBezTo>
                  <a:pt x="25969" y="20942"/>
                  <a:pt x="26342" y="20995"/>
                  <a:pt x="26727" y="20995"/>
                </a:cubicBezTo>
                <a:cubicBezTo>
                  <a:pt x="27068" y="20995"/>
                  <a:pt x="27420" y="20955"/>
                  <a:pt x="27780" y="20872"/>
                </a:cubicBezTo>
                <a:cubicBezTo>
                  <a:pt x="28531" y="20701"/>
                  <a:pt x="29302" y="20353"/>
                  <a:pt x="30063" y="19846"/>
                </a:cubicBezTo>
                <a:lnTo>
                  <a:pt x="30063" y="54153"/>
                </a:lnTo>
                <a:lnTo>
                  <a:pt x="28830" y="54153"/>
                </a:lnTo>
                <a:cubicBezTo>
                  <a:pt x="28432" y="54153"/>
                  <a:pt x="28111" y="54451"/>
                  <a:pt x="28111" y="54819"/>
                </a:cubicBezTo>
                <a:lnTo>
                  <a:pt x="28111" y="71289"/>
                </a:lnTo>
                <a:cubicBezTo>
                  <a:pt x="28111" y="71657"/>
                  <a:pt x="28432" y="71956"/>
                  <a:pt x="28830" y="71956"/>
                </a:cubicBezTo>
                <a:lnTo>
                  <a:pt x="32514" y="71956"/>
                </a:lnTo>
                <a:cubicBezTo>
                  <a:pt x="32911" y="71956"/>
                  <a:pt x="33234" y="71657"/>
                  <a:pt x="33234" y="71289"/>
                </a:cubicBezTo>
                <a:lnTo>
                  <a:pt x="33234" y="54819"/>
                </a:lnTo>
                <a:cubicBezTo>
                  <a:pt x="33234" y="54451"/>
                  <a:pt x="32911" y="54153"/>
                  <a:pt x="32514" y="54153"/>
                </a:cubicBezTo>
                <a:lnTo>
                  <a:pt x="31280" y="54153"/>
                </a:lnTo>
                <a:lnTo>
                  <a:pt x="31280" y="18891"/>
                </a:lnTo>
                <a:cubicBezTo>
                  <a:pt x="34159" y="16286"/>
                  <a:pt x="36688" y="11427"/>
                  <a:pt x="37293" y="5260"/>
                </a:cubicBezTo>
                <a:lnTo>
                  <a:pt x="37394" y="5218"/>
                </a:lnTo>
                <a:lnTo>
                  <a:pt x="39083" y="5218"/>
                </a:lnTo>
                <a:cubicBezTo>
                  <a:pt x="39265" y="5218"/>
                  <a:pt x="39412" y="5071"/>
                  <a:pt x="39412" y="4890"/>
                </a:cubicBezTo>
                <a:lnTo>
                  <a:pt x="39412" y="4448"/>
                </a:lnTo>
                <a:cubicBezTo>
                  <a:pt x="39412" y="4267"/>
                  <a:pt x="39265" y="4120"/>
                  <a:pt x="39084" y="4120"/>
                </a:cubicBezTo>
                <a:lnTo>
                  <a:pt x="37585" y="4120"/>
                </a:lnTo>
                <a:lnTo>
                  <a:pt x="37585" y="3325"/>
                </a:lnTo>
                <a:lnTo>
                  <a:pt x="38531" y="3325"/>
                </a:lnTo>
                <a:cubicBezTo>
                  <a:pt x="38531" y="2719"/>
                  <a:pt x="38040" y="2229"/>
                  <a:pt x="37435" y="2229"/>
                </a:cubicBezTo>
                <a:cubicBezTo>
                  <a:pt x="36831" y="2229"/>
                  <a:pt x="36340" y="2720"/>
                  <a:pt x="36340" y="3325"/>
                </a:cubicBezTo>
                <a:lnTo>
                  <a:pt x="37286" y="3325"/>
                </a:lnTo>
                <a:lnTo>
                  <a:pt x="37286" y="4120"/>
                </a:lnTo>
                <a:lnTo>
                  <a:pt x="34728" y="4120"/>
                </a:lnTo>
                <a:lnTo>
                  <a:pt x="34728" y="3325"/>
                </a:lnTo>
                <a:lnTo>
                  <a:pt x="35674" y="3325"/>
                </a:lnTo>
                <a:cubicBezTo>
                  <a:pt x="35674" y="2719"/>
                  <a:pt x="35184" y="2229"/>
                  <a:pt x="34579" y="2229"/>
                </a:cubicBezTo>
                <a:cubicBezTo>
                  <a:pt x="33973" y="2229"/>
                  <a:pt x="33482" y="2720"/>
                  <a:pt x="33482" y="3325"/>
                </a:cubicBezTo>
                <a:lnTo>
                  <a:pt x="34429" y="3325"/>
                </a:lnTo>
                <a:lnTo>
                  <a:pt x="34429" y="4120"/>
                </a:lnTo>
                <a:lnTo>
                  <a:pt x="31282" y="4120"/>
                </a:lnTo>
                <a:lnTo>
                  <a:pt x="31282" y="364"/>
                </a:lnTo>
                <a:cubicBezTo>
                  <a:pt x="31282" y="164"/>
                  <a:pt x="31118" y="1"/>
                  <a:pt x="3091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482" name="Google Shape;482;p24"/>
          <p:cNvSpPr/>
          <p:nvPr/>
        </p:nvSpPr>
        <p:spPr>
          <a:xfrm flipH="1">
            <a:off x="-1252450" y="800101"/>
            <a:ext cx="2722975" cy="4971440"/>
          </a:xfrm>
          <a:custGeom>
            <a:avLst/>
            <a:gdLst/>
            <a:ahLst/>
            <a:cxnLst/>
            <a:rect l="l" t="t" r="r" b="b"/>
            <a:pathLst>
              <a:path w="39412" h="71956" extrusionOk="0">
                <a:moveTo>
                  <a:pt x="26435" y="5219"/>
                </a:moveTo>
                <a:cubicBezTo>
                  <a:pt x="26414" y="5447"/>
                  <a:pt x="26391" y="5674"/>
                  <a:pt x="26366" y="5900"/>
                </a:cubicBezTo>
                <a:lnTo>
                  <a:pt x="24728" y="5219"/>
                </a:lnTo>
                <a:close/>
                <a:moveTo>
                  <a:pt x="36617" y="5219"/>
                </a:moveTo>
                <a:lnTo>
                  <a:pt x="34266" y="6197"/>
                </a:lnTo>
                <a:cubicBezTo>
                  <a:pt x="34307" y="5875"/>
                  <a:pt x="34344" y="5549"/>
                  <a:pt x="34375" y="5219"/>
                </a:cubicBezTo>
                <a:close/>
                <a:moveTo>
                  <a:pt x="30064" y="5219"/>
                </a:moveTo>
                <a:lnTo>
                  <a:pt x="30064" y="7439"/>
                </a:lnTo>
                <a:lnTo>
                  <a:pt x="26467" y="5942"/>
                </a:lnTo>
                <a:cubicBezTo>
                  <a:pt x="26494" y="5702"/>
                  <a:pt x="26518" y="5461"/>
                  <a:pt x="26541" y="5219"/>
                </a:cubicBezTo>
                <a:close/>
                <a:moveTo>
                  <a:pt x="34269" y="5219"/>
                </a:moveTo>
                <a:cubicBezTo>
                  <a:pt x="34236" y="5564"/>
                  <a:pt x="34198" y="5906"/>
                  <a:pt x="34154" y="6243"/>
                </a:cubicBezTo>
                <a:lnTo>
                  <a:pt x="31282" y="7439"/>
                </a:lnTo>
                <a:lnTo>
                  <a:pt x="31282" y="5219"/>
                </a:lnTo>
                <a:close/>
                <a:moveTo>
                  <a:pt x="34108" y="6587"/>
                </a:moveTo>
                <a:cubicBezTo>
                  <a:pt x="33621" y="10031"/>
                  <a:pt x="32586" y="13006"/>
                  <a:pt x="31282" y="15337"/>
                </a:cubicBezTo>
                <a:lnTo>
                  <a:pt x="31282" y="7763"/>
                </a:lnTo>
                <a:lnTo>
                  <a:pt x="34108" y="6587"/>
                </a:lnTo>
                <a:close/>
                <a:moveTo>
                  <a:pt x="20438" y="17390"/>
                </a:moveTo>
                <a:lnTo>
                  <a:pt x="20438" y="18004"/>
                </a:lnTo>
                <a:lnTo>
                  <a:pt x="19995" y="18004"/>
                </a:lnTo>
                <a:cubicBezTo>
                  <a:pt x="20128" y="17809"/>
                  <a:pt x="20260" y="17604"/>
                  <a:pt x="20389" y="17390"/>
                </a:cubicBezTo>
                <a:close/>
                <a:moveTo>
                  <a:pt x="23951" y="5218"/>
                </a:moveTo>
                <a:lnTo>
                  <a:pt x="26331" y="6210"/>
                </a:lnTo>
                <a:cubicBezTo>
                  <a:pt x="25896" y="9839"/>
                  <a:pt x="24941" y="13226"/>
                  <a:pt x="23593" y="15872"/>
                </a:cubicBezTo>
                <a:cubicBezTo>
                  <a:pt x="23456" y="16140"/>
                  <a:pt x="23316" y="16400"/>
                  <a:pt x="23172" y="16651"/>
                </a:cubicBezTo>
                <a:cubicBezTo>
                  <a:pt x="23051" y="16583"/>
                  <a:pt x="22910" y="16544"/>
                  <a:pt x="22761" y="16544"/>
                </a:cubicBezTo>
                <a:cubicBezTo>
                  <a:pt x="22293" y="16544"/>
                  <a:pt x="21914" y="16923"/>
                  <a:pt x="21914" y="17390"/>
                </a:cubicBezTo>
                <a:lnTo>
                  <a:pt x="22645" y="17390"/>
                </a:lnTo>
                <a:lnTo>
                  <a:pt x="22645" y="17507"/>
                </a:lnTo>
                <a:cubicBezTo>
                  <a:pt x="22532" y="17679"/>
                  <a:pt x="22418" y="17844"/>
                  <a:pt x="22302" y="18004"/>
                </a:cubicBezTo>
                <a:lnTo>
                  <a:pt x="20668" y="18004"/>
                </a:lnTo>
                <a:lnTo>
                  <a:pt x="20668" y="17390"/>
                </a:lnTo>
                <a:lnTo>
                  <a:pt x="21399" y="17390"/>
                </a:lnTo>
                <a:cubicBezTo>
                  <a:pt x="21399" y="17024"/>
                  <a:pt x="21166" y="16713"/>
                  <a:pt x="20841" y="16595"/>
                </a:cubicBezTo>
                <a:cubicBezTo>
                  <a:pt x="20957" y="16378"/>
                  <a:pt x="21071" y="16154"/>
                  <a:pt x="21183" y="15922"/>
                </a:cubicBezTo>
                <a:cubicBezTo>
                  <a:pt x="22577" y="13043"/>
                  <a:pt x="23537" y="9257"/>
                  <a:pt x="23906" y="5218"/>
                </a:cubicBezTo>
                <a:close/>
                <a:moveTo>
                  <a:pt x="22645" y="17705"/>
                </a:moveTo>
                <a:lnTo>
                  <a:pt x="22645" y="18005"/>
                </a:lnTo>
                <a:lnTo>
                  <a:pt x="22437" y="18005"/>
                </a:lnTo>
                <a:cubicBezTo>
                  <a:pt x="22507" y="17906"/>
                  <a:pt x="22577" y="17806"/>
                  <a:pt x="22645" y="17705"/>
                </a:cubicBezTo>
                <a:close/>
                <a:moveTo>
                  <a:pt x="37183" y="5306"/>
                </a:moveTo>
                <a:cubicBezTo>
                  <a:pt x="36576" y="11373"/>
                  <a:pt x="34103" y="16160"/>
                  <a:pt x="31282" y="18753"/>
                </a:cubicBezTo>
                <a:lnTo>
                  <a:pt x="31282" y="15545"/>
                </a:lnTo>
                <a:cubicBezTo>
                  <a:pt x="32644" y="13165"/>
                  <a:pt x="33724" y="10100"/>
                  <a:pt x="34221" y="6539"/>
                </a:cubicBezTo>
                <a:lnTo>
                  <a:pt x="37183" y="5306"/>
                </a:lnTo>
                <a:close/>
                <a:moveTo>
                  <a:pt x="22128" y="18853"/>
                </a:moveTo>
                <a:lnTo>
                  <a:pt x="21574" y="19084"/>
                </a:lnTo>
                <a:cubicBezTo>
                  <a:pt x="21642" y="19009"/>
                  <a:pt x="21711" y="18933"/>
                  <a:pt x="21778" y="18853"/>
                </a:cubicBezTo>
                <a:close/>
                <a:moveTo>
                  <a:pt x="21627" y="18853"/>
                </a:moveTo>
                <a:cubicBezTo>
                  <a:pt x="21526" y="18968"/>
                  <a:pt x="21426" y="19077"/>
                  <a:pt x="21324" y="19183"/>
                </a:cubicBezTo>
                <a:cubicBezTo>
                  <a:pt x="21243" y="19077"/>
                  <a:pt x="21164" y="18968"/>
                  <a:pt x="21086" y="18853"/>
                </a:cubicBezTo>
                <a:close/>
                <a:moveTo>
                  <a:pt x="14353" y="18853"/>
                </a:moveTo>
                <a:cubicBezTo>
                  <a:pt x="14317" y="19035"/>
                  <a:pt x="14280" y="19215"/>
                  <a:pt x="14242" y="19394"/>
                </a:cubicBezTo>
                <a:lnTo>
                  <a:pt x="12941" y="18853"/>
                </a:lnTo>
                <a:close/>
                <a:moveTo>
                  <a:pt x="20962" y="18853"/>
                </a:moveTo>
                <a:cubicBezTo>
                  <a:pt x="21048" y="18984"/>
                  <a:pt x="21138" y="19108"/>
                  <a:pt x="21230" y="19227"/>
                </a:cubicBezTo>
                <a:lnTo>
                  <a:pt x="20317" y="19608"/>
                </a:lnTo>
                <a:cubicBezTo>
                  <a:pt x="20374" y="19357"/>
                  <a:pt x="20427" y="19106"/>
                  <a:pt x="20478" y="18853"/>
                </a:cubicBezTo>
                <a:close/>
                <a:moveTo>
                  <a:pt x="22176" y="19084"/>
                </a:moveTo>
                <a:cubicBezTo>
                  <a:pt x="22119" y="19358"/>
                  <a:pt x="22055" y="19631"/>
                  <a:pt x="21987" y="19902"/>
                </a:cubicBezTo>
                <a:cubicBezTo>
                  <a:pt x="21811" y="19745"/>
                  <a:pt x="21641" y="19569"/>
                  <a:pt x="21478" y="19373"/>
                </a:cubicBezTo>
                <a:lnTo>
                  <a:pt x="22176" y="19084"/>
                </a:lnTo>
                <a:close/>
                <a:moveTo>
                  <a:pt x="14646" y="18853"/>
                </a:moveTo>
                <a:cubicBezTo>
                  <a:pt x="14904" y="19258"/>
                  <a:pt x="15178" y="19608"/>
                  <a:pt x="15465" y="19904"/>
                </a:cubicBezTo>
                <a:lnTo>
                  <a:pt x="14341" y="19435"/>
                </a:lnTo>
                <a:cubicBezTo>
                  <a:pt x="14383" y="19243"/>
                  <a:pt x="14422" y="19049"/>
                  <a:pt x="14460" y="18853"/>
                </a:cubicBezTo>
                <a:close/>
                <a:moveTo>
                  <a:pt x="19228" y="18853"/>
                </a:moveTo>
                <a:cubicBezTo>
                  <a:pt x="18830" y="19331"/>
                  <a:pt x="18421" y="19732"/>
                  <a:pt x="18006" y="20049"/>
                </a:cubicBezTo>
                <a:lnTo>
                  <a:pt x="18006" y="18853"/>
                </a:lnTo>
                <a:close/>
                <a:moveTo>
                  <a:pt x="20866" y="19628"/>
                </a:moveTo>
                <a:lnTo>
                  <a:pt x="20866" y="19628"/>
                </a:lnTo>
                <a:cubicBezTo>
                  <a:pt x="20637" y="19835"/>
                  <a:pt x="20406" y="20018"/>
                  <a:pt x="20175" y="20178"/>
                </a:cubicBezTo>
                <a:cubicBezTo>
                  <a:pt x="20199" y="20080"/>
                  <a:pt x="20224" y="19983"/>
                  <a:pt x="20249" y="19885"/>
                </a:cubicBezTo>
                <a:lnTo>
                  <a:pt x="20866" y="19628"/>
                </a:lnTo>
                <a:close/>
                <a:moveTo>
                  <a:pt x="12780" y="19035"/>
                </a:moveTo>
                <a:lnTo>
                  <a:pt x="14193" y="19624"/>
                </a:lnTo>
                <a:cubicBezTo>
                  <a:pt x="14139" y="19867"/>
                  <a:pt x="14081" y="20105"/>
                  <a:pt x="14021" y="20341"/>
                </a:cubicBezTo>
                <a:cubicBezTo>
                  <a:pt x="13584" y="20029"/>
                  <a:pt x="13167" y="19592"/>
                  <a:pt x="12780" y="19035"/>
                </a:cubicBezTo>
                <a:close/>
                <a:moveTo>
                  <a:pt x="17065" y="18853"/>
                </a:moveTo>
                <a:lnTo>
                  <a:pt x="17065" y="20569"/>
                </a:lnTo>
                <a:lnTo>
                  <a:pt x="15728" y="20012"/>
                </a:lnTo>
                <a:cubicBezTo>
                  <a:pt x="15391" y="19701"/>
                  <a:pt x="15070" y="19315"/>
                  <a:pt x="14770" y="18853"/>
                </a:cubicBezTo>
                <a:close/>
                <a:moveTo>
                  <a:pt x="20370" y="18853"/>
                </a:moveTo>
                <a:cubicBezTo>
                  <a:pt x="20317" y="19123"/>
                  <a:pt x="20259" y="19391"/>
                  <a:pt x="20195" y="19658"/>
                </a:cubicBezTo>
                <a:lnTo>
                  <a:pt x="18006" y="20569"/>
                </a:lnTo>
                <a:lnTo>
                  <a:pt x="18006" y="20181"/>
                </a:lnTo>
                <a:cubicBezTo>
                  <a:pt x="18468" y="19837"/>
                  <a:pt x="18924" y="19392"/>
                  <a:pt x="19365" y="18853"/>
                </a:cubicBezTo>
                <a:close/>
                <a:moveTo>
                  <a:pt x="16554" y="20606"/>
                </a:moveTo>
                <a:lnTo>
                  <a:pt x="16825" y="20719"/>
                </a:lnTo>
                <a:cubicBezTo>
                  <a:pt x="16819" y="20721"/>
                  <a:pt x="16813" y="20723"/>
                  <a:pt x="16807" y="20725"/>
                </a:cubicBezTo>
                <a:cubicBezTo>
                  <a:pt x="16722" y="20690"/>
                  <a:pt x="16638" y="20650"/>
                  <a:pt x="16554" y="20606"/>
                </a:cubicBezTo>
                <a:close/>
                <a:moveTo>
                  <a:pt x="26433" y="6252"/>
                </a:moveTo>
                <a:lnTo>
                  <a:pt x="30064" y="7763"/>
                </a:lnTo>
                <a:lnTo>
                  <a:pt x="30064" y="17227"/>
                </a:lnTo>
                <a:cubicBezTo>
                  <a:pt x="28674" y="19095"/>
                  <a:pt x="27108" y="20315"/>
                  <a:pt x="25615" y="20730"/>
                </a:cubicBezTo>
                <a:cubicBezTo>
                  <a:pt x="24679" y="20454"/>
                  <a:pt x="23854" y="19820"/>
                  <a:pt x="23188" y="18853"/>
                </a:cubicBezTo>
                <a:lnTo>
                  <a:pt x="24034" y="18853"/>
                </a:lnTo>
                <a:cubicBezTo>
                  <a:pt x="24174" y="18853"/>
                  <a:pt x="24288" y="18739"/>
                  <a:pt x="24288" y="18600"/>
                </a:cubicBezTo>
                <a:lnTo>
                  <a:pt x="24288" y="18259"/>
                </a:lnTo>
                <a:cubicBezTo>
                  <a:pt x="24288" y="18118"/>
                  <a:pt x="24174" y="18005"/>
                  <a:pt x="24034" y="18005"/>
                </a:cubicBezTo>
                <a:lnTo>
                  <a:pt x="22876" y="18005"/>
                </a:lnTo>
                <a:lnTo>
                  <a:pt x="22876" y="17390"/>
                </a:lnTo>
                <a:lnTo>
                  <a:pt x="23607" y="17390"/>
                </a:lnTo>
                <a:cubicBezTo>
                  <a:pt x="23607" y="17110"/>
                  <a:pt x="23471" y="16863"/>
                  <a:pt x="23261" y="16709"/>
                </a:cubicBezTo>
                <a:cubicBezTo>
                  <a:pt x="23406" y="16455"/>
                  <a:pt x="23548" y="16192"/>
                  <a:pt x="23687" y="15919"/>
                </a:cubicBezTo>
                <a:cubicBezTo>
                  <a:pt x="25037" y="13270"/>
                  <a:pt x="25994" y="9882"/>
                  <a:pt x="26433" y="6252"/>
                </a:cubicBezTo>
                <a:close/>
                <a:moveTo>
                  <a:pt x="16965" y="20777"/>
                </a:moveTo>
                <a:lnTo>
                  <a:pt x="17065" y="20819"/>
                </a:lnTo>
                <a:lnTo>
                  <a:pt x="17065" y="20821"/>
                </a:lnTo>
                <a:cubicBezTo>
                  <a:pt x="17027" y="20809"/>
                  <a:pt x="16990" y="20796"/>
                  <a:pt x="16952" y="20783"/>
                </a:cubicBezTo>
                <a:cubicBezTo>
                  <a:pt x="16957" y="20781"/>
                  <a:pt x="16961" y="20779"/>
                  <a:pt x="16965" y="20777"/>
                </a:cubicBezTo>
                <a:close/>
                <a:moveTo>
                  <a:pt x="30064" y="17395"/>
                </a:moveTo>
                <a:lnTo>
                  <a:pt x="30064" y="19722"/>
                </a:lnTo>
                <a:cubicBezTo>
                  <a:pt x="29294" y="20241"/>
                  <a:pt x="28517" y="20596"/>
                  <a:pt x="27757" y="20770"/>
                </a:cubicBezTo>
                <a:cubicBezTo>
                  <a:pt x="27407" y="20849"/>
                  <a:pt x="27065" y="20889"/>
                  <a:pt x="26733" y="20889"/>
                </a:cubicBezTo>
                <a:cubicBezTo>
                  <a:pt x="26416" y="20889"/>
                  <a:pt x="26107" y="20853"/>
                  <a:pt x="25809" y="20782"/>
                </a:cubicBezTo>
                <a:cubicBezTo>
                  <a:pt x="27242" y="20329"/>
                  <a:pt x="28730" y="19155"/>
                  <a:pt x="30064" y="17395"/>
                </a:cubicBezTo>
                <a:close/>
                <a:moveTo>
                  <a:pt x="23062" y="18853"/>
                </a:moveTo>
                <a:cubicBezTo>
                  <a:pt x="23710" y="19818"/>
                  <a:pt x="24513" y="20468"/>
                  <a:pt x="25423" y="20779"/>
                </a:cubicBezTo>
                <a:cubicBezTo>
                  <a:pt x="25417" y="20780"/>
                  <a:pt x="25411" y="20782"/>
                  <a:pt x="25403" y="20784"/>
                </a:cubicBezTo>
                <a:cubicBezTo>
                  <a:pt x="25086" y="20857"/>
                  <a:pt x="24776" y="20893"/>
                  <a:pt x="24474" y="20893"/>
                </a:cubicBezTo>
                <a:cubicBezTo>
                  <a:pt x="23593" y="20893"/>
                  <a:pt x="22787" y="20585"/>
                  <a:pt x="22077" y="19981"/>
                </a:cubicBezTo>
                <a:cubicBezTo>
                  <a:pt x="22156" y="19667"/>
                  <a:pt x="22228" y="19352"/>
                  <a:pt x="22293" y="19034"/>
                </a:cubicBezTo>
                <a:lnTo>
                  <a:pt x="22728" y="18853"/>
                </a:lnTo>
                <a:close/>
                <a:moveTo>
                  <a:pt x="14291" y="19665"/>
                </a:moveTo>
                <a:lnTo>
                  <a:pt x="15997" y="20374"/>
                </a:lnTo>
                <a:cubicBezTo>
                  <a:pt x="16212" y="20536"/>
                  <a:pt x="16434" y="20671"/>
                  <a:pt x="16661" y="20776"/>
                </a:cubicBezTo>
                <a:cubicBezTo>
                  <a:pt x="16571" y="20805"/>
                  <a:pt x="16482" y="20829"/>
                  <a:pt x="16393" y="20850"/>
                </a:cubicBezTo>
                <a:cubicBezTo>
                  <a:pt x="16173" y="20900"/>
                  <a:pt x="15956" y="20925"/>
                  <a:pt x="15743" y="20925"/>
                </a:cubicBezTo>
                <a:cubicBezTo>
                  <a:pt x="15176" y="20925"/>
                  <a:pt x="14630" y="20750"/>
                  <a:pt x="14114" y="20405"/>
                </a:cubicBezTo>
                <a:cubicBezTo>
                  <a:pt x="14175" y="20160"/>
                  <a:pt x="14236" y="19915"/>
                  <a:pt x="14291" y="19665"/>
                </a:cubicBezTo>
                <a:close/>
                <a:moveTo>
                  <a:pt x="20127" y="19935"/>
                </a:moveTo>
                <a:lnTo>
                  <a:pt x="20127" y="19935"/>
                </a:lnTo>
                <a:cubicBezTo>
                  <a:pt x="20100" y="20046"/>
                  <a:pt x="20071" y="20156"/>
                  <a:pt x="20041" y="20266"/>
                </a:cubicBezTo>
                <a:cubicBezTo>
                  <a:pt x="19581" y="20566"/>
                  <a:pt x="19117" y="20774"/>
                  <a:pt x="18660" y="20878"/>
                </a:cubicBezTo>
                <a:cubicBezTo>
                  <a:pt x="18439" y="20928"/>
                  <a:pt x="18220" y="20955"/>
                  <a:pt x="18006" y="20959"/>
                </a:cubicBezTo>
                <a:lnTo>
                  <a:pt x="18006" y="20819"/>
                </a:lnTo>
                <a:lnTo>
                  <a:pt x="20127" y="19935"/>
                </a:lnTo>
                <a:close/>
                <a:moveTo>
                  <a:pt x="19998" y="20426"/>
                </a:moveTo>
                <a:lnTo>
                  <a:pt x="19998" y="20426"/>
                </a:lnTo>
                <a:cubicBezTo>
                  <a:pt x="19519" y="22165"/>
                  <a:pt x="18836" y="23801"/>
                  <a:pt x="18006" y="25194"/>
                </a:cubicBezTo>
                <a:lnTo>
                  <a:pt x="18006" y="21064"/>
                </a:lnTo>
                <a:cubicBezTo>
                  <a:pt x="18228" y="21059"/>
                  <a:pt x="18455" y="21033"/>
                  <a:pt x="18684" y="20980"/>
                </a:cubicBezTo>
                <a:cubicBezTo>
                  <a:pt x="19124" y="20880"/>
                  <a:pt x="19563" y="20694"/>
                  <a:pt x="19998" y="20426"/>
                </a:cubicBezTo>
                <a:close/>
                <a:moveTo>
                  <a:pt x="9862" y="26346"/>
                </a:moveTo>
                <a:lnTo>
                  <a:pt x="9862" y="26856"/>
                </a:lnTo>
                <a:lnTo>
                  <a:pt x="9073" y="26856"/>
                </a:lnTo>
                <a:cubicBezTo>
                  <a:pt x="9187" y="26692"/>
                  <a:pt x="9300" y="26522"/>
                  <a:pt x="9411" y="26346"/>
                </a:cubicBezTo>
                <a:close/>
                <a:moveTo>
                  <a:pt x="12341" y="18853"/>
                </a:moveTo>
                <a:lnTo>
                  <a:pt x="12604" y="18962"/>
                </a:lnTo>
                <a:cubicBezTo>
                  <a:pt x="13035" y="19608"/>
                  <a:pt x="13500" y="20105"/>
                  <a:pt x="13995" y="20449"/>
                </a:cubicBezTo>
                <a:cubicBezTo>
                  <a:pt x="13320" y="23080"/>
                  <a:pt x="12317" y="25315"/>
                  <a:pt x="11140" y="26896"/>
                </a:cubicBezTo>
                <a:cubicBezTo>
                  <a:pt x="11105" y="26872"/>
                  <a:pt x="11063" y="26856"/>
                  <a:pt x="11017" y="26856"/>
                </a:cubicBezTo>
                <a:lnTo>
                  <a:pt x="10054" y="26856"/>
                </a:lnTo>
                <a:lnTo>
                  <a:pt x="10054" y="26346"/>
                </a:lnTo>
                <a:lnTo>
                  <a:pt x="10661" y="26346"/>
                </a:lnTo>
                <a:cubicBezTo>
                  <a:pt x="10661" y="25956"/>
                  <a:pt x="10347" y="25642"/>
                  <a:pt x="9958" y="25642"/>
                </a:cubicBezTo>
                <a:cubicBezTo>
                  <a:pt x="9908" y="25642"/>
                  <a:pt x="9860" y="25647"/>
                  <a:pt x="9814" y="25656"/>
                </a:cubicBezTo>
                <a:cubicBezTo>
                  <a:pt x="10800" y="23859"/>
                  <a:pt x="11604" y="21530"/>
                  <a:pt x="12119" y="18853"/>
                </a:cubicBezTo>
                <a:close/>
                <a:moveTo>
                  <a:pt x="21381" y="19414"/>
                </a:moveTo>
                <a:cubicBezTo>
                  <a:pt x="21566" y="19634"/>
                  <a:pt x="21759" y="19834"/>
                  <a:pt x="21961" y="20009"/>
                </a:cubicBezTo>
                <a:cubicBezTo>
                  <a:pt x="21420" y="22135"/>
                  <a:pt x="20573" y="24129"/>
                  <a:pt x="19519" y="25735"/>
                </a:cubicBezTo>
                <a:cubicBezTo>
                  <a:pt x="19046" y="26459"/>
                  <a:pt x="18536" y="27091"/>
                  <a:pt x="18006" y="27622"/>
                </a:cubicBezTo>
                <a:lnTo>
                  <a:pt x="18006" y="25399"/>
                </a:lnTo>
                <a:cubicBezTo>
                  <a:pt x="18901" y="23937"/>
                  <a:pt x="19629" y="22195"/>
                  <a:pt x="20130" y="20343"/>
                </a:cubicBezTo>
                <a:cubicBezTo>
                  <a:pt x="20481" y="20114"/>
                  <a:pt x="20828" y="19833"/>
                  <a:pt x="21170" y="19502"/>
                </a:cubicBezTo>
                <a:lnTo>
                  <a:pt x="21381" y="19414"/>
                </a:lnTo>
                <a:close/>
                <a:moveTo>
                  <a:pt x="10600" y="27561"/>
                </a:moveTo>
                <a:cubicBezTo>
                  <a:pt x="10561" y="27606"/>
                  <a:pt x="10521" y="27652"/>
                  <a:pt x="10482" y="27695"/>
                </a:cubicBezTo>
                <a:cubicBezTo>
                  <a:pt x="10442" y="27651"/>
                  <a:pt x="10402" y="27606"/>
                  <a:pt x="10363" y="27561"/>
                </a:cubicBezTo>
                <a:close/>
                <a:moveTo>
                  <a:pt x="9433" y="27561"/>
                </a:moveTo>
                <a:lnTo>
                  <a:pt x="8765" y="27840"/>
                </a:lnTo>
                <a:cubicBezTo>
                  <a:pt x="8685" y="27755"/>
                  <a:pt x="8605" y="27668"/>
                  <a:pt x="8524" y="27578"/>
                </a:cubicBezTo>
                <a:cubicBezTo>
                  <a:pt x="8530" y="27572"/>
                  <a:pt x="8534" y="27566"/>
                  <a:pt x="8538" y="27561"/>
                </a:cubicBezTo>
                <a:close/>
                <a:moveTo>
                  <a:pt x="8456" y="27657"/>
                </a:moveTo>
                <a:cubicBezTo>
                  <a:pt x="8524" y="27734"/>
                  <a:pt x="8592" y="27810"/>
                  <a:pt x="8661" y="27883"/>
                </a:cubicBezTo>
                <a:lnTo>
                  <a:pt x="7982" y="28165"/>
                </a:lnTo>
                <a:cubicBezTo>
                  <a:pt x="8142" y="28008"/>
                  <a:pt x="8300" y="27838"/>
                  <a:pt x="8456" y="27657"/>
                </a:cubicBezTo>
                <a:close/>
                <a:moveTo>
                  <a:pt x="10224" y="27561"/>
                </a:moveTo>
                <a:cubicBezTo>
                  <a:pt x="10284" y="27633"/>
                  <a:pt x="10347" y="27702"/>
                  <a:pt x="10409" y="27770"/>
                </a:cubicBezTo>
                <a:cubicBezTo>
                  <a:pt x="10128" y="28066"/>
                  <a:pt x="9841" y="28327"/>
                  <a:pt x="9547" y="28548"/>
                </a:cubicBezTo>
                <a:cubicBezTo>
                  <a:pt x="9331" y="28381"/>
                  <a:pt x="9118" y="28194"/>
                  <a:pt x="8910" y="27987"/>
                </a:cubicBezTo>
                <a:lnTo>
                  <a:pt x="9931" y="27561"/>
                </a:lnTo>
                <a:close/>
                <a:moveTo>
                  <a:pt x="5223" y="27561"/>
                </a:moveTo>
                <a:lnTo>
                  <a:pt x="5223" y="28853"/>
                </a:lnTo>
                <a:cubicBezTo>
                  <a:pt x="4715" y="28544"/>
                  <a:pt x="4212" y="28114"/>
                  <a:pt x="3716" y="27561"/>
                </a:cubicBezTo>
                <a:close/>
                <a:moveTo>
                  <a:pt x="8372" y="27561"/>
                </a:moveTo>
                <a:cubicBezTo>
                  <a:pt x="8372" y="27562"/>
                  <a:pt x="8372" y="27562"/>
                  <a:pt x="8373" y="27563"/>
                </a:cubicBezTo>
                <a:cubicBezTo>
                  <a:pt x="8143" y="27833"/>
                  <a:pt x="7909" y="28078"/>
                  <a:pt x="7671" y="28295"/>
                </a:cubicBezTo>
                <a:lnTo>
                  <a:pt x="6005" y="28987"/>
                </a:lnTo>
                <a:lnTo>
                  <a:pt x="6005" y="27561"/>
                </a:lnTo>
                <a:close/>
                <a:moveTo>
                  <a:pt x="3578" y="27561"/>
                </a:moveTo>
                <a:cubicBezTo>
                  <a:pt x="4112" y="28166"/>
                  <a:pt x="4663" y="28635"/>
                  <a:pt x="5223" y="28963"/>
                </a:cubicBezTo>
                <a:lnTo>
                  <a:pt x="5223" y="28988"/>
                </a:lnTo>
                <a:lnTo>
                  <a:pt x="1796" y="27561"/>
                </a:lnTo>
                <a:close/>
                <a:moveTo>
                  <a:pt x="7146" y="28721"/>
                </a:moveTo>
                <a:lnTo>
                  <a:pt x="7146" y="28721"/>
                </a:lnTo>
                <a:cubicBezTo>
                  <a:pt x="6814" y="28960"/>
                  <a:pt x="6476" y="29144"/>
                  <a:pt x="6133" y="29271"/>
                </a:cubicBezTo>
                <a:cubicBezTo>
                  <a:pt x="6091" y="29257"/>
                  <a:pt x="6048" y="29243"/>
                  <a:pt x="6005" y="29228"/>
                </a:cubicBezTo>
                <a:lnTo>
                  <a:pt x="6005" y="29196"/>
                </a:lnTo>
                <a:lnTo>
                  <a:pt x="7146" y="28721"/>
                </a:lnTo>
                <a:close/>
                <a:moveTo>
                  <a:pt x="8805" y="28030"/>
                </a:moveTo>
                <a:cubicBezTo>
                  <a:pt x="9020" y="28245"/>
                  <a:pt x="9237" y="28439"/>
                  <a:pt x="9459" y="28611"/>
                </a:cubicBezTo>
                <a:cubicBezTo>
                  <a:pt x="8979" y="28959"/>
                  <a:pt x="8484" y="29203"/>
                  <a:pt x="7983" y="29327"/>
                </a:cubicBezTo>
                <a:cubicBezTo>
                  <a:pt x="7706" y="29396"/>
                  <a:pt x="7430" y="29431"/>
                  <a:pt x="7155" y="29431"/>
                </a:cubicBezTo>
                <a:cubicBezTo>
                  <a:pt x="6870" y="29431"/>
                  <a:pt x="6587" y="29394"/>
                  <a:pt x="6305" y="29320"/>
                </a:cubicBezTo>
                <a:cubicBezTo>
                  <a:pt x="6734" y="29144"/>
                  <a:pt x="7153" y="28886"/>
                  <a:pt x="7560" y="28549"/>
                </a:cubicBezTo>
                <a:lnTo>
                  <a:pt x="8805" y="28030"/>
                </a:lnTo>
                <a:close/>
                <a:moveTo>
                  <a:pt x="14086" y="20512"/>
                </a:moveTo>
                <a:cubicBezTo>
                  <a:pt x="14610" y="20855"/>
                  <a:pt x="15164" y="21031"/>
                  <a:pt x="15739" y="21031"/>
                </a:cubicBezTo>
                <a:cubicBezTo>
                  <a:pt x="15962" y="21031"/>
                  <a:pt x="16188" y="21004"/>
                  <a:pt x="16416" y="20953"/>
                </a:cubicBezTo>
                <a:cubicBezTo>
                  <a:pt x="16546" y="20923"/>
                  <a:pt x="16675" y="20885"/>
                  <a:pt x="16805" y="20839"/>
                </a:cubicBezTo>
                <a:cubicBezTo>
                  <a:pt x="16890" y="20873"/>
                  <a:pt x="16977" y="20904"/>
                  <a:pt x="17065" y="20931"/>
                </a:cubicBezTo>
                <a:lnTo>
                  <a:pt x="17065" y="26580"/>
                </a:lnTo>
                <a:cubicBezTo>
                  <a:pt x="15892" y="28095"/>
                  <a:pt x="14559" y="29093"/>
                  <a:pt x="13241" y="29422"/>
                </a:cubicBezTo>
                <a:cubicBezTo>
                  <a:pt x="13222" y="29427"/>
                  <a:pt x="13203" y="29430"/>
                  <a:pt x="13185" y="29435"/>
                </a:cubicBezTo>
                <a:cubicBezTo>
                  <a:pt x="12263" y="29212"/>
                  <a:pt x="11376" y="28653"/>
                  <a:pt x="10552" y="27771"/>
                </a:cubicBezTo>
                <a:cubicBezTo>
                  <a:pt x="10613" y="27703"/>
                  <a:pt x="10676" y="27632"/>
                  <a:pt x="10736" y="27561"/>
                </a:cubicBezTo>
                <a:lnTo>
                  <a:pt x="11017" y="27561"/>
                </a:lnTo>
                <a:cubicBezTo>
                  <a:pt x="11133" y="27561"/>
                  <a:pt x="11228" y="27467"/>
                  <a:pt x="11228" y="27351"/>
                </a:cubicBezTo>
                <a:lnTo>
                  <a:pt x="11228" y="27067"/>
                </a:lnTo>
                <a:cubicBezTo>
                  <a:pt x="11228" y="27035"/>
                  <a:pt x="11219" y="27004"/>
                  <a:pt x="11207" y="26978"/>
                </a:cubicBezTo>
                <a:cubicBezTo>
                  <a:pt x="12395" y="25390"/>
                  <a:pt x="13405" y="23149"/>
                  <a:pt x="14086" y="20512"/>
                </a:cubicBezTo>
                <a:close/>
                <a:moveTo>
                  <a:pt x="1720" y="27738"/>
                </a:moveTo>
                <a:lnTo>
                  <a:pt x="5223" y="29196"/>
                </a:lnTo>
                <a:lnTo>
                  <a:pt x="5223" y="29472"/>
                </a:lnTo>
                <a:cubicBezTo>
                  <a:pt x="5147" y="29478"/>
                  <a:pt x="5070" y="29481"/>
                  <a:pt x="4994" y="29481"/>
                </a:cubicBezTo>
                <a:cubicBezTo>
                  <a:pt x="3889" y="29481"/>
                  <a:pt x="2792" y="28897"/>
                  <a:pt x="1720" y="27738"/>
                </a:cubicBezTo>
                <a:close/>
                <a:moveTo>
                  <a:pt x="10478" y="27847"/>
                </a:moveTo>
                <a:cubicBezTo>
                  <a:pt x="11255" y="28678"/>
                  <a:pt x="12089" y="29226"/>
                  <a:pt x="12955" y="29483"/>
                </a:cubicBezTo>
                <a:cubicBezTo>
                  <a:pt x="12720" y="29524"/>
                  <a:pt x="12485" y="29545"/>
                  <a:pt x="12253" y="29545"/>
                </a:cubicBezTo>
                <a:cubicBezTo>
                  <a:pt x="11348" y="29545"/>
                  <a:pt x="10466" y="29230"/>
                  <a:pt x="9632" y="28611"/>
                </a:cubicBezTo>
                <a:cubicBezTo>
                  <a:pt x="9920" y="28392"/>
                  <a:pt x="10202" y="28137"/>
                  <a:pt x="10478" y="27847"/>
                </a:cubicBezTo>
                <a:close/>
                <a:moveTo>
                  <a:pt x="17065" y="26752"/>
                </a:moveTo>
                <a:lnTo>
                  <a:pt x="17065" y="28442"/>
                </a:lnTo>
                <a:cubicBezTo>
                  <a:pt x="16418" y="28924"/>
                  <a:pt x="15754" y="29257"/>
                  <a:pt x="15093" y="29422"/>
                </a:cubicBezTo>
                <a:cubicBezTo>
                  <a:pt x="14762" y="29504"/>
                  <a:pt x="14433" y="29545"/>
                  <a:pt x="14107" y="29545"/>
                </a:cubicBezTo>
                <a:cubicBezTo>
                  <a:pt x="13873" y="29545"/>
                  <a:pt x="13641" y="29524"/>
                  <a:pt x="13411" y="29483"/>
                </a:cubicBezTo>
                <a:cubicBezTo>
                  <a:pt x="14673" y="29123"/>
                  <a:pt x="15941" y="28171"/>
                  <a:pt x="17065" y="26752"/>
                </a:cubicBezTo>
                <a:close/>
                <a:moveTo>
                  <a:pt x="30428" y="1"/>
                </a:moveTo>
                <a:cubicBezTo>
                  <a:pt x="30226" y="1"/>
                  <a:pt x="30064" y="164"/>
                  <a:pt x="30064" y="364"/>
                </a:cubicBezTo>
                <a:lnTo>
                  <a:pt x="30064" y="4120"/>
                </a:lnTo>
                <a:lnTo>
                  <a:pt x="26971" y="4120"/>
                </a:lnTo>
                <a:lnTo>
                  <a:pt x="26971" y="3357"/>
                </a:lnTo>
                <a:lnTo>
                  <a:pt x="27918" y="3357"/>
                </a:lnTo>
                <a:cubicBezTo>
                  <a:pt x="27918" y="2752"/>
                  <a:pt x="27428" y="2262"/>
                  <a:pt x="26822" y="2262"/>
                </a:cubicBezTo>
                <a:cubicBezTo>
                  <a:pt x="26217" y="2262"/>
                  <a:pt x="25727" y="2752"/>
                  <a:pt x="25727" y="3357"/>
                </a:cubicBezTo>
                <a:lnTo>
                  <a:pt x="26673" y="3357"/>
                </a:lnTo>
                <a:lnTo>
                  <a:pt x="26673" y="4120"/>
                </a:lnTo>
                <a:lnTo>
                  <a:pt x="24114" y="4120"/>
                </a:lnTo>
                <a:lnTo>
                  <a:pt x="24114" y="3357"/>
                </a:lnTo>
                <a:lnTo>
                  <a:pt x="25060" y="3357"/>
                </a:lnTo>
                <a:cubicBezTo>
                  <a:pt x="25060" y="2752"/>
                  <a:pt x="24570" y="2262"/>
                  <a:pt x="23965" y="2262"/>
                </a:cubicBezTo>
                <a:cubicBezTo>
                  <a:pt x="23360" y="2262"/>
                  <a:pt x="22870" y="2752"/>
                  <a:pt x="22870" y="3357"/>
                </a:cubicBezTo>
                <a:lnTo>
                  <a:pt x="23816" y="3357"/>
                </a:lnTo>
                <a:lnTo>
                  <a:pt x="23816" y="4120"/>
                </a:lnTo>
                <a:lnTo>
                  <a:pt x="22261" y="4120"/>
                </a:lnTo>
                <a:cubicBezTo>
                  <a:pt x="22080" y="4120"/>
                  <a:pt x="21933" y="4267"/>
                  <a:pt x="21933" y="4448"/>
                </a:cubicBezTo>
                <a:lnTo>
                  <a:pt x="21933" y="4890"/>
                </a:lnTo>
                <a:cubicBezTo>
                  <a:pt x="21933" y="5071"/>
                  <a:pt x="22080" y="5218"/>
                  <a:pt x="22261" y="5218"/>
                </a:cubicBezTo>
                <a:lnTo>
                  <a:pt x="23801" y="5218"/>
                </a:lnTo>
                <a:cubicBezTo>
                  <a:pt x="23432" y="9242"/>
                  <a:pt x="22475" y="13010"/>
                  <a:pt x="21088" y="15877"/>
                </a:cubicBezTo>
                <a:cubicBezTo>
                  <a:pt x="20974" y="16114"/>
                  <a:pt x="20857" y="16342"/>
                  <a:pt x="20738" y="16564"/>
                </a:cubicBezTo>
                <a:cubicBezTo>
                  <a:pt x="20678" y="16551"/>
                  <a:pt x="20617" y="16544"/>
                  <a:pt x="20553" y="16544"/>
                </a:cubicBezTo>
                <a:cubicBezTo>
                  <a:pt x="20085" y="16544"/>
                  <a:pt x="19706" y="16923"/>
                  <a:pt x="19706" y="17390"/>
                </a:cubicBezTo>
                <a:lnTo>
                  <a:pt x="20266" y="17390"/>
                </a:lnTo>
                <a:cubicBezTo>
                  <a:pt x="20136" y="17604"/>
                  <a:pt x="20003" y="17809"/>
                  <a:pt x="19870" y="18005"/>
                </a:cubicBezTo>
                <a:lnTo>
                  <a:pt x="18006" y="18005"/>
                </a:lnTo>
                <a:lnTo>
                  <a:pt x="18006" y="15103"/>
                </a:lnTo>
                <a:cubicBezTo>
                  <a:pt x="18006" y="14947"/>
                  <a:pt x="17879" y="14822"/>
                  <a:pt x="17724" y="14822"/>
                </a:cubicBezTo>
                <a:lnTo>
                  <a:pt x="17346" y="14822"/>
                </a:lnTo>
                <a:cubicBezTo>
                  <a:pt x="17191" y="14822"/>
                  <a:pt x="17065" y="14947"/>
                  <a:pt x="17065" y="15103"/>
                </a:cubicBezTo>
                <a:lnTo>
                  <a:pt x="17065" y="18005"/>
                </a:lnTo>
                <a:lnTo>
                  <a:pt x="14676" y="18005"/>
                </a:lnTo>
                <a:lnTo>
                  <a:pt x="14676" y="17415"/>
                </a:lnTo>
                <a:lnTo>
                  <a:pt x="15406" y="17415"/>
                </a:lnTo>
                <a:cubicBezTo>
                  <a:pt x="15406" y="16948"/>
                  <a:pt x="15027" y="16568"/>
                  <a:pt x="14560" y="16568"/>
                </a:cubicBezTo>
                <a:cubicBezTo>
                  <a:pt x="14092" y="16568"/>
                  <a:pt x="13713" y="16948"/>
                  <a:pt x="13713" y="17415"/>
                </a:cubicBezTo>
                <a:lnTo>
                  <a:pt x="14445" y="17415"/>
                </a:lnTo>
                <a:lnTo>
                  <a:pt x="14445" y="18005"/>
                </a:lnTo>
                <a:lnTo>
                  <a:pt x="12468" y="18005"/>
                </a:lnTo>
                <a:lnTo>
                  <a:pt x="12468" y="17415"/>
                </a:lnTo>
                <a:lnTo>
                  <a:pt x="13199" y="17415"/>
                </a:lnTo>
                <a:cubicBezTo>
                  <a:pt x="13199" y="16948"/>
                  <a:pt x="12820" y="16568"/>
                  <a:pt x="12353" y="16568"/>
                </a:cubicBezTo>
                <a:cubicBezTo>
                  <a:pt x="11885" y="16568"/>
                  <a:pt x="11506" y="16948"/>
                  <a:pt x="11506" y="17415"/>
                </a:cubicBezTo>
                <a:lnTo>
                  <a:pt x="12237" y="17415"/>
                </a:lnTo>
                <a:lnTo>
                  <a:pt x="12237" y="18005"/>
                </a:lnTo>
                <a:lnTo>
                  <a:pt x="11037" y="18005"/>
                </a:lnTo>
                <a:cubicBezTo>
                  <a:pt x="10896" y="18005"/>
                  <a:pt x="10783" y="18118"/>
                  <a:pt x="10783" y="18259"/>
                </a:cubicBezTo>
                <a:lnTo>
                  <a:pt x="10783" y="18600"/>
                </a:lnTo>
                <a:cubicBezTo>
                  <a:pt x="10783" y="18739"/>
                  <a:pt x="10896" y="18853"/>
                  <a:pt x="11037" y="18853"/>
                </a:cubicBezTo>
                <a:lnTo>
                  <a:pt x="12013" y="18853"/>
                </a:lnTo>
                <a:cubicBezTo>
                  <a:pt x="11490" y="21545"/>
                  <a:pt x="10653" y="23911"/>
                  <a:pt x="9633" y="25722"/>
                </a:cubicBezTo>
                <a:cubicBezTo>
                  <a:pt x="9408" y="25839"/>
                  <a:pt x="9254" y="26074"/>
                  <a:pt x="9254" y="26346"/>
                </a:cubicBezTo>
                <a:lnTo>
                  <a:pt x="9260" y="26346"/>
                </a:lnTo>
                <a:cubicBezTo>
                  <a:pt x="9148" y="26521"/>
                  <a:pt x="9035" y="26693"/>
                  <a:pt x="8920" y="26856"/>
                </a:cubicBezTo>
                <a:lnTo>
                  <a:pt x="8218" y="26856"/>
                </a:lnTo>
                <a:lnTo>
                  <a:pt x="8218" y="26346"/>
                </a:lnTo>
                <a:lnTo>
                  <a:pt x="8826" y="26346"/>
                </a:lnTo>
                <a:cubicBezTo>
                  <a:pt x="8826" y="25956"/>
                  <a:pt x="8511" y="25642"/>
                  <a:pt x="8123" y="25642"/>
                </a:cubicBezTo>
                <a:cubicBezTo>
                  <a:pt x="7734" y="25642"/>
                  <a:pt x="7419" y="25956"/>
                  <a:pt x="7419" y="26346"/>
                </a:cubicBezTo>
                <a:lnTo>
                  <a:pt x="8027" y="26346"/>
                </a:lnTo>
                <a:lnTo>
                  <a:pt x="8027" y="26856"/>
                </a:lnTo>
                <a:lnTo>
                  <a:pt x="6005" y="26856"/>
                </a:lnTo>
                <a:lnTo>
                  <a:pt x="6005" y="24444"/>
                </a:lnTo>
                <a:cubicBezTo>
                  <a:pt x="6005" y="24314"/>
                  <a:pt x="5900" y="24210"/>
                  <a:pt x="5771" y="24210"/>
                </a:cubicBezTo>
                <a:lnTo>
                  <a:pt x="5456" y="24210"/>
                </a:lnTo>
                <a:cubicBezTo>
                  <a:pt x="5328" y="24210"/>
                  <a:pt x="5223" y="24314"/>
                  <a:pt x="5223" y="24444"/>
                </a:cubicBezTo>
                <a:lnTo>
                  <a:pt x="5223" y="26856"/>
                </a:lnTo>
                <a:lnTo>
                  <a:pt x="3237" y="26856"/>
                </a:lnTo>
                <a:lnTo>
                  <a:pt x="3237" y="26366"/>
                </a:lnTo>
                <a:lnTo>
                  <a:pt x="3844" y="26366"/>
                </a:lnTo>
                <a:cubicBezTo>
                  <a:pt x="3844" y="25977"/>
                  <a:pt x="3530" y="25662"/>
                  <a:pt x="3141" y="25662"/>
                </a:cubicBezTo>
                <a:cubicBezTo>
                  <a:pt x="2752" y="25662"/>
                  <a:pt x="2437" y="25977"/>
                  <a:pt x="2437" y="26366"/>
                </a:cubicBezTo>
                <a:lnTo>
                  <a:pt x="3045" y="26366"/>
                </a:lnTo>
                <a:lnTo>
                  <a:pt x="3045" y="26856"/>
                </a:lnTo>
                <a:lnTo>
                  <a:pt x="1401" y="26856"/>
                </a:lnTo>
                <a:lnTo>
                  <a:pt x="1401" y="26366"/>
                </a:lnTo>
                <a:lnTo>
                  <a:pt x="2009" y="26366"/>
                </a:lnTo>
                <a:cubicBezTo>
                  <a:pt x="2009" y="25977"/>
                  <a:pt x="1694" y="25662"/>
                  <a:pt x="1305" y="25662"/>
                </a:cubicBezTo>
                <a:cubicBezTo>
                  <a:pt x="916" y="25662"/>
                  <a:pt x="602" y="25977"/>
                  <a:pt x="602" y="26366"/>
                </a:cubicBezTo>
                <a:lnTo>
                  <a:pt x="1209" y="26366"/>
                </a:lnTo>
                <a:lnTo>
                  <a:pt x="1209" y="26856"/>
                </a:lnTo>
                <a:lnTo>
                  <a:pt x="211" y="26856"/>
                </a:lnTo>
                <a:cubicBezTo>
                  <a:pt x="94" y="26856"/>
                  <a:pt x="1" y="26950"/>
                  <a:pt x="1" y="27067"/>
                </a:cubicBezTo>
                <a:lnTo>
                  <a:pt x="1" y="27351"/>
                </a:lnTo>
                <a:cubicBezTo>
                  <a:pt x="1" y="27468"/>
                  <a:pt x="94" y="27561"/>
                  <a:pt x="211" y="27561"/>
                </a:cubicBezTo>
                <a:lnTo>
                  <a:pt x="1296" y="27561"/>
                </a:lnTo>
                <a:lnTo>
                  <a:pt x="1495" y="27644"/>
                </a:lnTo>
                <a:cubicBezTo>
                  <a:pt x="2634" y="28935"/>
                  <a:pt x="3805" y="29586"/>
                  <a:pt x="4991" y="29586"/>
                </a:cubicBezTo>
                <a:cubicBezTo>
                  <a:pt x="5068" y="29586"/>
                  <a:pt x="5145" y="29583"/>
                  <a:pt x="5222" y="29578"/>
                </a:cubicBezTo>
                <a:lnTo>
                  <a:pt x="5222" y="58992"/>
                </a:lnTo>
                <a:lnTo>
                  <a:pt x="4430" y="58992"/>
                </a:lnTo>
                <a:cubicBezTo>
                  <a:pt x="4175" y="58992"/>
                  <a:pt x="3969" y="59183"/>
                  <a:pt x="3969" y="59420"/>
                </a:cubicBezTo>
                <a:lnTo>
                  <a:pt x="3969" y="69999"/>
                </a:lnTo>
                <a:cubicBezTo>
                  <a:pt x="3969" y="70236"/>
                  <a:pt x="4175" y="70427"/>
                  <a:pt x="4430" y="70427"/>
                </a:cubicBezTo>
                <a:lnTo>
                  <a:pt x="6796" y="70427"/>
                </a:lnTo>
                <a:cubicBezTo>
                  <a:pt x="7052" y="70427"/>
                  <a:pt x="7259" y="70236"/>
                  <a:pt x="7259" y="69999"/>
                </a:cubicBezTo>
                <a:lnTo>
                  <a:pt x="7259" y="59420"/>
                </a:lnTo>
                <a:cubicBezTo>
                  <a:pt x="7259" y="59183"/>
                  <a:pt x="7052" y="58992"/>
                  <a:pt x="6796" y="58992"/>
                </a:cubicBezTo>
                <a:lnTo>
                  <a:pt x="6004" y="58992"/>
                </a:lnTo>
                <a:lnTo>
                  <a:pt x="6004" y="29427"/>
                </a:lnTo>
                <a:cubicBezTo>
                  <a:pt x="6054" y="29412"/>
                  <a:pt x="6104" y="29394"/>
                  <a:pt x="6153" y="29377"/>
                </a:cubicBezTo>
                <a:cubicBezTo>
                  <a:pt x="6493" y="29480"/>
                  <a:pt x="6835" y="29533"/>
                  <a:pt x="7177" y="29533"/>
                </a:cubicBezTo>
                <a:cubicBezTo>
                  <a:pt x="7455" y="29533"/>
                  <a:pt x="7731" y="29499"/>
                  <a:pt x="8008" y="29430"/>
                </a:cubicBezTo>
                <a:cubicBezTo>
                  <a:pt x="8531" y="29300"/>
                  <a:pt x="9045" y="29044"/>
                  <a:pt x="9545" y="28678"/>
                </a:cubicBezTo>
                <a:cubicBezTo>
                  <a:pt x="10404" y="29322"/>
                  <a:pt x="11314" y="29651"/>
                  <a:pt x="12250" y="29651"/>
                </a:cubicBezTo>
                <a:cubicBezTo>
                  <a:pt x="12558" y="29651"/>
                  <a:pt x="12869" y="29614"/>
                  <a:pt x="13183" y="29542"/>
                </a:cubicBezTo>
                <a:cubicBezTo>
                  <a:pt x="13486" y="29613"/>
                  <a:pt x="13791" y="29651"/>
                  <a:pt x="14100" y="29651"/>
                </a:cubicBezTo>
                <a:cubicBezTo>
                  <a:pt x="14437" y="29651"/>
                  <a:pt x="14776" y="29609"/>
                  <a:pt x="15118" y="29524"/>
                </a:cubicBezTo>
                <a:cubicBezTo>
                  <a:pt x="15770" y="29361"/>
                  <a:pt x="16426" y="29037"/>
                  <a:pt x="17065" y="28570"/>
                </a:cubicBezTo>
                <a:lnTo>
                  <a:pt x="17065" y="56662"/>
                </a:lnTo>
                <a:lnTo>
                  <a:pt x="16111" y="56662"/>
                </a:lnTo>
                <a:cubicBezTo>
                  <a:pt x="15805" y="56662"/>
                  <a:pt x="15555" y="56892"/>
                  <a:pt x="15555" y="57177"/>
                </a:cubicBezTo>
                <a:lnTo>
                  <a:pt x="15555" y="69902"/>
                </a:lnTo>
                <a:cubicBezTo>
                  <a:pt x="15555" y="70186"/>
                  <a:pt x="15805" y="70416"/>
                  <a:pt x="16111" y="70416"/>
                </a:cubicBezTo>
                <a:lnTo>
                  <a:pt x="18958" y="70416"/>
                </a:lnTo>
                <a:cubicBezTo>
                  <a:pt x="19264" y="70416"/>
                  <a:pt x="19513" y="70186"/>
                  <a:pt x="19513" y="69902"/>
                </a:cubicBezTo>
                <a:lnTo>
                  <a:pt x="19513" y="57177"/>
                </a:lnTo>
                <a:cubicBezTo>
                  <a:pt x="19513" y="56892"/>
                  <a:pt x="19264" y="56662"/>
                  <a:pt x="18958" y="56662"/>
                </a:cubicBezTo>
                <a:lnTo>
                  <a:pt x="18005" y="56662"/>
                </a:lnTo>
                <a:lnTo>
                  <a:pt x="18005" y="27771"/>
                </a:lnTo>
                <a:cubicBezTo>
                  <a:pt x="18568" y="27219"/>
                  <a:pt x="19107" y="26556"/>
                  <a:pt x="19607" y="25794"/>
                </a:cubicBezTo>
                <a:cubicBezTo>
                  <a:pt x="20659" y="24189"/>
                  <a:pt x="21505" y="22202"/>
                  <a:pt x="22051" y="20083"/>
                </a:cubicBezTo>
                <a:cubicBezTo>
                  <a:pt x="22778" y="20682"/>
                  <a:pt x="23605" y="20994"/>
                  <a:pt x="24498" y="20994"/>
                </a:cubicBezTo>
                <a:cubicBezTo>
                  <a:pt x="24800" y="20994"/>
                  <a:pt x="25111" y="20959"/>
                  <a:pt x="25427" y="20887"/>
                </a:cubicBezTo>
                <a:cubicBezTo>
                  <a:pt x="25489" y="20872"/>
                  <a:pt x="25550" y="20857"/>
                  <a:pt x="25612" y="20840"/>
                </a:cubicBezTo>
                <a:cubicBezTo>
                  <a:pt x="25969" y="20942"/>
                  <a:pt x="26342" y="20995"/>
                  <a:pt x="26727" y="20995"/>
                </a:cubicBezTo>
                <a:cubicBezTo>
                  <a:pt x="27068" y="20995"/>
                  <a:pt x="27420" y="20955"/>
                  <a:pt x="27780" y="20872"/>
                </a:cubicBezTo>
                <a:cubicBezTo>
                  <a:pt x="28531" y="20701"/>
                  <a:pt x="29302" y="20353"/>
                  <a:pt x="30063" y="19846"/>
                </a:cubicBezTo>
                <a:lnTo>
                  <a:pt x="30063" y="54153"/>
                </a:lnTo>
                <a:lnTo>
                  <a:pt x="28830" y="54153"/>
                </a:lnTo>
                <a:cubicBezTo>
                  <a:pt x="28432" y="54153"/>
                  <a:pt x="28111" y="54451"/>
                  <a:pt x="28111" y="54819"/>
                </a:cubicBezTo>
                <a:lnTo>
                  <a:pt x="28111" y="71289"/>
                </a:lnTo>
                <a:cubicBezTo>
                  <a:pt x="28111" y="71657"/>
                  <a:pt x="28432" y="71956"/>
                  <a:pt x="28830" y="71956"/>
                </a:cubicBezTo>
                <a:lnTo>
                  <a:pt x="32514" y="71956"/>
                </a:lnTo>
                <a:cubicBezTo>
                  <a:pt x="32911" y="71956"/>
                  <a:pt x="33234" y="71657"/>
                  <a:pt x="33234" y="71289"/>
                </a:cubicBezTo>
                <a:lnTo>
                  <a:pt x="33234" y="54819"/>
                </a:lnTo>
                <a:cubicBezTo>
                  <a:pt x="33234" y="54451"/>
                  <a:pt x="32911" y="54153"/>
                  <a:pt x="32514" y="54153"/>
                </a:cubicBezTo>
                <a:lnTo>
                  <a:pt x="31280" y="54153"/>
                </a:lnTo>
                <a:lnTo>
                  <a:pt x="31280" y="18891"/>
                </a:lnTo>
                <a:cubicBezTo>
                  <a:pt x="34159" y="16286"/>
                  <a:pt x="36688" y="11427"/>
                  <a:pt x="37293" y="5260"/>
                </a:cubicBezTo>
                <a:lnTo>
                  <a:pt x="37394" y="5218"/>
                </a:lnTo>
                <a:lnTo>
                  <a:pt x="39083" y="5218"/>
                </a:lnTo>
                <a:cubicBezTo>
                  <a:pt x="39265" y="5218"/>
                  <a:pt x="39412" y="5071"/>
                  <a:pt x="39412" y="4890"/>
                </a:cubicBezTo>
                <a:lnTo>
                  <a:pt x="39412" y="4448"/>
                </a:lnTo>
                <a:cubicBezTo>
                  <a:pt x="39412" y="4267"/>
                  <a:pt x="39265" y="4120"/>
                  <a:pt x="39084" y="4120"/>
                </a:cubicBezTo>
                <a:lnTo>
                  <a:pt x="37585" y="4120"/>
                </a:lnTo>
                <a:lnTo>
                  <a:pt x="37585" y="3325"/>
                </a:lnTo>
                <a:lnTo>
                  <a:pt x="38531" y="3325"/>
                </a:lnTo>
                <a:cubicBezTo>
                  <a:pt x="38531" y="2719"/>
                  <a:pt x="38040" y="2229"/>
                  <a:pt x="37435" y="2229"/>
                </a:cubicBezTo>
                <a:cubicBezTo>
                  <a:pt x="36831" y="2229"/>
                  <a:pt x="36340" y="2720"/>
                  <a:pt x="36340" y="3325"/>
                </a:cubicBezTo>
                <a:lnTo>
                  <a:pt x="37286" y="3325"/>
                </a:lnTo>
                <a:lnTo>
                  <a:pt x="37286" y="4120"/>
                </a:lnTo>
                <a:lnTo>
                  <a:pt x="34728" y="4120"/>
                </a:lnTo>
                <a:lnTo>
                  <a:pt x="34728" y="3325"/>
                </a:lnTo>
                <a:lnTo>
                  <a:pt x="35674" y="3325"/>
                </a:lnTo>
                <a:cubicBezTo>
                  <a:pt x="35674" y="2719"/>
                  <a:pt x="35184" y="2229"/>
                  <a:pt x="34579" y="2229"/>
                </a:cubicBezTo>
                <a:cubicBezTo>
                  <a:pt x="33973" y="2229"/>
                  <a:pt x="33482" y="2720"/>
                  <a:pt x="33482" y="3325"/>
                </a:cubicBezTo>
                <a:lnTo>
                  <a:pt x="34429" y="3325"/>
                </a:lnTo>
                <a:lnTo>
                  <a:pt x="34429" y="4120"/>
                </a:lnTo>
                <a:lnTo>
                  <a:pt x="31282" y="4120"/>
                </a:lnTo>
                <a:lnTo>
                  <a:pt x="31282" y="364"/>
                </a:lnTo>
                <a:cubicBezTo>
                  <a:pt x="31282" y="164"/>
                  <a:pt x="31118" y="1"/>
                  <a:pt x="3091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grpSp>
        <p:nvGrpSpPr>
          <p:cNvPr id="483" name="Google Shape;483;p24"/>
          <p:cNvGrpSpPr/>
          <p:nvPr/>
        </p:nvGrpSpPr>
        <p:grpSpPr>
          <a:xfrm>
            <a:off x="471725" y="298000"/>
            <a:ext cx="241500" cy="241500"/>
            <a:chOff x="-1752450" y="4362450"/>
            <a:chExt cx="241500" cy="241500"/>
          </a:xfrm>
        </p:grpSpPr>
        <p:sp>
          <p:nvSpPr>
            <p:cNvPr id="484" name="Google Shape;484;p24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4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24"/>
          <p:cNvGrpSpPr/>
          <p:nvPr/>
        </p:nvGrpSpPr>
        <p:grpSpPr>
          <a:xfrm flipH="1">
            <a:off x="7687825" y="298000"/>
            <a:ext cx="742950" cy="76200"/>
            <a:chOff x="2647950" y="4676775"/>
            <a:chExt cx="742950" cy="76200"/>
          </a:xfrm>
        </p:grpSpPr>
        <p:sp>
          <p:nvSpPr>
            <p:cNvPr id="487" name="Google Shape;487;p24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4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4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4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492;p25"/>
          <p:cNvGrpSpPr/>
          <p:nvPr/>
        </p:nvGrpSpPr>
        <p:grpSpPr>
          <a:xfrm flipH="1">
            <a:off x="8430775" y="298000"/>
            <a:ext cx="241500" cy="241500"/>
            <a:chOff x="-1752450" y="4362450"/>
            <a:chExt cx="241500" cy="241500"/>
          </a:xfrm>
        </p:grpSpPr>
        <p:sp>
          <p:nvSpPr>
            <p:cNvPr id="493" name="Google Shape;493;p25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5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5" name="Google Shape;495;p25"/>
          <p:cNvGrpSpPr/>
          <p:nvPr/>
        </p:nvGrpSpPr>
        <p:grpSpPr>
          <a:xfrm>
            <a:off x="713225" y="4803325"/>
            <a:ext cx="742950" cy="76200"/>
            <a:chOff x="2647950" y="4676775"/>
            <a:chExt cx="742950" cy="76200"/>
          </a:xfrm>
        </p:grpSpPr>
        <p:sp>
          <p:nvSpPr>
            <p:cNvPr id="496" name="Google Shape;496;p25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5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5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5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0" name="Google Shape;500;p25"/>
          <p:cNvGrpSpPr/>
          <p:nvPr/>
        </p:nvGrpSpPr>
        <p:grpSpPr>
          <a:xfrm flipH="1">
            <a:off x="5576898" y="1604199"/>
            <a:ext cx="3095380" cy="3539601"/>
            <a:chOff x="123998" y="1604199"/>
            <a:chExt cx="3095380" cy="3539601"/>
          </a:xfrm>
        </p:grpSpPr>
        <p:grpSp>
          <p:nvGrpSpPr>
            <p:cNvPr id="501" name="Google Shape;501;p25"/>
            <p:cNvGrpSpPr/>
            <p:nvPr/>
          </p:nvGrpSpPr>
          <p:grpSpPr>
            <a:xfrm>
              <a:off x="123998" y="1604199"/>
              <a:ext cx="1665589" cy="3538917"/>
              <a:chOff x="3733925" y="3400424"/>
              <a:chExt cx="1079728" cy="2294274"/>
            </a:xfrm>
          </p:grpSpPr>
          <p:sp>
            <p:nvSpPr>
              <p:cNvPr id="502" name="Google Shape;502;p25"/>
              <p:cNvSpPr/>
              <p:nvPr/>
            </p:nvSpPr>
            <p:spPr>
              <a:xfrm>
                <a:off x="3733925" y="3445303"/>
                <a:ext cx="1079728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4563" h="964" extrusionOk="0">
                    <a:moveTo>
                      <a:pt x="1" y="1"/>
                    </a:moveTo>
                    <a:lnTo>
                      <a:pt x="1" y="964"/>
                    </a:lnTo>
                    <a:lnTo>
                      <a:pt x="24562" y="964"/>
                    </a:lnTo>
                    <a:lnTo>
                      <a:pt x="24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25"/>
              <p:cNvSpPr/>
              <p:nvPr/>
            </p:nvSpPr>
            <p:spPr>
              <a:xfrm>
                <a:off x="4252166" y="3400424"/>
                <a:ext cx="43254" cy="2294274"/>
              </a:xfrm>
              <a:custGeom>
                <a:avLst/>
                <a:gdLst/>
                <a:ahLst/>
                <a:cxnLst/>
                <a:rect l="l" t="t" r="r" b="b"/>
                <a:pathLst>
                  <a:path w="984" h="52193" extrusionOk="0">
                    <a:moveTo>
                      <a:pt x="0" y="1"/>
                    </a:moveTo>
                    <a:lnTo>
                      <a:pt x="0" y="52193"/>
                    </a:lnTo>
                    <a:lnTo>
                      <a:pt x="983" y="52193"/>
                    </a:lnTo>
                    <a:lnTo>
                      <a:pt x="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25"/>
              <p:cNvSpPr/>
              <p:nvPr/>
            </p:nvSpPr>
            <p:spPr>
              <a:xfrm>
                <a:off x="3761178" y="3401523"/>
                <a:ext cx="83036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21" extrusionOk="0">
                    <a:moveTo>
                      <a:pt x="945" y="1"/>
                    </a:moveTo>
                    <a:cubicBezTo>
                      <a:pt x="473" y="1"/>
                      <a:pt x="1" y="304"/>
                      <a:pt x="10" y="911"/>
                    </a:cubicBezTo>
                    <a:cubicBezTo>
                      <a:pt x="1" y="1517"/>
                      <a:pt x="473" y="1820"/>
                      <a:pt x="945" y="1820"/>
                    </a:cubicBezTo>
                    <a:cubicBezTo>
                      <a:pt x="1416" y="1820"/>
                      <a:pt x="1888" y="1517"/>
                      <a:pt x="1879" y="911"/>
                    </a:cubicBezTo>
                    <a:cubicBezTo>
                      <a:pt x="1888" y="304"/>
                      <a:pt x="1416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25"/>
              <p:cNvSpPr/>
              <p:nvPr/>
            </p:nvSpPr>
            <p:spPr>
              <a:xfrm>
                <a:off x="4703374" y="3401523"/>
                <a:ext cx="82992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21" extrusionOk="0">
                    <a:moveTo>
                      <a:pt x="944" y="1"/>
                    </a:moveTo>
                    <a:cubicBezTo>
                      <a:pt x="472" y="1"/>
                      <a:pt x="0" y="304"/>
                      <a:pt x="9" y="911"/>
                    </a:cubicBezTo>
                    <a:cubicBezTo>
                      <a:pt x="0" y="1517"/>
                      <a:pt x="472" y="1820"/>
                      <a:pt x="944" y="1820"/>
                    </a:cubicBezTo>
                    <a:cubicBezTo>
                      <a:pt x="1416" y="1820"/>
                      <a:pt x="1887" y="1517"/>
                      <a:pt x="1878" y="911"/>
                    </a:cubicBezTo>
                    <a:cubicBezTo>
                      <a:pt x="1887" y="304"/>
                      <a:pt x="1416" y="1"/>
                      <a:pt x="9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6" name="Google Shape;506;p25"/>
            <p:cNvGrpSpPr/>
            <p:nvPr/>
          </p:nvGrpSpPr>
          <p:grpSpPr>
            <a:xfrm>
              <a:off x="1415091" y="2586831"/>
              <a:ext cx="1203249" cy="2556968"/>
              <a:chOff x="3733925" y="3400424"/>
              <a:chExt cx="1079728" cy="2294274"/>
            </a:xfrm>
          </p:grpSpPr>
          <p:sp>
            <p:nvSpPr>
              <p:cNvPr id="507" name="Google Shape;507;p25"/>
              <p:cNvSpPr/>
              <p:nvPr/>
            </p:nvSpPr>
            <p:spPr>
              <a:xfrm>
                <a:off x="3733925" y="3445303"/>
                <a:ext cx="1079728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4563" h="964" extrusionOk="0">
                    <a:moveTo>
                      <a:pt x="1" y="1"/>
                    </a:moveTo>
                    <a:lnTo>
                      <a:pt x="1" y="964"/>
                    </a:lnTo>
                    <a:lnTo>
                      <a:pt x="24562" y="964"/>
                    </a:lnTo>
                    <a:lnTo>
                      <a:pt x="24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5"/>
              <p:cNvSpPr/>
              <p:nvPr/>
            </p:nvSpPr>
            <p:spPr>
              <a:xfrm>
                <a:off x="4252166" y="3400424"/>
                <a:ext cx="43254" cy="2294274"/>
              </a:xfrm>
              <a:custGeom>
                <a:avLst/>
                <a:gdLst/>
                <a:ahLst/>
                <a:cxnLst/>
                <a:rect l="l" t="t" r="r" b="b"/>
                <a:pathLst>
                  <a:path w="984" h="52193" extrusionOk="0">
                    <a:moveTo>
                      <a:pt x="0" y="1"/>
                    </a:moveTo>
                    <a:lnTo>
                      <a:pt x="0" y="52193"/>
                    </a:lnTo>
                    <a:lnTo>
                      <a:pt x="983" y="52193"/>
                    </a:lnTo>
                    <a:lnTo>
                      <a:pt x="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5"/>
              <p:cNvSpPr/>
              <p:nvPr/>
            </p:nvSpPr>
            <p:spPr>
              <a:xfrm>
                <a:off x="3761178" y="3401523"/>
                <a:ext cx="83036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21" extrusionOk="0">
                    <a:moveTo>
                      <a:pt x="945" y="1"/>
                    </a:moveTo>
                    <a:cubicBezTo>
                      <a:pt x="473" y="1"/>
                      <a:pt x="1" y="304"/>
                      <a:pt x="10" y="911"/>
                    </a:cubicBezTo>
                    <a:cubicBezTo>
                      <a:pt x="1" y="1517"/>
                      <a:pt x="473" y="1820"/>
                      <a:pt x="945" y="1820"/>
                    </a:cubicBezTo>
                    <a:cubicBezTo>
                      <a:pt x="1416" y="1820"/>
                      <a:pt x="1888" y="1517"/>
                      <a:pt x="1879" y="911"/>
                    </a:cubicBezTo>
                    <a:cubicBezTo>
                      <a:pt x="1888" y="304"/>
                      <a:pt x="1416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5"/>
              <p:cNvSpPr/>
              <p:nvPr/>
            </p:nvSpPr>
            <p:spPr>
              <a:xfrm>
                <a:off x="4703374" y="3401523"/>
                <a:ext cx="82992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21" extrusionOk="0">
                    <a:moveTo>
                      <a:pt x="944" y="1"/>
                    </a:moveTo>
                    <a:cubicBezTo>
                      <a:pt x="472" y="1"/>
                      <a:pt x="0" y="304"/>
                      <a:pt x="9" y="911"/>
                    </a:cubicBezTo>
                    <a:cubicBezTo>
                      <a:pt x="0" y="1517"/>
                      <a:pt x="472" y="1820"/>
                      <a:pt x="944" y="1820"/>
                    </a:cubicBezTo>
                    <a:cubicBezTo>
                      <a:pt x="1416" y="1820"/>
                      <a:pt x="1887" y="1517"/>
                      <a:pt x="1878" y="911"/>
                    </a:cubicBezTo>
                    <a:cubicBezTo>
                      <a:pt x="1887" y="304"/>
                      <a:pt x="1416" y="1"/>
                      <a:pt x="9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1" name="Google Shape;511;p25"/>
            <p:cNvSpPr/>
            <p:nvPr/>
          </p:nvSpPr>
          <p:spPr>
            <a:xfrm>
              <a:off x="233272" y="1668407"/>
              <a:ext cx="1212175" cy="965991"/>
            </a:xfrm>
            <a:custGeom>
              <a:avLst/>
              <a:gdLst/>
              <a:ahLst/>
              <a:cxnLst/>
              <a:rect l="l" t="t" r="r" b="b"/>
              <a:pathLst>
                <a:path w="31432" h="25050" extrusionOk="0">
                  <a:moveTo>
                    <a:pt x="0" y="0"/>
                  </a:moveTo>
                  <a:cubicBezTo>
                    <a:pt x="8720" y="10171"/>
                    <a:pt x="18137" y="23393"/>
                    <a:pt x="31432" y="2505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" name="Google Shape;512;p25"/>
            <p:cNvSpPr/>
            <p:nvPr/>
          </p:nvSpPr>
          <p:spPr>
            <a:xfrm>
              <a:off x="218575" y="1657375"/>
              <a:ext cx="2342385" cy="966016"/>
            </a:xfrm>
            <a:custGeom>
              <a:avLst/>
              <a:gdLst/>
              <a:ahLst/>
              <a:cxnLst/>
              <a:rect l="l" t="t" r="r" b="b"/>
              <a:pathLst>
                <a:path w="58769" h="24670" extrusionOk="0">
                  <a:moveTo>
                    <a:pt x="0" y="0"/>
                  </a:moveTo>
                  <a:cubicBezTo>
                    <a:pt x="16766" y="13049"/>
                    <a:pt x="39766" y="15169"/>
                    <a:pt x="58769" y="2467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3" name="Google Shape;513;p25"/>
            <p:cNvSpPr/>
            <p:nvPr/>
          </p:nvSpPr>
          <p:spPr>
            <a:xfrm>
              <a:off x="1489480" y="1661050"/>
              <a:ext cx="203630" cy="966016"/>
            </a:xfrm>
            <a:custGeom>
              <a:avLst/>
              <a:gdLst/>
              <a:ahLst/>
              <a:cxnLst/>
              <a:rect l="l" t="t" r="r" b="b"/>
              <a:pathLst>
                <a:path w="7184" h="24670" extrusionOk="0">
                  <a:moveTo>
                    <a:pt x="7049" y="0"/>
                  </a:moveTo>
                  <a:cubicBezTo>
                    <a:pt x="7897" y="8510"/>
                    <a:pt x="3825" y="17020"/>
                    <a:pt x="0" y="2467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4" name="Google Shape;514;p25"/>
            <p:cNvSpPr/>
            <p:nvPr/>
          </p:nvSpPr>
          <p:spPr>
            <a:xfrm>
              <a:off x="1702600" y="1719800"/>
              <a:ext cx="858354" cy="914591"/>
            </a:xfrm>
            <a:custGeom>
              <a:avLst/>
              <a:gdLst/>
              <a:ahLst/>
              <a:cxnLst/>
              <a:rect l="l" t="t" r="r" b="b"/>
              <a:pathLst>
                <a:path w="20193" h="23241" extrusionOk="0">
                  <a:moveTo>
                    <a:pt x="20193" y="23241"/>
                  </a:moveTo>
                  <a:cubicBezTo>
                    <a:pt x="15103" y="14330"/>
                    <a:pt x="3239" y="9738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15" name="Google Shape;515;p25"/>
            <p:cNvGrpSpPr/>
            <p:nvPr/>
          </p:nvGrpSpPr>
          <p:grpSpPr>
            <a:xfrm>
              <a:off x="2243844" y="3070646"/>
              <a:ext cx="975534" cy="2073106"/>
              <a:chOff x="3733925" y="3400424"/>
              <a:chExt cx="1079728" cy="2294274"/>
            </a:xfrm>
          </p:grpSpPr>
          <p:sp>
            <p:nvSpPr>
              <p:cNvPr id="516" name="Google Shape;516;p25"/>
              <p:cNvSpPr/>
              <p:nvPr/>
            </p:nvSpPr>
            <p:spPr>
              <a:xfrm>
                <a:off x="3733925" y="3445303"/>
                <a:ext cx="1079728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4563" h="964" extrusionOk="0">
                    <a:moveTo>
                      <a:pt x="1" y="1"/>
                    </a:moveTo>
                    <a:lnTo>
                      <a:pt x="1" y="964"/>
                    </a:lnTo>
                    <a:lnTo>
                      <a:pt x="24562" y="964"/>
                    </a:lnTo>
                    <a:lnTo>
                      <a:pt x="24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5"/>
              <p:cNvSpPr/>
              <p:nvPr/>
            </p:nvSpPr>
            <p:spPr>
              <a:xfrm>
                <a:off x="4252166" y="3400424"/>
                <a:ext cx="43254" cy="2294274"/>
              </a:xfrm>
              <a:custGeom>
                <a:avLst/>
                <a:gdLst/>
                <a:ahLst/>
                <a:cxnLst/>
                <a:rect l="l" t="t" r="r" b="b"/>
                <a:pathLst>
                  <a:path w="984" h="52193" extrusionOk="0">
                    <a:moveTo>
                      <a:pt x="0" y="1"/>
                    </a:moveTo>
                    <a:lnTo>
                      <a:pt x="0" y="52193"/>
                    </a:lnTo>
                    <a:lnTo>
                      <a:pt x="983" y="52193"/>
                    </a:lnTo>
                    <a:lnTo>
                      <a:pt x="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5"/>
              <p:cNvSpPr/>
              <p:nvPr/>
            </p:nvSpPr>
            <p:spPr>
              <a:xfrm>
                <a:off x="3761178" y="3401523"/>
                <a:ext cx="83036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21" extrusionOk="0">
                    <a:moveTo>
                      <a:pt x="945" y="1"/>
                    </a:moveTo>
                    <a:cubicBezTo>
                      <a:pt x="473" y="1"/>
                      <a:pt x="1" y="304"/>
                      <a:pt x="10" y="911"/>
                    </a:cubicBezTo>
                    <a:cubicBezTo>
                      <a:pt x="1" y="1517"/>
                      <a:pt x="473" y="1820"/>
                      <a:pt x="945" y="1820"/>
                    </a:cubicBezTo>
                    <a:cubicBezTo>
                      <a:pt x="1416" y="1820"/>
                      <a:pt x="1888" y="1517"/>
                      <a:pt x="1879" y="911"/>
                    </a:cubicBezTo>
                    <a:cubicBezTo>
                      <a:pt x="1888" y="304"/>
                      <a:pt x="1416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5"/>
              <p:cNvSpPr/>
              <p:nvPr/>
            </p:nvSpPr>
            <p:spPr>
              <a:xfrm>
                <a:off x="4703374" y="3401523"/>
                <a:ext cx="82992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21" extrusionOk="0">
                    <a:moveTo>
                      <a:pt x="944" y="1"/>
                    </a:moveTo>
                    <a:cubicBezTo>
                      <a:pt x="472" y="1"/>
                      <a:pt x="0" y="304"/>
                      <a:pt x="9" y="911"/>
                    </a:cubicBezTo>
                    <a:cubicBezTo>
                      <a:pt x="0" y="1517"/>
                      <a:pt x="472" y="1820"/>
                      <a:pt x="944" y="1820"/>
                    </a:cubicBezTo>
                    <a:cubicBezTo>
                      <a:pt x="1416" y="1820"/>
                      <a:pt x="1887" y="1517"/>
                      <a:pt x="1878" y="911"/>
                    </a:cubicBezTo>
                    <a:cubicBezTo>
                      <a:pt x="1887" y="304"/>
                      <a:pt x="1416" y="1"/>
                      <a:pt x="9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0" name="Google Shape;520;p25"/>
            <p:cNvSpPr/>
            <p:nvPr/>
          </p:nvSpPr>
          <p:spPr>
            <a:xfrm>
              <a:off x="1483525" y="2631275"/>
              <a:ext cx="804850" cy="459600"/>
            </a:xfrm>
            <a:custGeom>
              <a:avLst/>
              <a:gdLst/>
              <a:ahLst/>
              <a:cxnLst/>
              <a:rect l="l" t="t" r="r" b="b"/>
              <a:pathLst>
                <a:path w="32194" h="18384" extrusionOk="0">
                  <a:moveTo>
                    <a:pt x="0" y="0"/>
                  </a:moveTo>
                  <a:cubicBezTo>
                    <a:pt x="7086" y="10124"/>
                    <a:pt x="19933" y="16839"/>
                    <a:pt x="32194" y="18384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1" name="Google Shape;521;p25"/>
            <p:cNvSpPr/>
            <p:nvPr/>
          </p:nvSpPr>
          <p:spPr>
            <a:xfrm>
              <a:off x="1476375" y="2631275"/>
              <a:ext cx="1695450" cy="473875"/>
            </a:xfrm>
            <a:custGeom>
              <a:avLst/>
              <a:gdLst/>
              <a:ahLst/>
              <a:cxnLst/>
              <a:rect l="l" t="t" r="r" b="b"/>
              <a:pathLst>
                <a:path w="67818" h="18955" extrusionOk="0">
                  <a:moveTo>
                    <a:pt x="0" y="0"/>
                  </a:moveTo>
                  <a:cubicBezTo>
                    <a:pt x="17915" y="15166"/>
                    <a:pt x="48712" y="5320"/>
                    <a:pt x="67818" y="189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" name="Google Shape;522;p25"/>
            <p:cNvSpPr/>
            <p:nvPr/>
          </p:nvSpPr>
          <p:spPr>
            <a:xfrm>
              <a:off x="2297288" y="2631275"/>
              <a:ext cx="257779" cy="473875"/>
            </a:xfrm>
            <a:custGeom>
              <a:avLst/>
              <a:gdLst/>
              <a:ahLst/>
              <a:cxnLst/>
              <a:rect l="l" t="t" r="r" b="b"/>
              <a:pathLst>
                <a:path w="8953" h="18955" extrusionOk="0">
                  <a:moveTo>
                    <a:pt x="8953" y="0"/>
                  </a:moveTo>
                  <a:cubicBezTo>
                    <a:pt x="4589" y="5458"/>
                    <a:pt x="864" y="12021"/>
                    <a:pt x="0" y="189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3" name="Google Shape;523;p25"/>
            <p:cNvSpPr/>
            <p:nvPr/>
          </p:nvSpPr>
          <p:spPr>
            <a:xfrm>
              <a:off x="2521750" y="2636050"/>
              <a:ext cx="642925" cy="457200"/>
            </a:xfrm>
            <a:custGeom>
              <a:avLst/>
              <a:gdLst/>
              <a:ahLst/>
              <a:cxnLst/>
              <a:rect l="l" t="t" r="r" b="b"/>
              <a:pathLst>
                <a:path w="25717" h="18288" extrusionOk="0">
                  <a:moveTo>
                    <a:pt x="0" y="0"/>
                  </a:moveTo>
                  <a:cubicBezTo>
                    <a:pt x="6573" y="8212"/>
                    <a:pt x="17159" y="12172"/>
                    <a:pt x="25717" y="18288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5" name="Google Shape;525;p26"/>
          <p:cNvGrpSpPr/>
          <p:nvPr/>
        </p:nvGrpSpPr>
        <p:grpSpPr>
          <a:xfrm flipH="1">
            <a:off x="8430775" y="298000"/>
            <a:ext cx="241500" cy="241500"/>
            <a:chOff x="-1752450" y="4362450"/>
            <a:chExt cx="241500" cy="241500"/>
          </a:xfrm>
        </p:grpSpPr>
        <p:sp>
          <p:nvSpPr>
            <p:cNvPr id="526" name="Google Shape;526;p26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6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26"/>
          <p:cNvGrpSpPr/>
          <p:nvPr/>
        </p:nvGrpSpPr>
        <p:grpSpPr>
          <a:xfrm>
            <a:off x="4200525" y="4676775"/>
            <a:ext cx="742950" cy="76200"/>
            <a:chOff x="2647950" y="4676775"/>
            <a:chExt cx="742950" cy="76200"/>
          </a:xfrm>
        </p:grpSpPr>
        <p:sp>
          <p:nvSpPr>
            <p:cNvPr id="529" name="Google Shape;529;p26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6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6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6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3" name="Google Shape;533;p26"/>
          <p:cNvSpPr/>
          <p:nvPr/>
        </p:nvSpPr>
        <p:spPr>
          <a:xfrm>
            <a:off x="-591375" y="2373325"/>
            <a:ext cx="810550" cy="1540725"/>
          </a:xfrm>
          <a:custGeom>
            <a:avLst/>
            <a:gdLst/>
            <a:ahLst/>
            <a:cxnLst/>
            <a:rect l="l" t="t" r="r" b="b"/>
            <a:pathLst>
              <a:path w="32422" h="61629" extrusionOk="0">
                <a:moveTo>
                  <a:pt x="0" y="0"/>
                </a:moveTo>
                <a:cubicBezTo>
                  <a:pt x="9403" y="1908"/>
                  <a:pt x="23734" y="1481"/>
                  <a:pt x="26768" y="10583"/>
                </a:cubicBezTo>
                <a:cubicBezTo>
                  <a:pt x="28742" y="16505"/>
                  <a:pt x="26752" y="16863"/>
                  <a:pt x="27701" y="23033"/>
                </a:cubicBezTo>
                <a:cubicBezTo>
                  <a:pt x="28809" y="30233"/>
                  <a:pt x="34237" y="37664"/>
                  <a:pt x="31748" y="44510"/>
                </a:cubicBezTo>
                <a:cubicBezTo>
                  <a:pt x="28990" y="52094"/>
                  <a:pt x="21194" y="56936"/>
                  <a:pt x="14629" y="61629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4" name="Google Shape;534;p26"/>
          <p:cNvSpPr/>
          <p:nvPr/>
        </p:nvSpPr>
        <p:spPr>
          <a:xfrm>
            <a:off x="-319025" y="1992025"/>
            <a:ext cx="659750" cy="2521175"/>
          </a:xfrm>
          <a:custGeom>
            <a:avLst/>
            <a:gdLst/>
            <a:ahLst/>
            <a:cxnLst/>
            <a:rect l="l" t="t" r="r" b="b"/>
            <a:pathLst>
              <a:path w="26390" h="100847" extrusionOk="0">
                <a:moveTo>
                  <a:pt x="0" y="0"/>
                </a:moveTo>
                <a:cubicBezTo>
                  <a:pt x="5152" y="1057"/>
                  <a:pt x="11115" y="798"/>
                  <a:pt x="15251" y="4047"/>
                </a:cubicBezTo>
                <a:cubicBezTo>
                  <a:pt x="21202" y="8723"/>
                  <a:pt x="24901" y="16502"/>
                  <a:pt x="26145" y="23967"/>
                </a:cubicBezTo>
                <a:cubicBezTo>
                  <a:pt x="28103" y="35718"/>
                  <a:pt x="14006" y="45669"/>
                  <a:pt x="14006" y="57583"/>
                </a:cubicBezTo>
                <a:cubicBezTo>
                  <a:pt x="14006" y="63817"/>
                  <a:pt x="18804" y="69191"/>
                  <a:pt x="19920" y="75324"/>
                </a:cubicBezTo>
                <a:cubicBezTo>
                  <a:pt x="21675" y="84972"/>
                  <a:pt x="15097" y="100847"/>
                  <a:pt x="5291" y="100847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5" name="Google Shape;535;p26"/>
          <p:cNvSpPr/>
          <p:nvPr/>
        </p:nvSpPr>
        <p:spPr>
          <a:xfrm>
            <a:off x="6318500" y="-70025"/>
            <a:ext cx="1714300" cy="632625"/>
          </a:xfrm>
          <a:custGeom>
            <a:avLst/>
            <a:gdLst/>
            <a:ahLst/>
            <a:cxnLst/>
            <a:rect l="l" t="t" r="r" b="b"/>
            <a:pathLst>
              <a:path w="68572" h="25305" extrusionOk="0">
                <a:moveTo>
                  <a:pt x="0" y="0"/>
                </a:moveTo>
                <a:cubicBezTo>
                  <a:pt x="4623" y="11943"/>
                  <a:pt x="16756" y="27678"/>
                  <a:pt x="29258" y="24900"/>
                </a:cubicBezTo>
                <a:cubicBezTo>
                  <a:pt x="37321" y="23108"/>
                  <a:pt x="42443" y="14584"/>
                  <a:pt x="50112" y="11516"/>
                </a:cubicBezTo>
                <a:cubicBezTo>
                  <a:pt x="54976" y="9571"/>
                  <a:pt x="61053" y="11802"/>
                  <a:pt x="65675" y="9337"/>
                </a:cubicBezTo>
                <a:cubicBezTo>
                  <a:pt x="67904" y="8148"/>
                  <a:pt x="69293" y="4439"/>
                  <a:pt x="68165" y="2178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6" name="Google Shape;536;p26"/>
          <p:cNvSpPr/>
          <p:nvPr/>
        </p:nvSpPr>
        <p:spPr>
          <a:xfrm>
            <a:off x="7501250" y="4124150"/>
            <a:ext cx="1813075" cy="1027125"/>
          </a:xfrm>
          <a:custGeom>
            <a:avLst/>
            <a:gdLst/>
            <a:ahLst/>
            <a:cxnLst/>
            <a:rect l="l" t="t" r="r" b="b"/>
            <a:pathLst>
              <a:path w="72523" h="41085" extrusionOk="0">
                <a:moveTo>
                  <a:pt x="0" y="41085"/>
                </a:moveTo>
                <a:cubicBezTo>
                  <a:pt x="8093" y="34705"/>
                  <a:pt x="7708" y="34184"/>
                  <a:pt x="16186" y="28324"/>
                </a:cubicBezTo>
                <a:cubicBezTo>
                  <a:pt x="24312" y="22708"/>
                  <a:pt x="36435" y="25298"/>
                  <a:pt x="44510" y="19609"/>
                </a:cubicBezTo>
                <a:cubicBezTo>
                  <a:pt x="49506" y="16089"/>
                  <a:pt x="51577" y="9434"/>
                  <a:pt x="56338" y="5602"/>
                </a:cubicBezTo>
                <a:cubicBezTo>
                  <a:pt x="60785" y="2022"/>
                  <a:pt x="66814" y="0"/>
                  <a:pt x="72523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7" name="Google Shape;537;p26"/>
          <p:cNvSpPr/>
          <p:nvPr/>
        </p:nvSpPr>
        <p:spPr>
          <a:xfrm>
            <a:off x="8906932" y="3042525"/>
            <a:ext cx="555250" cy="1525150"/>
          </a:xfrm>
          <a:custGeom>
            <a:avLst/>
            <a:gdLst/>
            <a:ahLst/>
            <a:cxnLst/>
            <a:rect l="l" t="t" r="r" b="b"/>
            <a:pathLst>
              <a:path w="22210" h="61006" extrusionOk="0">
                <a:moveTo>
                  <a:pt x="20031" y="0"/>
                </a:moveTo>
                <a:cubicBezTo>
                  <a:pt x="8589" y="5724"/>
                  <a:pt x="-2089" y="20448"/>
                  <a:pt x="422" y="32993"/>
                </a:cubicBezTo>
                <a:cubicBezTo>
                  <a:pt x="2744" y="44592"/>
                  <a:pt x="13839" y="52648"/>
                  <a:pt x="22210" y="61006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8" name="Google Shape;538;p26"/>
          <p:cNvSpPr/>
          <p:nvPr/>
        </p:nvSpPr>
        <p:spPr>
          <a:xfrm>
            <a:off x="5797125" y="-31125"/>
            <a:ext cx="1377325" cy="644250"/>
          </a:xfrm>
          <a:custGeom>
            <a:avLst/>
            <a:gdLst/>
            <a:ahLst/>
            <a:cxnLst/>
            <a:rect l="l" t="t" r="r" b="b"/>
            <a:pathLst>
              <a:path w="55093" h="25770" extrusionOk="0">
                <a:moveTo>
                  <a:pt x="55093" y="311"/>
                </a:moveTo>
                <a:cubicBezTo>
                  <a:pt x="55093" y="6478"/>
                  <a:pt x="54218" y="13076"/>
                  <a:pt x="51046" y="18364"/>
                </a:cubicBezTo>
                <a:cubicBezTo>
                  <a:pt x="47963" y="23504"/>
                  <a:pt x="40462" y="26509"/>
                  <a:pt x="34550" y="25523"/>
                </a:cubicBezTo>
                <a:cubicBezTo>
                  <a:pt x="20427" y="23167"/>
                  <a:pt x="13585" y="4523"/>
                  <a:pt x="0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539" name="Google Shape;539;p26"/>
          <p:cNvGrpSpPr/>
          <p:nvPr/>
        </p:nvGrpSpPr>
        <p:grpSpPr>
          <a:xfrm>
            <a:off x="471725" y="298000"/>
            <a:ext cx="241500" cy="241500"/>
            <a:chOff x="-1752450" y="4362450"/>
            <a:chExt cx="241500" cy="241500"/>
          </a:xfrm>
        </p:grpSpPr>
        <p:sp>
          <p:nvSpPr>
            <p:cNvPr id="540" name="Google Shape;540;p26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6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dman"/>
              <a:buNone/>
              <a:defRPr sz="32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ulish"/>
              <a:buChar char="◇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○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■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●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○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■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●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○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■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  <p:sldLayoutId id="2147483664" r:id="rId11"/>
    <p:sldLayoutId id="2147483665" r:id="rId12"/>
    <p:sldLayoutId id="2147483670" r:id="rId13"/>
    <p:sldLayoutId id="2147483671" r:id="rId14"/>
    <p:sldLayoutId id="214748367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1231105@isep.ipp.pt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0"/>
          <p:cNvSpPr txBox="1">
            <a:spLocks noGrp="1"/>
          </p:cNvSpPr>
          <p:nvPr>
            <p:ph type="ctrTitle"/>
          </p:nvPr>
        </p:nvSpPr>
        <p:spPr>
          <a:xfrm>
            <a:off x="713225" y="1084425"/>
            <a:ext cx="5722212" cy="234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pt-BR" sz="4000"/>
              <a:t>Eficiência Energética como Alavanca para a </a:t>
            </a:r>
            <a:r>
              <a:rPr lang="pt-BR" sz="4000">
                <a:solidFill>
                  <a:schemeClr val="bg1"/>
                </a:solidFill>
              </a:rPr>
              <a:t>Mobilidade Elétrica</a:t>
            </a:r>
          </a:p>
        </p:txBody>
      </p:sp>
      <p:sp>
        <p:nvSpPr>
          <p:cNvPr id="553" name="Google Shape;553;p30"/>
          <p:cNvSpPr txBox="1">
            <a:spLocks noGrp="1"/>
          </p:cNvSpPr>
          <p:nvPr>
            <p:ph type="subTitle" idx="1"/>
          </p:nvPr>
        </p:nvSpPr>
        <p:spPr>
          <a:xfrm>
            <a:off x="713225" y="3431013"/>
            <a:ext cx="3858775" cy="9054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pt-BR"/>
              <a:t>Poderá a eficiência da iluminação pública ser o catalisador de uma nova revolu</a:t>
            </a:r>
            <a:r>
              <a:rPr lang="en-GB" err="1"/>
              <a:t>ção</a:t>
            </a:r>
            <a:r>
              <a:rPr lang="en-GB"/>
              <a:t> </a:t>
            </a:r>
            <a:r>
              <a:rPr lang="pt-BR"/>
              <a:t>de mobilidade elétrica?</a:t>
            </a:r>
            <a:endParaRPr/>
          </a:p>
        </p:txBody>
      </p:sp>
      <p:sp>
        <p:nvSpPr>
          <p:cNvPr id="554" name="Google Shape;554;p30"/>
          <p:cNvSpPr/>
          <p:nvPr/>
        </p:nvSpPr>
        <p:spPr>
          <a:xfrm>
            <a:off x="5123372" y="1189707"/>
            <a:ext cx="3741775" cy="6831503"/>
          </a:xfrm>
          <a:custGeom>
            <a:avLst/>
            <a:gdLst/>
            <a:ahLst/>
            <a:cxnLst/>
            <a:rect l="l" t="t" r="r" b="b"/>
            <a:pathLst>
              <a:path w="39412" h="71956" extrusionOk="0">
                <a:moveTo>
                  <a:pt x="26435" y="5219"/>
                </a:moveTo>
                <a:cubicBezTo>
                  <a:pt x="26414" y="5447"/>
                  <a:pt x="26391" y="5674"/>
                  <a:pt x="26366" y="5900"/>
                </a:cubicBezTo>
                <a:lnTo>
                  <a:pt x="24728" y="5219"/>
                </a:lnTo>
                <a:close/>
                <a:moveTo>
                  <a:pt x="36617" y="5219"/>
                </a:moveTo>
                <a:lnTo>
                  <a:pt x="34266" y="6197"/>
                </a:lnTo>
                <a:cubicBezTo>
                  <a:pt x="34307" y="5875"/>
                  <a:pt x="34344" y="5549"/>
                  <a:pt x="34375" y="5219"/>
                </a:cubicBezTo>
                <a:close/>
                <a:moveTo>
                  <a:pt x="30064" y="5219"/>
                </a:moveTo>
                <a:lnTo>
                  <a:pt x="30064" y="7439"/>
                </a:lnTo>
                <a:lnTo>
                  <a:pt x="26467" y="5942"/>
                </a:lnTo>
                <a:cubicBezTo>
                  <a:pt x="26494" y="5702"/>
                  <a:pt x="26518" y="5461"/>
                  <a:pt x="26541" y="5219"/>
                </a:cubicBezTo>
                <a:close/>
                <a:moveTo>
                  <a:pt x="34269" y="5219"/>
                </a:moveTo>
                <a:cubicBezTo>
                  <a:pt x="34236" y="5564"/>
                  <a:pt x="34198" y="5906"/>
                  <a:pt x="34154" y="6243"/>
                </a:cubicBezTo>
                <a:lnTo>
                  <a:pt x="31282" y="7439"/>
                </a:lnTo>
                <a:lnTo>
                  <a:pt x="31282" y="5219"/>
                </a:lnTo>
                <a:close/>
                <a:moveTo>
                  <a:pt x="34108" y="6587"/>
                </a:moveTo>
                <a:cubicBezTo>
                  <a:pt x="33621" y="10031"/>
                  <a:pt x="32586" y="13006"/>
                  <a:pt x="31282" y="15337"/>
                </a:cubicBezTo>
                <a:lnTo>
                  <a:pt x="31282" y="7763"/>
                </a:lnTo>
                <a:lnTo>
                  <a:pt x="34108" y="6587"/>
                </a:lnTo>
                <a:close/>
                <a:moveTo>
                  <a:pt x="20438" y="17390"/>
                </a:moveTo>
                <a:lnTo>
                  <a:pt x="20438" y="18004"/>
                </a:lnTo>
                <a:lnTo>
                  <a:pt x="19995" y="18004"/>
                </a:lnTo>
                <a:cubicBezTo>
                  <a:pt x="20128" y="17809"/>
                  <a:pt x="20260" y="17604"/>
                  <a:pt x="20389" y="17390"/>
                </a:cubicBezTo>
                <a:close/>
                <a:moveTo>
                  <a:pt x="23951" y="5218"/>
                </a:moveTo>
                <a:lnTo>
                  <a:pt x="26331" y="6210"/>
                </a:lnTo>
                <a:cubicBezTo>
                  <a:pt x="25896" y="9839"/>
                  <a:pt x="24941" y="13226"/>
                  <a:pt x="23593" y="15872"/>
                </a:cubicBezTo>
                <a:cubicBezTo>
                  <a:pt x="23456" y="16140"/>
                  <a:pt x="23316" y="16400"/>
                  <a:pt x="23172" y="16651"/>
                </a:cubicBezTo>
                <a:cubicBezTo>
                  <a:pt x="23051" y="16583"/>
                  <a:pt x="22910" y="16544"/>
                  <a:pt x="22761" y="16544"/>
                </a:cubicBezTo>
                <a:cubicBezTo>
                  <a:pt x="22293" y="16544"/>
                  <a:pt x="21914" y="16923"/>
                  <a:pt x="21914" y="17390"/>
                </a:cubicBezTo>
                <a:lnTo>
                  <a:pt x="22645" y="17390"/>
                </a:lnTo>
                <a:lnTo>
                  <a:pt x="22645" y="17507"/>
                </a:lnTo>
                <a:cubicBezTo>
                  <a:pt x="22532" y="17679"/>
                  <a:pt x="22418" y="17844"/>
                  <a:pt x="22302" y="18004"/>
                </a:cubicBezTo>
                <a:lnTo>
                  <a:pt x="20668" y="18004"/>
                </a:lnTo>
                <a:lnTo>
                  <a:pt x="20668" y="17390"/>
                </a:lnTo>
                <a:lnTo>
                  <a:pt x="21399" y="17390"/>
                </a:lnTo>
                <a:cubicBezTo>
                  <a:pt x="21399" y="17024"/>
                  <a:pt x="21166" y="16713"/>
                  <a:pt x="20841" y="16595"/>
                </a:cubicBezTo>
                <a:cubicBezTo>
                  <a:pt x="20957" y="16378"/>
                  <a:pt x="21071" y="16154"/>
                  <a:pt x="21183" y="15922"/>
                </a:cubicBezTo>
                <a:cubicBezTo>
                  <a:pt x="22577" y="13043"/>
                  <a:pt x="23537" y="9257"/>
                  <a:pt x="23906" y="5218"/>
                </a:cubicBezTo>
                <a:close/>
                <a:moveTo>
                  <a:pt x="22645" y="17705"/>
                </a:moveTo>
                <a:lnTo>
                  <a:pt x="22645" y="18005"/>
                </a:lnTo>
                <a:lnTo>
                  <a:pt x="22437" y="18005"/>
                </a:lnTo>
                <a:cubicBezTo>
                  <a:pt x="22507" y="17906"/>
                  <a:pt x="22577" y="17806"/>
                  <a:pt x="22645" y="17705"/>
                </a:cubicBezTo>
                <a:close/>
                <a:moveTo>
                  <a:pt x="37183" y="5306"/>
                </a:moveTo>
                <a:cubicBezTo>
                  <a:pt x="36576" y="11373"/>
                  <a:pt x="34103" y="16160"/>
                  <a:pt x="31282" y="18753"/>
                </a:cubicBezTo>
                <a:lnTo>
                  <a:pt x="31282" y="15545"/>
                </a:lnTo>
                <a:cubicBezTo>
                  <a:pt x="32644" y="13165"/>
                  <a:pt x="33724" y="10100"/>
                  <a:pt x="34221" y="6539"/>
                </a:cubicBezTo>
                <a:lnTo>
                  <a:pt x="37183" y="5306"/>
                </a:lnTo>
                <a:close/>
                <a:moveTo>
                  <a:pt x="22128" y="18853"/>
                </a:moveTo>
                <a:lnTo>
                  <a:pt x="21574" y="19084"/>
                </a:lnTo>
                <a:cubicBezTo>
                  <a:pt x="21642" y="19009"/>
                  <a:pt x="21711" y="18933"/>
                  <a:pt x="21778" y="18853"/>
                </a:cubicBezTo>
                <a:close/>
                <a:moveTo>
                  <a:pt x="21627" y="18853"/>
                </a:moveTo>
                <a:cubicBezTo>
                  <a:pt x="21526" y="18968"/>
                  <a:pt x="21426" y="19077"/>
                  <a:pt x="21324" y="19183"/>
                </a:cubicBezTo>
                <a:cubicBezTo>
                  <a:pt x="21243" y="19077"/>
                  <a:pt x="21164" y="18968"/>
                  <a:pt x="21086" y="18853"/>
                </a:cubicBezTo>
                <a:close/>
                <a:moveTo>
                  <a:pt x="14353" y="18853"/>
                </a:moveTo>
                <a:cubicBezTo>
                  <a:pt x="14317" y="19035"/>
                  <a:pt x="14280" y="19215"/>
                  <a:pt x="14242" y="19394"/>
                </a:cubicBezTo>
                <a:lnTo>
                  <a:pt x="12941" y="18853"/>
                </a:lnTo>
                <a:close/>
                <a:moveTo>
                  <a:pt x="20962" y="18853"/>
                </a:moveTo>
                <a:cubicBezTo>
                  <a:pt x="21048" y="18984"/>
                  <a:pt x="21138" y="19108"/>
                  <a:pt x="21230" y="19227"/>
                </a:cubicBezTo>
                <a:lnTo>
                  <a:pt x="20317" y="19608"/>
                </a:lnTo>
                <a:cubicBezTo>
                  <a:pt x="20374" y="19357"/>
                  <a:pt x="20427" y="19106"/>
                  <a:pt x="20478" y="18853"/>
                </a:cubicBezTo>
                <a:close/>
                <a:moveTo>
                  <a:pt x="22176" y="19084"/>
                </a:moveTo>
                <a:cubicBezTo>
                  <a:pt x="22119" y="19358"/>
                  <a:pt x="22055" y="19631"/>
                  <a:pt x="21987" y="19902"/>
                </a:cubicBezTo>
                <a:cubicBezTo>
                  <a:pt x="21811" y="19745"/>
                  <a:pt x="21641" y="19569"/>
                  <a:pt x="21478" y="19373"/>
                </a:cubicBezTo>
                <a:lnTo>
                  <a:pt x="22176" y="19084"/>
                </a:lnTo>
                <a:close/>
                <a:moveTo>
                  <a:pt x="14646" y="18853"/>
                </a:moveTo>
                <a:cubicBezTo>
                  <a:pt x="14904" y="19258"/>
                  <a:pt x="15178" y="19608"/>
                  <a:pt x="15465" y="19904"/>
                </a:cubicBezTo>
                <a:lnTo>
                  <a:pt x="14341" y="19435"/>
                </a:lnTo>
                <a:cubicBezTo>
                  <a:pt x="14383" y="19243"/>
                  <a:pt x="14422" y="19049"/>
                  <a:pt x="14460" y="18853"/>
                </a:cubicBezTo>
                <a:close/>
                <a:moveTo>
                  <a:pt x="19228" y="18853"/>
                </a:moveTo>
                <a:cubicBezTo>
                  <a:pt x="18830" y="19331"/>
                  <a:pt x="18421" y="19732"/>
                  <a:pt x="18006" y="20049"/>
                </a:cubicBezTo>
                <a:lnTo>
                  <a:pt x="18006" y="18853"/>
                </a:lnTo>
                <a:close/>
                <a:moveTo>
                  <a:pt x="20866" y="19628"/>
                </a:moveTo>
                <a:lnTo>
                  <a:pt x="20866" y="19628"/>
                </a:lnTo>
                <a:cubicBezTo>
                  <a:pt x="20637" y="19835"/>
                  <a:pt x="20406" y="20018"/>
                  <a:pt x="20175" y="20178"/>
                </a:cubicBezTo>
                <a:cubicBezTo>
                  <a:pt x="20199" y="20080"/>
                  <a:pt x="20224" y="19983"/>
                  <a:pt x="20249" y="19885"/>
                </a:cubicBezTo>
                <a:lnTo>
                  <a:pt x="20866" y="19628"/>
                </a:lnTo>
                <a:close/>
                <a:moveTo>
                  <a:pt x="12780" y="19035"/>
                </a:moveTo>
                <a:lnTo>
                  <a:pt x="14193" y="19624"/>
                </a:lnTo>
                <a:cubicBezTo>
                  <a:pt x="14139" y="19867"/>
                  <a:pt x="14081" y="20105"/>
                  <a:pt x="14021" y="20341"/>
                </a:cubicBezTo>
                <a:cubicBezTo>
                  <a:pt x="13584" y="20029"/>
                  <a:pt x="13167" y="19592"/>
                  <a:pt x="12780" y="19035"/>
                </a:cubicBezTo>
                <a:close/>
                <a:moveTo>
                  <a:pt x="17065" y="18853"/>
                </a:moveTo>
                <a:lnTo>
                  <a:pt x="17065" y="20569"/>
                </a:lnTo>
                <a:lnTo>
                  <a:pt x="15728" y="20012"/>
                </a:lnTo>
                <a:cubicBezTo>
                  <a:pt x="15391" y="19701"/>
                  <a:pt x="15070" y="19315"/>
                  <a:pt x="14770" y="18853"/>
                </a:cubicBezTo>
                <a:close/>
                <a:moveTo>
                  <a:pt x="20370" y="18853"/>
                </a:moveTo>
                <a:cubicBezTo>
                  <a:pt x="20317" y="19123"/>
                  <a:pt x="20259" y="19391"/>
                  <a:pt x="20195" y="19658"/>
                </a:cubicBezTo>
                <a:lnTo>
                  <a:pt x="18006" y="20569"/>
                </a:lnTo>
                <a:lnTo>
                  <a:pt x="18006" y="20181"/>
                </a:lnTo>
                <a:cubicBezTo>
                  <a:pt x="18468" y="19837"/>
                  <a:pt x="18924" y="19392"/>
                  <a:pt x="19365" y="18853"/>
                </a:cubicBezTo>
                <a:close/>
                <a:moveTo>
                  <a:pt x="16554" y="20606"/>
                </a:moveTo>
                <a:lnTo>
                  <a:pt x="16825" y="20719"/>
                </a:lnTo>
                <a:cubicBezTo>
                  <a:pt x="16819" y="20721"/>
                  <a:pt x="16813" y="20723"/>
                  <a:pt x="16807" y="20725"/>
                </a:cubicBezTo>
                <a:cubicBezTo>
                  <a:pt x="16722" y="20690"/>
                  <a:pt x="16638" y="20650"/>
                  <a:pt x="16554" y="20606"/>
                </a:cubicBezTo>
                <a:close/>
                <a:moveTo>
                  <a:pt x="26433" y="6252"/>
                </a:moveTo>
                <a:lnTo>
                  <a:pt x="30064" y="7763"/>
                </a:lnTo>
                <a:lnTo>
                  <a:pt x="30064" y="17227"/>
                </a:lnTo>
                <a:cubicBezTo>
                  <a:pt x="28674" y="19095"/>
                  <a:pt x="27108" y="20315"/>
                  <a:pt x="25615" y="20730"/>
                </a:cubicBezTo>
                <a:cubicBezTo>
                  <a:pt x="24679" y="20454"/>
                  <a:pt x="23854" y="19820"/>
                  <a:pt x="23188" y="18853"/>
                </a:cubicBezTo>
                <a:lnTo>
                  <a:pt x="24034" y="18853"/>
                </a:lnTo>
                <a:cubicBezTo>
                  <a:pt x="24174" y="18853"/>
                  <a:pt x="24288" y="18739"/>
                  <a:pt x="24288" y="18600"/>
                </a:cubicBezTo>
                <a:lnTo>
                  <a:pt x="24288" y="18259"/>
                </a:lnTo>
                <a:cubicBezTo>
                  <a:pt x="24288" y="18118"/>
                  <a:pt x="24174" y="18005"/>
                  <a:pt x="24034" y="18005"/>
                </a:cubicBezTo>
                <a:lnTo>
                  <a:pt x="22876" y="18005"/>
                </a:lnTo>
                <a:lnTo>
                  <a:pt x="22876" y="17390"/>
                </a:lnTo>
                <a:lnTo>
                  <a:pt x="23607" y="17390"/>
                </a:lnTo>
                <a:cubicBezTo>
                  <a:pt x="23607" y="17110"/>
                  <a:pt x="23471" y="16863"/>
                  <a:pt x="23261" y="16709"/>
                </a:cubicBezTo>
                <a:cubicBezTo>
                  <a:pt x="23406" y="16455"/>
                  <a:pt x="23548" y="16192"/>
                  <a:pt x="23687" y="15919"/>
                </a:cubicBezTo>
                <a:cubicBezTo>
                  <a:pt x="25037" y="13270"/>
                  <a:pt x="25994" y="9882"/>
                  <a:pt x="26433" y="6252"/>
                </a:cubicBezTo>
                <a:close/>
                <a:moveTo>
                  <a:pt x="16965" y="20777"/>
                </a:moveTo>
                <a:lnTo>
                  <a:pt x="17065" y="20819"/>
                </a:lnTo>
                <a:lnTo>
                  <a:pt x="17065" y="20821"/>
                </a:lnTo>
                <a:cubicBezTo>
                  <a:pt x="17027" y="20809"/>
                  <a:pt x="16990" y="20796"/>
                  <a:pt x="16952" y="20783"/>
                </a:cubicBezTo>
                <a:cubicBezTo>
                  <a:pt x="16957" y="20781"/>
                  <a:pt x="16961" y="20779"/>
                  <a:pt x="16965" y="20777"/>
                </a:cubicBezTo>
                <a:close/>
                <a:moveTo>
                  <a:pt x="30064" y="17395"/>
                </a:moveTo>
                <a:lnTo>
                  <a:pt x="30064" y="19722"/>
                </a:lnTo>
                <a:cubicBezTo>
                  <a:pt x="29294" y="20241"/>
                  <a:pt x="28517" y="20596"/>
                  <a:pt x="27757" y="20770"/>
                </a:cubicBezTo>
                <a:cubicBezTo>
                  <a:pt x="27407" y="20849"/>
                  <a:pt x="27065" y="20889"/>
                  <a:pt x="26733" y="20889"/>
                </a:cubicBezTo>
                <a:cubicBezTo>
                  <a:pt x="26416" y="20889"/>
                  <a:pt x="26107" y="20853"/>
                  <a:pt x="25809" y="20782"/>
                </a:cubicBezTo>
                <a:cubicBezTo>
                  <a:pt x="27242" y="20329"/>
                  <a:pt x="28730" y="19155"/>
                  <a:pt x="30064" y="17395"/>
                </a:cubicBezTo>
                <a:close/>
                <a:moveTo>
                  <a:pt x="23062" y="18853"/>
                </a:moveTo>
                <a:cubicBezTo>
                  <a:pt x="23710" y="19818"/>
                  <a:pt x="24513" y="20468"/>
                  <a:pt x="25423" y="20779"/>
                </a:cubicBezTo>
                <a:cubicBezTo>
                  <a:pt x="25417" y="20780"/>
                  <a:pt x="25411" y="20782"/>
                  <a:pt x="25403" y="20784"/>
                </a:cubicBezTo>
                <a:cubicBezTo>
                  <a:pt x="25086" y="20857"/>
                  <a:pt x="24776" y="20893"/>
                  <a:pt x="24474" y="20893"/>
                </a:cubicBezTo>
                <a:cubicBezTo>
                  <a:pt x="23593" y="20893"/>
                  <a:pt x="22787" y="20585"/>
                  <a:pt x="22077" y="19981"/>
                </a:cubicBezTo>
                <a:cubicBezTo>
                  <a:pt x="22156" y="19667"/>
                  <a:pt x="22228" y="19352"/>
                  <a:pt x="22293" y="19034"/>
                </a:cubicBezTo>
                <a:lnTo>
                  <a:pt x="22728" y="18853"/>
                </a:lnTo>
                <a:close/>
                <a:moveTo>
                  <a:pt x="14291" y="19665"/>
                </a:moveTo>
                <a:lnTo>
                  <a:pt x="15997" y="20374"/>
                </a:lnTo>
                <a:cubicBezTo>
                  <a:pt x="16212" y="20536"/>
                  <a:pt x="16434" y="20671"/>
                  <a:pt x="16661" y="20776"/>
                </a:cubicBezTo>
                <a:cubicBezTo>
                  <a:pt x="16571" y="20805"/>
                  <a:pt x="16482" y="20829"/>
                  <a:pt x="16393" y="20850"/>
                </a:cubicBezTo>
                <a:cubicBezTo>
                  <a:pt x="16173" y="20900"/>
                  <a:pt x="15956" y="20925"/>
                  <a:pt x="15743" y="20925"/>
                </a:cubicBezTo>
                <a:cubicBezTo>
                  <a:pt x="15176" y="20925"/>
                  <a:pt x="14630" y="20750"/>
                  <a:pt x="14114" y="20405"/>
                </a:cubicBezTo>
                <a:cubicBezTo>
                  <a:pt x="14175" y="20160"/>
                  <a:pt x="14236" y="19915"/>
                  <a:pt x="14291" y="19665"/>
                </a:cubicBezTo>
                <a:close/>
                <a:moveTo>
                  <a:pt x="20127" y="19935"/>
                </a:moveTo>
                <a:lnTo>
                  <a:pt x="20127" y="19935"/>
                </a:lnTo>
                <a:cubicBezTo>
                  <a:pt x="20100" y="20046"/>
                  <a:pt x="20071" y="20156"/>
                  <a:pt x="20041" y="20266"/>
                </a:cubicBezTo>
                <a:cubicBezTo>
                  <a:pt x="19581" y="20566"/>
                  <a:pt x="19117" y="20774"/>
                  <a:pt x="18660" y="20878"/>
                </a:cubicBezTo>
                <a:cubicBezTo>
                  <a:pt x="18439" y="20928"/>
                  <a:pt x="18220" y="20955"/>
                  <a:pt x="18006" y="20959"/>
                </a:cubicBezTo>
                <a:lnTo>
                  <a:pt x="18006" y="20819"/>
                </a:lnTo>
                <a:lnTo>
                  <a:pt x="20127" y="19935"/>
                </a:lnTo>
                <a:close/>
                <a:moveTo>
                  <a:pt x="19998" y="20426"/>
                </a:moveTo>
                <a:lnTo>
                  <a:pt x="19998" y="20426"/>
                </a:lnTo>
                <a:cubicBezTo>
                  <a:pt x="19519" y="22165"/>
                  <a:pt x="18836" y="23801"/>
                  <a:pt x="18006" y="25194"/>
                </a:cubicBezTo>
                <a:lnTo>
                  <a:pt x="18006" y="21064"/>
                </a:lnTo>
                <a:cubicBezTo>
                  <a:pt x="18228" y="21059"/>
                  <a:pt x="18455" y="21033"/>
                  <a:pt x="18684" y="20980"/>
                </a:cubicBezTo>
                <a:cubicBezTo>
                  <a:pt x="19124" y="20880"/>
                  <a:pt x="19563" y="20694"/>
                  <a:pt x="19998" y="20426"/>
                </a:cubicBezTo>
                <a:close/>
                <a:moveTo>
                  <a:pt x="9862" y="26346"/>
                </a:moveTo>
                <a:lnTo>
                  <a:pt x="9862" y="26856"/>
                </a:lnTo>
                <a:lnTo>
                  <a:pt x="9073" y="26856"/>
                </a:lnTo>
                <a:cubicBezTo>
                  <a:pt x="9187" y="26692"/>
                  <a:pt x="9300" y="26522"/>
                  <a:pt x="9411" y="26346"/>
                </a:cubicBezTo>
                <a:close/>
                <a:moveTo>
                  <a:pt x="12341" y="18853"/>
                </a:moveTo>
                <a:lnTo>
                  <a:pt x="12604" y="18962"/>
                </a:lnTo>
                <a:cubicBezTo>
                  <a:pt x="13035" y="19608"/>
                  <a:pt x="13500" y="20105"/>
                  <a:pt x="13995" y="20449"/>
                </a:cubicBezTo>
                <a:cubicBezTo>
                  <a:pt x="13320" y="23080"/>
                  <a:pt x="12317" y="25315"/>
                  <a:pt x="11140" y="26896"/>
                </a:cubicBezTo>
                <a:cubicBezTo>
                  <a:pt x="11105" y="26872"/>
                  <a:pt x="11063" y="26856"/>
                  <a:pt x="11017" y="26856"/>
                </a:cubicBezTo>
                <a:lnTo>
                  <a:pt x="10054" y="26856"/>
                </a:lnTo>
                <a:lnTo>
                  <a:pt x="10054" y="26346"/>
                </a:lnTo>
                <a:lnTo>
                  <a:pt x="10661" y="26346"/>
                </a:lnTo>
                <a:cubicBezTo>
                  <a:pt x="10661" y="25956"/>
                  <a:pt x="10347" y="25642"/>
                  <a:pt x="9958" y="25642"/>
                </a:cubicBezTo>
                <a:cubicBezTo>
                  <a:pt x="9908" y="25642"/>
                  <a:pt x="9860" y="25647"/>
                  <a:pt x="9814" y="25656"/>
                </a:cubicBezTo>
                <a:cubicBezTo>
                  <a:pt x="10800" y="23859"/>
                  <a:pt x="11604" y="21530"/>
                  <a:pt x="12119" y="18853"/>
                </a:cubicBezTo>
                <a:close/>
                <a:moveTo>
                  <a:pt x="21381" y="19414"/>
                </a:moveTo>
                <a:cubicBezTo>
                  <a:pt x="21566" y="19634"/>
                  <a:pt x="21759" y="19834"/>
                  <a:pt x="21961" y="20009"/>
                </a:cubicBezTo>
                <a:cubicBezTo>
                  <a:pt x="21420" y="22135"/>
                  <a:pt x="20573" y="24129"/>
                  <a:pt x="19519" y="25735"/>
                </a:cubicBezTo>
                <a:cubicBezTo>
                  <a:pt x="19046" y="26459"/>
                  <a:pt x="18536" y="27091"/>
                  <a:pt x="18006" y="27622"/>
                </a:cubicBezTo>
                <a:lnTo>
                  <a:pt x="18006" y="25399"/>
                </a:lnTo>
                <a:cubicBezTo>
                  <a:pt x="18901" y="23937"/>
                  <a:pt x="19629" y="22195"/>
                  <a:pt x="20130" y="20343"/>
                </a:cubicBezTo>
                <a:cubicBezTo>
                  <a:pt x="20481" y="20114"/>
                  <a:pt x="20828" y="19833"/>
                  <a:pt x="21170" y="19502"/>
                </a:cubicBezTo>
                <a:lnTo>
                  <a:pt x="21381" y="19414"/>
                </a:lnTo>
                <a:close/>
                <a:moveTo>
                  <a:pt x="10600" y="27561"/>
                </a:moveTo>
                <a:cubicBezTo>
                  <a:pt x="10561" y="27606"/>
                  <a:pt x="10521" y="27652"/>
                  <a:pt x="10482" y="27695"/>
                </a:cubicBezTo>
                <a:cubicBezTo>
                  <a:pt x="10442" y="27651"/>
                  <a:pt x="10402" y="27606"/>
                  <a:pt x="10363" y="27561"/>
                </a:cubicBezTo>
                <a:close/>
                <a:moveTo>
                  <a:pt x="9433" y="27561"/>
                </a:moveTo>
                <a:lnTo>
                  <a:pt x="8765" y="27840"/>
                </a:lnTo>
                <a:cubicBezTo>
                  <a:pt x="8685" y="27755"/>
                  <a:pt x="8605" y="27668"/>
                  <a:pt x="8524" y="27578"/>
                </a:cubicBezTo>
                <a:cubicBezTo>
                  <a:pt x="8530" y="27572"/>
                  <a:pt x="8534" y="27566"/>
                  <a:pt x="8538" y="27561"/>
                </a:cubicBezTo>
                <a:close/>
                <a:moveTo>
                  <a:pt x="8456" y="27657"/>
                </a:moveTo>
                <a:cubicBezTo>
                  <a:pt x="8524" y="27734"/>
                  <a:pt x="8592" y="27810"/>
                  <a:pt x="8661" y="27883"/>
                </a:cubicBezTo>
                <a:lnTo>
                  <a:pt x="7982" y="28165"/>
                </a:lnTo>
                <a:cubicBezTo>
                  <a:pt x="8142" y="28008"/>
                  <a:pt x="8300" y="27838"/>
                  <a:pt x="8456" y="27657"/>
                </a:cubicBezTo>
                <a:close/>
                <a:moveTo>
                  <a:pt x="10224" y="27561"/>
                </a:moveTo>
                <a:cubicBezTo>
                  <a:pt x="10284" y="27633"/>
                  <a:pt x="10347" y="27702"/>
                  <a:pt x="10409" y="27770"/>
                </a:cubicBezTo>
                <a:cubicBezTo>
                  <a:pt x="10128" y="28066"/>
                  <a:pt x="9841" y="28327"/>
                  <a:pt x="9547" y="28548"/>
                </a:cubicBezTo>
                <a:cubicBezTo>
                  <a:pt x="9331" y="28381"/>
                  <a:pt x="9118" y="28194"/>
                  <a:pt x="8910" y="27987"/>
                </a:cubicBezTo>
                <a:lnTo>
                  <a:pt x="9931" y="27561"/>
                </a:lnTo>
                <a:close/>
                <a:moveTo>
                  <a:pt x="5223" y="27561"/>
                </a:moveTo>
                <a:lnTo>
                  <a:pt x="5223" y="28853"/>
                </a:lnTo>
                <a:cubicBezTo>
                  <a:pt x="4715" y="28544"/>
                  <a:pt x="4212" y="28114"/>
                  <a:pt x="3716" y="27561"/>
                </a:cubicBezTo>
                <a:close/>
                <a:moveTo>
                  <a:pt x="8372" y="27561"/>
                </a:moveTo>
                <a:cubicBezTo>
                  <a:pt x="8372" y="27562"/>
                  <a:pt x="8372" y="27562"/>
                  <a:pt x="8373" y="27563"/>
                </a:cubicBezTo>
                <a:cubicBezTo>
                  <a:pt x="8143" y="27833"/>
                  <a:pt x="7909" y="28078"/>
                  <a:pt x="7671" y="28295"/>
                </a:cubicBezTo>
                <a:lnTo>
                  <a:pt x="6005" y="28987"/>
                </a:lnTo>
                <a:lnTo>
                  <a:pt x="6005" y="27561"/>
                </a:lnTo>
                <a:close/>
                <a:moveTo>
                  <a:pt x="3578" y="27561"/>
                </a:moveTo>
                <a:cubicBezTo>
                  <a:pt x="4112" y="28166"/>
                  <a:pt x="4663" y="28635"/>
                  <a:pt x="5223" y="28963"/>
                </a:cubicBezTo>
                <a:lnTo>
                  <a:pt x="5223" y="28988"/>
                </a:lnTo>
                <a:lnTo>
                  <a:pt x="1796" y="27561"/>
                </a:lnTo>
                <a:close/>
                <a:moveTo>
                  <a:pt x="7146" y="28721"/>
                </a:moveTo>
                <a:lnTo>
                  <a:pt x="7146" y="28721"/>
                </a:lnTo>
                <a:cubicBezTo>
                  <a:pt x="6814" y="28960"/>
                  <a:pt x="6476" y="29144"/>
                  <a:pt x="6133" y="29271"/>
                </a:cubicBezTo>
                <a:cubicBezTo>
                  <a:pt x="6091" y="29257"/>
                  <a:pt x="6048" y="29243"/>
                  <a:pt x="6005" y="29228"/>
                </a:cubicBezTo>
                <a:lnTo>
                  <a:pt x="6005" y="29196"/>
                </a:lnTo>
                <a:lnTo>
                  <a:pt x="7146" y="28721"/>
                </a:lnTo>
                <a:close/>
                <a:moveTo>
                  <a:pt x="8805" y="28030"/>
                </a:moveTo>
                <a:cubicBezTo>
                  <a:pt x="9020" y="28245"/>
                  <a:pt x="9237" y="28439"/>
                  <a:pt x="9459" y="28611"/>
                </a:cubicBezTo>
                <a:cubicBezTo>
                  <a:pt x="8979" y="28959"/>
                  <a:pt x="8484" y="29203"/>
                  <a:pt x="7983" y="29327"/>
                </a:cubicBezTo>
                <a:cubicBezTo>
                  <a:pt x="7706" y="29396"/>
                  <a:pt x="7430" y="29431"/>
                  <a:pt x="7155" y="29431"/>
                </a:cubicBezTo>
                <a:cubicBezTo>
                  <a:pt x="6870" y="29431"/>
                  <a:pt x="6587" y="29394"/>
                  <a:pt x="6305" y="29320"/>
                </a:cubicBezTo>
                <a:cubicBezTo>
                  <a:pt x="6734" y="29144"/>
                  <a:pt x="7153" y="28886"/>
                  <a:pt x="7560" y="28549"/>
                </a:cubicBezTo>
                <a:lnTo>
                  <a:pt x="8805" y="28030"/>
                </a:lnTo>
                <a:close/>
                <a:moveTo>
                  <a:pt x="14086" y="20512"/>
                </a:moveTo>
                <a:cubicBezTo>
                  <a:pt x="14610" y="20855"/>
                  <a:pt x="15164" y="21031"/>
                  <a:pt x="15739" y="21031"/>
                </a:cubicBezTo>
                <a:cubicBezTo>
                  <a:pt x="15962" y="21031"/>
                  <a:pt x="16188" y="21004"/>
                  <a:pt x="16416" y="20953"/>
                </a:cubicBezTo>
                <a:cubicBezTo>
                  <a:pt x="16546" y="20923"/>
                  <a:pt x="16675" y="20885"/>
                  <a:pt x="16805" y="20839"/>
                </a:cubicBezTo>
                <a:cubicBezTo>
                  <a:pt x="16890" y="20873"/>
                  <a:pt x="16977" y="20904"/>
                  <a:pt x="17065" y="20931"/>
                </a:cubicBezTo>
                <a:lnTo>
                  <a:pt x="17065" y="26580"/>
                </a:lnTo>
                <a:cubicBezTo>
                  <a:pt x="15892" y="28095"/>
                  <a:pt x="14559" y="29093"/>
                  <a:pt x="13241" y="29422"/>
                </a:cubicBezTo>
                <a:cubicBezTo>
                  <a:pt x="13222" y="29427"/>
                  <a:pt x="13203" y="29430"/>
                  <a:pt x="13185" y="29435"/>
                </a:cubicBezTo>
                <a:cubicBezTo>
                  <a:pt x="12263" y="29212"/>
                  <a:pt x="11376" y="28653"/>
                  <a:pt x="10552" y="27771"/>
                </a:cubicBezTo>
                <a:cubicBezTo>
                  <a:pt x="10613" y="27703"/>
                  <a:pt x="10676" y="27632"/>
                  <a:pt x="10736" y="27561"/>
                </a:cubicBezTo>
                <a:lnTo>
                  <a:pt x="11017" y="27561"/>
                </a:lnTo>
                <a:cubicBezTo>
                  <a:pt x="11133" y="27561"/>
                  <a:pt x="11228" y="27467"/>
                  <a:pt x="11228" y="27351"/>
                </a:cubicBezTo>
                <a:lnTo>
                  <a:pt x="11228" y="27067"/>
                </a:lnTo>
                <a:cubicBezTo>
                  <a:pt x="11228" y="27035"/>
                  <a:pt x="11219" y="27004"/>
                  <a:pt x="11207" y="26978"/>
                </a:cubicBezTo>
                <a:cubicBezTo>
                  <a:pt x="12395" y="25390"/>
                  <a:pt x="13405" y="23149"/>
                  <a:pt x="14086" y="20512"/>
                </a:cubicBezTo>
                <a:close/>
                <a:moveTo>
                  <a:pt x="1720" y="27738"/>
                </a:moveTo>
                <a:lnTo>
                  <a:pt x="5223" y="29196"/>
                </a:lnTo>
                <a:lnTo>
                  <a:pt x="5223" y="29472"/>
                </a:lnTo>
                <a:cubicBezTo>
                  <a:pt x="5147" y="29478"/>
                  <a:pt x="5070" y="29481"/>
                  <a:pt x="4994" y="29481"/>
                </a:cubicBezTo>
                <a:cubicBezTo>
                  <a:pt x="3889" y="29481"/>
                  <a:pt x="2792" y="28897"/>
                  <a:pt x="1720" y="27738"/>
                </a:cubicBezTo>
                <a:close/>
                <a:moveTo>
                  <a:pt x="10478" y="27847"/>
                </a:moveTo>
                <a:cubicBezTo>
                  <a:pt x="11255" y="28678"/>
                  <a:pt x="12089" y="29226"/>
                  <a:pt x="12955" y="29483"/>
                </a:cubicBezTo>
                <a:cubicBezTo>
                  <a:pt x="12720" y="29524"/>
                  <a:pt x="12485" y="29545"/>
                  <a:pt x="12253" y="29545"/>
                </a:cubicBezTo>
                <a:cubicBezTo>
                  <a:pt x="11348" y="29545"/>
                  <a:pt x="10466" y="29230"/>
                  <a:pt x="9632" y="28611"/>
                </a:cubicBezTo>
                <a:cubicBezTo>
                  <a:pt x="9920" y="28392"/>
                  <a:pt x="10202" y="28137"/>
                  <a:pt x="10478" y="27847"/>
                </a:cubicBezTo>
                <a:close/>
                <a:moveTo>
                  <a:pt x="17065" y="26752"/>
                </a:moveTo>
                <a:lnTo>
                  <a:pt x="17065" y="28442"/>
                </a:lnTo>
                <a:cubicBezTo>
                  <a:pt x="16418" y="28924"/>
                  <a:pt x="15754" y="29257"/>
                  <a:pt x="15093" y="29422"/>
                </a:cubicBezTo>
                <a:cubicBezTo>
                  <a:pt x="14762" y="29504"/>
                  <a:pt x="14433" y="29545"/>
                  <a:pt x="14107" y="29545"/>
                </a:cubicBezTo>
                <a:cubicBezTo>
                  <a:pt x="13873" y="29545"/>
                  <a:pt x="13641" y="29524"/>
                  <a:pt x="13411" y="29483"/>
                </a:cubicBezTo>
                <a:cubicBezTo>
                  <a:pt x="14673" y="29123"/>
                  <a:pt x="15941" y="28171"/>
                  <a:pt x="17065" y="26752"/>
                </a:cubicBezTo>
                <a:close/>
                <a:moveTo>
                  <a:pt x="30428" y="1"/>
                </a:moveTo>
                <a:cubicBezTo>
                  <a:pt x="30226" y="1"/>
                  <a:pt x="30064" y="164"/>
                  <a:pt x="30064" y="364"/>
                </a:cubicBezTo>
                <a:lnTo>
                  <a:pt x="30064" y="4120"/>
                </a:lnTo>
                <a:lnTo>
                  <a:pt x="26971" y="4120"/>
                </a:lnTo>
                <a:lnTo>
                  <a:pt x="26971" y="3357"/>
                </a:lnTo>
                <a:lnTo>
                  <a:pt x="27918" y="3357"/>
                </a:lnTo>
                <a:cubicBezTo>
                  <a:pt x="27918" y="2752"/>
                  <a:pt x="27428" y="2262"/>
                  <a:pt x="26822" y="2262"/>
                </a:cubicBezTo>
                <a:cubicBezTo>
                  <a:pt x="26217" y="2262"/>
                  <a:pt x="25727" y="2752"/>
                  <a:pt x="25727" y="3357"/>
                </a:cubicBezTo>
                <a:lnTo>
                  <a:pt x="26673" y="3357"/>
                </a:lnTo>
                <a:lnTo>
                  <a:pt x="26673" y="4120"/>
                </a:lnTo>
                <a:lnTo>
                  <a:pt x="24114" y="4120"/>
                </a:lnTo>
                <a:lnTo>
                  <a:pt x="24114" y="3357"/>
                </a:lnTo>
                <a:lnTo>
                  <a:pt x="25060" y="3357"/>
                </a:lnTo>
                <a:cubicBezTo>
                  <a:pt x="25060" y="2752"/>
                  <a:pt x="24570" y="2262"/>
                  <a:pt x="23965" y="2262"/>
                </a:cubicBezTo>
                <a:cubicBezTo>
                  <a:pt x="23360" y="2262"/>
                  <a:pt x="22870" y="2752"/>
                  <a:pt x="22870" y="3357"/>
                </a:cubicBezTo>
                <a:lnTo>
                  <a:pt x="23816" y="3357"/>
                </a:lnTo>
                <a:lnTo>
                  <a:pt x="23816" y="4120"/>
                </a:lnTo>
                <a:lnTo>
                  <a:pt x="22261" y="4120"/>
                </a:lnTo>
                <a:cubicBezTo>
                  <a:pt x="22080" y="4120"/>
                  <a:pt x="21933" y="4267"/>
                  <a:pt x="21933" y="4448"/>
                </a:cubicBezTo>
                <a:lnTo>
                  <a:pt x="21933" y="4890"/>
                </a:lnTo>
                <a:cubicBezTo>
                  <a:pt x="21933" y="5071"/>
                  <a:pt x="22080" y="5218"/>
                  <a:pt x="22261" y="5218"/>
                </a:cubicBezTo>
                <a:lnTo>
                  <a:pt x="23801" y="5218"/>
                </a:lnTo>
                <a:cubicBezTo>
                  <a:pt x="23432" y="9242"/>
                  <a:pt x="22475" y="13010"/>
                  <a:pt x="21088" y="15877"/>
                </a:cubicBezTo>
                <a:cubicBezTo>
                  <a:pt x="20974" y="16114"/>
                  <a:pt x="20857" y="16342"/>
                  <a:pt x="20738" y="16564"/>
                </a:cubicBezTo>
                <a:cubicBezTo>
                  <a:pt x="20678" y="16551"/>
                  <a:pt x="20617" y="16544"/>
                  <a:pt x="20553" y="16544"/>
                </a:cubicBezTo>
                <a:cubicBezTo>
                  <a:pt x="20085" y="16544"/>
                  <a:pt x="19706" y="16923"/>
                  <a:pt x="19706" y="17390"/>
                </a:cubicBezTo>
                <a:lnTo>
                  <a:pt x="20266" y="17390"/>
                </a:lnTo>
                <a:cubicBezTo>
                  <a:pt x="20136" y="17604"/>
                  <a:pt x="20003" y="17809"/>
                  <a:pt x="19870" y="18005"/>
                </a:cubicBezTo>
                <a:lnTo>
                  <a:pt x="18006" y="18005"/>
                </a:lnTo>
                <a:lnTo>
                  <a:pt x="18006" y="15103"/>
                </a:lnTo>
                <a:cubicBezTo>
                  <a:pt x="18006" y="14947"/>
                  <a:pt x="17879" y="14822"/>
                  <a:pt x="17724" y="14822"/>
                </a:cubicBezTo>
                <a:lnTo>
                  <a:pt x="17346" y="14822"/>
                </a:lnTo>
                <a:cubicBezTo>
                  <a:pt x="17191" y="14822"/>
                  <a:pt x="17065" y="14947"/>
                  <a:pt x="17065" y="15103"/>
                </a:cubicBezTo>
                <a:lnTo>
                  <a:pt x="17065" y="18005"/>
                </a:lnTo>
                <a:lnTo>
                  <a:pt x="14676" y="18005"/>
                </a:lnTo>
                <a:lnTo>
                  <a:pt x="14676" y="17415"/>
                </a:lnTo>
                <a:lnTo>
                  <a:pt x="15406" y="17415"/>
                </a:lnTo>
                <a:cubicBezTo>
                  <a:pt x="15406" y="16948"/>
                  <a:pt x="15027" y="16568"/>
                  <a:pt x="14560" y="16568"/>
                </a:cubicBezTo>
                <a:cubicBezTo>
                  <a:pt x="14092" y="16568"/>
                  <a:pt x="13713" y="16948"/>
                  <a:pt x="13713" y="17415"/>
                </a:cubicBezTo>
                <a:lnTo>
                  <a:pt x="14445" y="17415"/>
                </a:lnTo>
                <a:lnTo>
                  <a:pt x="14445" y="18005"/>
                </a:lnTo>
                <a:lnTo>
                  <a:pt x="12468" y="18005"/>
                </a:lnTo>
                <a:lnTo>
                  <a:pt x="12468" y="17415"/>
                </a:lnTo>
                <a:lnTo>
                  <a:pt x="13199" y="17415"/>
                </a:lnTo>
                <a:cubicBezTo>
                  <a:pt x="13199" y="16948"/>
                  <a:pt x="12820" y="16568"/>
                  <a:pt x="12353" y="16568"/>
                </a:cubicBezTo>
                <a:cubicBezTo>
                  <a:pt x="11885" y="16568"/>
                  <a:pt x="11506" y="16948"/>
                  <a:pt x="11506" y="17415"/>
                </a:cubicBezTo>
                <a:lnTo>
                  <a:pt x="12237" y="17415"/>
                </a:lnTo>
                <a:lnTo>
                  <a:pt x="12237" y="18005"/>
                </a:lnTo>
                <a:lnTo>
                  <a:pt x="11037" y="18005"/>
                </a:lnTo>
                <a:cubicBezTo>
                  <a:pt x="10896" y="18005"/>
                  <a:pt x="10783" y="18118"/>
                  <a:pt x="10783" y="18259"/>
                </a:cubicBezTo>
                <a:lnTo>
                  <a:pt x="10783" y="18600"/>
                </a:lnTo>
                <a:cubicBezTo>
                  <a:pt x="10783" y="18739"/>
                  <a:pt x="10896" y="18853"/>
                  <a:pt x="11037" y="18853"/>
                </a:cubicBezTo>
                <a:lnTo>
                  <a:pt x="12013" y="18853"/>
                </a:lnTo>
                <a:cubicBezTo>
                  <a:pt x="11490" y="21545"/>
                  <a:pt x="10653" y="23911"/>
                  <a:pt x="9633" y="25722"/>
                </a:cubicBezTo>
                <a:cubicBezTo>
                  <a:pt x="9408" y="25839"/>
                  <a:pt x="9254" y="26074"/>
                  <a:pt x="9254" y="26346"/>
                </a:cubicBezTo>
                <a:lnTo>
                  <a:pt x="9260" y="26346"/>
                </a:lnTo>
                <a:cubicBezTo>
                  <a:pt x="9148" y="26521"/>
                  <a:pt x="9035" y="26693"/>
                  <a:pt x="8920" y="26856"/>
                </a:cubicBezTo>
                <a:lnTo>
                  <a:pt x="8218" y="26856"/>
                </a:lnTo>
                <a:lnTo>
                  <a:pt x="8218" y="26346"/>
                </a:lnTo>
                <a:lnTo>
                  <a:pt x="8826" y="26346"/>
                </a:lnTo>
                <a:cubicBezTo>
                  <a:pt x="8826" y="25956"/>
                  <a:pt x="8511" y="25642"/>
                  <a:pt x="8123" y="25642"/>
                </a:cubicBezTo>
                <a:cubicBezTo>
                  <a:pt x="7734" y="25642"/>
                  <a:pt x="7419" y="25956"/>
                  <a:pt x="7419" y="26346"/>
                </a:cubicBezTo>
                <a:lnTo>
                  <a:pt x="8027" y="26346"/>
                </a:lnTo>
                <a:lnTo>
                  <a:pt x="8027" y="26856"/>
                </a:lnTo>
                <a:lnTo>
                  <a:pt x="6005" y="26856"/>
                </a:lnTo>
                <a:lnTo>
                  <a:pt x="6005" y="24444"/>
                </a:lnTo>
                <a:cubicBezTo>
                  <a:pt x="6005" y="24314"/>
                  <a:pt x="5900" y="24210"/>
                  <a:pt x="5771" y="24210"/>
                </a:cubicBezTo>
                <a:lnTo>
                  <a:pt x="5456" y="24210"/>
                </a:lnTo>
                <a:cubicBezTo>
                  <a:pt x="5328" y="24210"/>
                  <a:pt x="5223" y="24314"/>
                  <a:pt x="5223" y="24444"/>
                </a:cubicBezTo>
                <a:lnTo>
                  <a:pt x="5223" y="26856"/>
                </a:lnTo>
                <a:lnTo>
                  <a:pt x="3237" y="26856"/>
                </a:lnTo>
                <a:lnTo>
                  <a:pt x="3237" y="26366"/>
                </a:lnTo>
                <a:lnTo>
                  <a:pt x="3844" y="26366"/>
                </a:lnTo>
                <a:cubicBezTo>
                  <a:pt x="3844" y="25977"/>
                  <a:pt x="3530" y="25662"/>
                  <a:pt x="3141" y="25662"/>
                </a:cubicBezTo>
                <a:cubicBezTo>
                  <a:pt x="2752" y="25662"/>
                  <a:pt x="2437" y="25977"/>
                  <a:pt x="2437" y="26366"/>
                </a:cubicBezTo>
                <a:lnTo>
                  <a:pt x="3045" y="26366"/>
                </a:lnTo>
                <a:lnTo>
                  <a:pt x="3045" y="26856"/>
                </a:lnTo>
                <a:lnTo>
                  <a:pt x="1401" y="26856"/>
                </a:lnTo>
                <a:lnTo>
                  <a:pt x="1401" y="26366"/>
                </a:lnTo>
                <a:lnTo>
                  <a:pt x="2009" y="26366"/>
                </a:lnTo>
                <a:cubicBezTo>
                  <a:pt x="2009" y="25977"/>
                  <a:pt x="1694" y="25662"/>
                  <a:pt x="1305" y="25662"/>
                </a:cubicBezTo>
                <a:cubicBezTo>
                  <a:pt x="916" y="25662"/>
                  <a:pt x="602" y="25977"/>
                  <a:pt x="602" y="26366"/>
                </a:cubicBezTo>
                <a:lnTo>
                  <a:pt x="1209" y="26366"/>
                </a:lnTo>
                <a:lnTo>
                  <a:pt x="1209" y="26856"/>
                </a:lnTo>
                <a:lnTo>
                  <a:pt x="211" y="26856"/>
                </a:lnTo>
                <a:cubicBezTo>
                  <a:pt x="94" y="26856"/>
                  <a:pt x="1" y="26950"/>
                  <a:pt x="1" y="27067"/>
                </a:cubicBezTo>
                <a:lnTo>
                  <a:pt x="1" y="27351"/>
                </a:lnTo>
                <a:cubicBezTo>
                  <a:pt x="1" y="27468"/>
                  <a:pt x="94" y="27561"/>
                  <a:pt x="211" y="27561"/>
                </a:cubicBezTo>
                <a:lnTo>
                  <a:pt x="1296" y="27561"/>
                </a:lnTo>
                <a:lnTo>
                  <a:pt x="1495" y="27644"/>
                </a:lnTo>
                <a:cubicBezTo>
                  <a:pt x="2634" y="28935"/>
                  <a:pt x="3805" y="29586"/>
                  <a:pt x="4991" y="29586"/>
                </a:cubicBezTo>
                <a:cubicBezTo>
                  <a:pt x="5068" y="29586"/>
                  <a:pt x="5145" y="29583"/>
                  <a:pt x="5222" y="29578"/>
                </a:cubicBezTo>
                <a:lnTo>
                  <a:pt x="5222" y="58992"/>
                </a:lnTo>
                <a:lnTo>
                  <a:pt x="4430" y="58992"/>
                </a:lnTo>
                <a:cubicBezTo>
                  <a:pt x="4175" y="58992"/>
                  <a:pt x="3969" y="59183"/>
                  <a:pt x="3969" y="59420"/>
                </a:cubicBezTo>
                <a:lnTo>
                  <a:pt x="3969" y="69999"/>
                </a:lnTo>
                <a:cubicBezTo>
                  <a:pt x="3969" y="70236"/>
                  <a:pt x="4175" y="70427"/>
                  <a:pt x="4430" y="70427"/>
                </a:cubicBezTo>
                <a:lnTo>
                  <a:pt x="6796" y="70427"/>
                </a:lnTo>
                <a:cubicBezTo>
                  <a:pt x="7052" y="70427"/>
                  <a:pt x="7259" y="70236"/>
                  <a:pt x="7259" y="69999"/>
                </a:cubicBezTo>
                <a:lnTo>
                  <a:pt x="7259" y="59420"/>
                </a:lnTo>
                <a:cubicBezTo>
                  <a:pt x="7259" y="59183"/>
                  <a:pt x="7052" y="58992"/>
                  <a:pt x="6796" y="58992"/>
                </a:cubicBezTo>
                <a:lnTo>
                  <a:pt x="6004" y="58992"/>
                </a:lnTo>
                <a:lnTo>
                  <a:pt x="6004" y="29427"/>
                </a:lnTo>
                <a:cubicBezTo>
                  <a:pt x="6054" y="29412"/>
                  <a:pt x="6104" y="29394"/>
                  <a:pt x="6153" y="29377"/>
                </a:cubicBezTo>
                <a:cubicBezTo>
                  <a:pt x="6493" y="29480"/>
                  <a:pt x="6835" y="29533"/>
                  <a:pt x="7177" y="29533"/>
                </a:cubicBezTo>
                <a:cubicBezTo>
                  <a:pt x="7455" y="29533"/>
                  <a:pt x="7731" y="29499"/>
                  <a:pt x="8008" y="29430"/>
                </a:cubicBezTo>
                <a:cubicBezTo>
                  <a:pt x="8531" y="29300"/>
                  <a:pt x="9045" y="29044"/>
                  <a:pt x="9545" y="28678"/>
                </a:cubicBezTo>
                <a:cubicBezTo>
                  <a:pt x="10404" y="29322"/>
                  <a:pt x="11314" y="29651"/>
                  <a:pt x="12250" y="29651"/>
                </a:cubicBezTo>
                <a:cubicBezTo>
                  <a:pt x="12558" y="29651"/>
                  <a:pt x="12869" y="29614"/>
                  <a:pt x="13183" y="29542"/>
                </a:cubicBezTo>
                <a:cubicBezTo>
                  <a:pt x="13486" y="29613"/>
                  <a:pt x="13791" y="29651"/>
                  <a:pt x="14100" y="29651"/>
                </a:cubicBezTo>
                <a:cubicBezTo>
                  <a:pt x="14437" y="29651"/>
                  <a:pt x="14776" y="29609"/>
                  <a:pt x="15118" y="29524"/>
                </a:cubicBezTo>
                <a:cubicBezTo>
                  <a:pt x="15770" y="29361"/>
                  <a:pt x="16426" y="29037"/>
                  <a:pt x="17065" y="28570"/>
                </a:cubicBezTo>
                <a:lnTo>
                  <a:pt x="17065" y="56662"/>
                </a:lnTo>
                <a:lnTo>
                  <a:pt x="16111" y="56662"/>
                </a:lnTo>
                <a:cubicBezTo>
                  <a:pt x="15805" y="56662"/>
                  <a:pt x="15555" y="56892"/>
                  <a:pt x="15555" y="57177"/>
                </a:cubicBezTo>
                <a:lnTo>
                  <a:pt x="15555" y="69902"/>
                </a:lnTo>
                <a:cubicBezTo>
                  <a:pt x="15555" y="70186"/>
                  <a:pt x="15805" y="70416"/>
                  <a:pt x="16111" y="70416"/>
                </a:cubicBezTo>
                <a:lnTo>
                  <a:pt x="18958" y="70416"/>
                </a:lnTo>
                <a:cubicBezTo>
                  <a:pt x="19264" y="70416"/>
                  <a:pt x="19513" y="70186"/>
                  <a:pt x="19513" y="69902"/>
                </a:cubicBezTo>
                <a:lnTo>
                  <a:pt x="19513" y="57177"/>
                </a:lnTo>
                <a:cubicBezTo>
                  <a:pt x="19513" y="56892"/>
                  <a:pt x="19264" y="56662"/>
                  <a:pt x="18958" y="56662"/>
                </a:cubicBezTo>
                <a:lnTo>
                  <a:pt x="18005" y="56662"/>
                </a:lnTo>
                <a:lnTo>
                  <a:pt x="18005" y="27771"/>
                </a:lnTo>
                <a:cubicBezTo>
                  <a:pt x="18568" y="27219"/>
                  <a:pt x="19107" y="26556"/>
                  <a:pt x="19607" y="25794"/>
                </a:cubicBezTo>
                <a:cubicBezTo>
                  <a:pt x="20659" y="24189"/>
                  <a:pt x="21505" y="22202"/>
                  <a:pt x="22051" y="20083"/>
                </a:cubicBezTo>
                <a:cubicBezTo>
                  <a:pt x="22778" y="20682"/>
                  <a:pt x="23605" y="20994"/>
                  <a:pt x="24498" y="20994"/>
                </a:cubicBezTo>
                <a:cubicBezTo>
                  <a:pt x="24800" y="20994"/>
                  <a:pt x="25111" y="20959"/>
                  <a:pt x="25427" y="20887"/>
                </a:cubicBezTo>
                <a:cubicBezTo>
                  <a:pt x="25489" y="20872"/>
                  <a:pt x="25550" y="20857"/>
                  <a:pt x="25612" y="20840"/>
                </a:cubicBezTo>
                <a:cubicBezTo>
                  <a:pt x="25969" y="20942"/>
                  <a:pt x="26342" y="20995"/>
                  <a:pt x="26727" y="20995"/>
                </a:cubicBezTo>
                <a:cubicBezTo>
                  <a:pt x="27068" y="20995"/>
                  <a:pt x="27420" y="20955"/>
                  <a:pt x="27780" y="20872"/>
                </a:cubicBezTo>
                <a:cubicBezTo>
                  <a:pt x="28531" y="20701"/>
                  <a:pt x="29302" y="20353"/>
                  <a:pt x="30063" y="19846"/>
                </a:cubicBezTo>
                <a:lnTo>
                  <a:pt x="30063" y="54153"/>
                </a:lnTo>
                <a:lnTo>
                  <a:pt x="28830" y="54153"/>
                </a:lnTo>
                <a:cubicBezTo>
                  <a:pt x="28432" y="54153"/>
                  <a:pt x="28111" y="54451"/>
                  <a:pt x="28111" y="54819"/>
                </a:cubicBezTo>
                <a:lnTo>
                  <a:pt x="28111" y="71289"/>
                </a:lnTo>
                <a:cubicBezTo>
                  <a:pt x="28111" y="71657"/>
                  <a:pt x="28432" y="71956"/>
                  <a:pt x="28830" y="71956"/>
                </a:cubicBezTo>
                <a:lnTo>
                  <a:pt x="32514" y="71956"/>
                </a:lnTo>
                <a:cubicBezTo>
                  <a:pt x="32911" y="71956"/>
                  <a:pt x="33234" y="71657"/>
                  <a:pt x="33234" y="71289"/>
                </a:cubicBezTo>
                <a:lnTo>
                  <a:pt x="33234" y="54819"/>
                </a:lnTo>
                <a:cubicBezTo>
                  <a:pt x="33234" y="54451"/>
                  <a:pt x="32911" y="54153"/>
                  <a:pt x="32514" y="54153"/>
                </a:cubicBezTo>
                <a:lnTo>
                  <a:pt x="31280" y="54153"/>
                </a:lnTo>
                <a:lnTo>
                  <a:pt x="31280" y="18891"/>
                </a:lnTo>
                <a:cubicBezTo>
                  <a:pt x="34159" y="16286"/>
                  <a:pt x="36688" y="11427"/>
                  <a:pt x="37293" y="5260"/>
                </a:cubicBezTo>
                <a:lnTo>
                  <a:pt x="37394" y="5218"/>
                </a:lnTo>
                <a:lnTo>
                  <a:pt x="39083" y="5218"/>
                </a:lnTo>
                <a:cubicBezTo>
                  <a:pt x="39265" y="5218"/>
                  <a:pt x="39412" y="5071"/>
                  <a:pt x="39412" y="4890"/>
                </a:cubicBezTo>
                <a:lnTo>
                  <a:pt x="39412" y="4448"/>
                </a:lnTo>
                <a:cubicBezTo>
                  <a:pt x="39412" y="4267"/>
                  <a:pt x="39265" y="4120"/>
                  <a:pt x="39084" y="4120"/>
                </a:cubicBezTo>
                <a:lnTo>
                  <a:pt x="37585" y="4120"/>
                </a:lnTo>
                <a:lnTo>
                  <a:pt x="37585" y="3325"/>
                </a:lnTo>
                <a:lnTo>
                  <a:pt x="38531" y="3325"/>
                </a:lnTo>
                <a:cubicBezTo>
                  <a:pt x="38531" y="2719"/>
                  <a:pt x="38040" y="2229"/>
                  <a:pt x="37435" y="2229"/>
                </a:cubicBezTo>
                <a:cubicBezTo>
                  <a:pt x="36831" y="2229"/>
                  <a:pt x="36340" y="2720"/>
                  <a:pt x="36340" y="3325"/>
                </a:cubicBezTo>
                <a:lnTo>
                  <a:pt x="37286" y="3325"/>
                </a:lnTo>
                <a:lnTo>
                  <a:pt x="37286" y="4120"/>
                </a:lnTo>
                <a:lnTo>
                  <a:pt x="34728" y="4120"/>
                </a:lnTo>
                <a:lnTo>
                  <a:pt x="34728" y="3325"/>
                </a:lnTo>
                <a:lnTo>
                  <a:pt x="35674" y="3325"/>
                </a:lnTo>
                <a:cubicBezTo>
                  <a:pt x="35674" y="2719"/>
                  <a:pt x="35184" y="2229"/>
                  <a:pt x="34579" y="2229"/>
                </a:cubicBezTo>
                <a:cubicBezTo>
                  <a:pt x="33973" y="2229"/>
                  <a:pt x="33482" y="2720"/>
                  <a:pt x="33482" y="3325"/>
                </a:cubicBezTo>
                <a:lnTo>
                  <a:pt x="34429" y="3325"/>
                </a:lnTo>
                <a:lnTo>
                  <a:pt x="34429" y="4120"/>
                </a:lnTo>
                <a:lnTo>
                  <a:pt x="31282" y="4120"/>
                </a:lnTo>
                <a:lnTo>
                  <a:pt x="31282" y="364"/>
                </a:lnTo>
                <a:cubicBezTo>
                  <a:pt x="31282" y="164"/>
                  <a:pt x="31118" y="1"/>
                  <a:pt x="3091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2" name="Google Shape;554;p30">
            <a:extLst>
              <a:ext uri="{FF2B5EF4-FFF2-40B4-BE49-F238E27FC236}">
                <a16:creationId xmlns:a16="http://schemas.microsoft.com/office/drawing/2014/main" id="{660B56F0-781F-7664-8E30-576B73F3DD05}"/>
              </a:ext>
            </a:extLst>
          </p:cNvPr>
          <p:cNvSpPr/>
          <p:nvPr/>
        </p:nvSpPr>
        <p:spPr>
          <a:xfrm>
            <a:off x="3788115" y="3533476"/>
            <a:ext cx="2408276" cy="3456932"/>
          </a:xfrm>
          <a:custGeom>
            <a:avLst/>
            <a:gdLst/>
            <a:ahLst/>
            <a:cxnLst/>
            <a:rect l="l" t="t" r="r" b="b"/>
            <a:pathLst>
              <a:path w="39412" h="71956" extrusionOk="0">
                <a:moveTo>
                  <a:pt x="26435" y="5219"/>
                </a:moveTo>
                <a:cubicBezTo>
                  <a:pt x="26414" y="5447"/>
                  <a:pt x="26391" y="5674"/>
                  <a:pt x="26366" y="5900"/>
                </a:cubicBezTo>
                <a:lnTo>
                  <a:pt x="24728" y="5219"/>
                </a:lnTo>
                <a:close/>
                <a:moveTo>
                  <a:pt x="36617" y="5219"/>
                </a:moveTo>
                <a:lnTo>
                  <a:pt x="34266" y="6197"/>
                </a:lnTo>
                <a:cubicBezTo>
                  <a:pt x="34307" y="5875"/>
                  <a:pt x="34344" y="5549"/>
                  <a:pt x="34375" y="5219"/>
                </a:cubicBezTo>
                <a:close/>
                <a:moveTo>
                  <a:pt x="30064" y="5219"/>
                </a:moveTo>
                <a:lnTo>
                  <a:pt x="30064" y="7439"/>
                </a:lnTo>
                <a:lnTo>
                  <a:pt x="26467" y="5942"/>
                </a:lnTo>
                <a:cubicBezTo>
                  <a:pt x="26494" y="5702"/>
                  <a:pt x="26518" y="5461"/>
                  <a:pt x="26541" y="5219"/>
                </a:cubicBezTo>
                <a:close/>
                <a:moveTo>
                  <a:pt x="34269" y="5219"/>
                </a:moveTo>
                <a:cubicBezTo>
                  <a:pt x="34236" y="5564"/>
                  <a:pt x="34198" y="5906"/>
                  <a:pt x="34154" y="6243"/>
                </a:cubicBezTo>
                <a:lnTo>
                  <a:pt x="31282" y="7439"/>
                </a:lnTo>
                <a:lnTo>
                  <a:pt x="31282" y="5219"/>
                </a:lnTo>
                <a:close/>
                <a:moveTo>
                  <a:pt x="34108" y="6587"/>
                </a:moveTo>
                <a:cubicBezTo>
                  <a:pt x="33621" y="10031"/>
                  <a:pt x="32586" y="13006"/>
                  <a:pt x="31282" y="15337"/>
                </a:cubicBezTo>
                <a:lnTo>
                  <a:pt x="31282" y="7763"/>
                </a:lnTo>
                <a:lnTo>
                  <a:pt x="34108" y="6587"/>
                </a:lnTo>
                <a:close/>
                <a:moveTo>
                  <a:pt x="20438" y="17390"/>
                </a:moveTo>
                <a:lnTo>
                  <a:pt x="20438" y="18004"/>
                </a:lnTo>
                <a:lnTo>
                  <a:pt x="19995" y="18004"/>
                </a:lnTo>
                <a:cubicBezTo>
                  <a:pt x="20128" y="17809"/>
                  <a:pt x="20260" y="17604"/>
                  <a:pt x="20389" y="17390"/>
                </a:cubicBezTo>
                <a:close/>
                <a:moveTo>
                  <a:pt x="23951" y="5218"/>
                </a:moveTo>
                <a:lnTo>
                  <a:pt x="26331" y="6210"/>
                </a:lnTo>
                <a:cubicBezTo>
                  <a:pt x="25896" y="9839"/>
                  <a:pt x="24941" y="13226"/>
                  <a:pt x="23593" y="15872"/>
                </a:cubicBezTo>
                <a:cubicBezTo>
                  <a:pt x="23456" y="16140"/>
                  <a:pt x="23316" y="16400"/>
                  <a:pt x="23172" y="16651"/>
                </a:cubicBezTo>
                <a:cubicBezTo>
                  <a:pt x="23051" y="16583"/>
                  <a:pt x="22910" y="16544"/>
                  <a:pt x="22761" y="16544"/>
                </a:cubicBezTo>
                <a:cubicBezTo>
                  <a:pt x="22293" y="16544"/>
                  <a:pt x="21914" y="16923"/>
                  <a:pt x="21914" y="17390"/>
                </a:cubicBezTo>
                <a:lnTo>
                  <a:pt x="22645" y="17390"/>
                </a:lnTo>
                <a:lnTo>
                  <a:pt x="22645" y="17507"/>
                </a:lnTo>
                <a:cubicBezTo>
                  <a:pt x="22532" y="17679"/>
                  <a:pt x="22418" y="17844"/>
                  <a:pt x="22302" y="18004"/>
                </a:cubicBezTo>
                <a:lnTo>
                  <a:pt x="20668" y="18004"/>
                </a:lnTo>
                <a:lnTo>
                  <a:pt x="20668" y="17390"/>
                </a:lnTo>
                <a:lnTo>
                  <a:pt x="21399" y="17390"/>
                </a:lnTo>
                <a:cubicBezTo>
                  <a:pt x="21399" y="17024"/>
                  <a:pt x="21166" y="16713"/>
                  <a:pt x="20841" y="16595"/>
                </a:cubicBezTo>
                <a:cubicBezTo>
                  <a:pt x="20957" y="16378"/>
                  <a:pt x="21071" y="16154"/>
                  <a:pt x="21183" y="15922"/>
                </a:cubicBezTo>
                <a:cubicBezTo>
                  <a:pt x="22577" y="13043"/>
                  <a:pt x="23537" y="9257"/>
                  <a:pt x="23906" y="5218"/>
                </a:cubicBezTo>
                <a:close/>
                <a:moveTo>
                  <a:pt x="22645" y="17705"/>
                </a:moveTo>
                <a:lnTo>
                  <a:pt x="22645" y="18005"/>
                </a:lnTo>
                <a:lnTo>
                  <a:pt x="22437" y="18005"/>
                </a:lnTo>
                <a:cubicBezTo>
                  <a:pt x="22507" y="17906"/>
                  <a:pt x="22577" y="17806"/>
                  <a:pt x="22645" y="17705"/>
                </a:cubicBezTo>
                <a:close/>
                <a:moveTo>
                  <a:pt x="37183" y="5306"/>
                </a:moveTo>
                <a:cubicBezTo>
                  <a:pt x="36576" y="11373"/>
                  <a:pt x="34103" y="16160"/>
                  <a:pt x="31282" y="18753"/>
                </a:cubicBezTo>
                <a:lnTo>
                  <a:pt x="31282" y="15545"/>
                </a:lnTo>
                <a:cubicBezTo>
                  <a:pt x="32644" y="13165"/>
                  <a:pt x="33724" y="10100"/>
                  <a:pt x="34221" y="6539"/>
                </a:cubicBezTo>
                <a:lnTo>
                  <a:pt x="37183" y="5306"/>
                </a:lnTo>
                <a:close/>
                <a:moveTo>
                  <a:pt x="22128" y="18853"/>
                </a:moveTo>
                <a:lnTo>
                  <a:pt x="21574" y="19084"/>
                </a:lnTo>
                <a:cubicBezTo>
                  <a:pt x="21642" y="19009"/>
                  <a:pt x="21711" y="18933"/>
                  <a:pt x="21778" y="18853"/>
                </a:cubicBezTo>
                <a:close/>
                <a:moveTo>
                  <a:pt x="21627" y="18853"/>
                </a:moveTo>
                <a:cubicBezTo>
                  <a:pt x="21526" y="18968"/>
                  <a:pt x="21426" y="19077"/>
                  <a:pt x="21324" y="19183"/>
                </a:cubicBezTo>
                <a:cubicBezTo>
                  <a:pt x="21243" y="19077"/>
                  <a:pt x="21164" y="18968"/>
                  <a:pt x="21086" y="18853"/>
                </a:cubicBezTo>
                <a:close/>
                <a:moveTo>
                  <a:pt x="14353" y="18853"/>
                </a:moveTo>
                <a:cubicBezTo>
                  <a:pt x="14317" y="19035"/>
                  <a:pt x="14280" y="19215"/>
                  <a:pt x="14242" y="19394"/>
                </a:cubicBezTo>
                <a:lnTo>
                  <a:pt x="12941" y="18853"/>
                </a:lnTo>
                <a:close/>
                <a:moveTo>
                  <a:pt x="20962" y="18853"/>
                </a:moveTo>
                <a:cubicBezTo>
                  <a:pt x="21048" y="18984"/>
                  <a:pt x="21138" y="19108"/>
                  <a:pt x="21230" y="19227"/>
                </a:cubicBezTo>
                <a:lnTo>
                  <a:pt x="20317" y="19608"/>
                </a:lnTo>
                <a:cubicBezTo>
                  <a:pt x="20374" y="19357"/>
                  <a:pt x="20427" y="19106"/>
                  <a:pt x="20478" y="18853"/>
                </a:cubicBezTo>
                <a:close/>
                <a:moveTo>
                  <a:pt x="22176" y="19084"/>
                </a:moveTo>
                <a:cubicBezTo>
                  <a:pt x="22119" y="19358"/>
                  <a:pt x="22055" y="19631"/>
                  <a:pt x="21987" y="19902"/>
                </a:cubicBezTo>
                <a:cubicBezTo>
                  <a:pt x="21811" y="19745"/>
                  <a:pt x="21641" y="19569"/>
                  <a:pt x="21478" y="19373"/>
                </a:cubicBezTo>
                <a:lnTo>
                  <a:pt x="22176" y="19084"/>
                </a:lnTo>
                <a:close/>
                <a:moveTo>
                  <a:pt x="14646" y="18853"/>
                </a:moveTo>
                <a:cubicBezTo>
                  <a:pt x="14904" y="19258"/>
                  <a:pt x="15178" y="19608"/>
                  <a:pt x="15465" y="19904"/>
                </a:cubicBezTo>
                <a:lnTo>
                  <a:pt x="14341" y="19435"/>
                </a:lnTo>
                <a:cubicBezTo>
                  <a:pt x="14383" y="19243"/>
                  <a:pt x="14422" y="19049"/>
                  <a:pt x="14460" y="18853"/>
                </a:cubicBezTo>
                <a:close/>
                <a:moveTo>
                  <a:pt x="19228" y="18853"/>
                </a:moveTo>
                <a:cubicBezTo>
                  <a:pt x="18830" y="19331"/>
                  <a:pt x="18421" y="19732"/>
                  <a:pt x="18006" y="20049"/>
                </a:cubicBezTo>
                <a:lnTo>
                  <a:pt x="18006" y="18853"/>
                </a:lnTo>
                <a:close/>
                <a:moveTo>
                  <a:pt x="20866" y="19628"/>
                </a:moveTo>
                <a:lnTo>
                  <a:pt x="20866" y="19628"/>
                </a:lnTo>
                <a:cubicBezTo>
                  <a:pt x="20637" y="19835"/>
                  <a:pt x="20406" y="20018"/>
                  <a:pt x="20175" y="20178"/>
                </a:cubicBezTo>
                <a:cubicBezTo>
                  <a:pt x="20199" y="20080"/>
                  <a:pt x="20224" y="19983"/>
                  <a:pt x="20249" y="19885"/>
                </a:cubicBezTo>
                <a:lnTo>
                  <a:pt x="20866" y="19628"/>
                </a:lnTo>
                <a:close/>
                <a:moveTo>
                  <a:pt x="12780" y="19035"/>
                </a:moveTo>
                <a:lnTo>
                  <a:pt x="14193" y="19624"/>
                </a:lnTo>
                <a:cubicBezTo>
                  <a:pt x="14139" y="19867"/>
                  <a:pt x="14081" y="20105"/>
                  <a:pt x="14021" y="20341"/>
                </a:cubicBezTo>
                <a:cubicBezTo>
                  <a:pt x="13584" y="20029"/>
                  <a:pt x="13167" y="19592"/>
                  <a:pt x="12780" y="19035"/>
                </a:cubicBezTo>
                <a:close/>
                <a:moveTo>
                  <a:pt x="17065" y="18853"/>
                </a:moveTo>
                <a:lnTo>
                  <a:pt x="17065" y="20569"/>
                </a:lnTo>
                <a:lnTo>
                  <a:pt x="15728" y="20012"/>
                </a:lnTo>
                <a:cubicBezTo>
                  <a:pt x="15391" y="19701"/>
                  <a:pt x="15070" y="19315"/>
                  <a:pt x="14770" y="18853"/>
                </a:cubicBezTo>
                <a:close/>
                <a:moveTo>
                  <a:pt x="20370" y="18853"/>
                </a:moveTo>
                <a:cubicBezTo>
                  <a:pt x="20317" y="19123"/>
                  <a:pt x="20259" y="19391"/>
                  <a:pt x="20195" y="19658"/>
                </a:cubicBezTo>
                <a:lnTo>
                  <a:pt x="18006" y="20569"/>
                </a:lnTo>
                <a:lnTo>
                  <a:pt x="18006" y="20181"/>
                </a:lnTo>
                <a:cubicBezTo>
                  <a:pt x="18468" y="19837"/>
                  <a:pt x="18924" y="19392"/>
                  <a:pt x="19365" y="18853"/>
                </a:cubicBezTo>
                <a:close/>
                <a:moveTo>
                  <a:pt x="16554" y="20606"/>
                </a:moveTo>
                <a:lnTo>
                  <a:pt x="16825" y="20719"/>
                </a:lnTo>
                <a:cubicBezTo>
                  <a:pt x="16819" y="20721"/>
                  <a:pt x="16813" y="20723"/>
                  <a:pt x="16807" y="20725"/>
                </a:cubicBezTo>
                <a:cubicBezTo>
                  <a:pt x="16722" y="20690"/>
                  <a:pt x="16638" y="20650"/>
                  <a:pt x="16554" y="20606"/>
                </a:cubicBezTo>
                <a:close/>
                <a:moveTo>
                  <a:pt x="26433" y="6252"/>
                </a:moveTo>
                <a:lnTo>
                  <a:pt x="30064" y="7763"/>
                </a:lnTo>
                <a:lnTo>
                  <a:pt x="30064" y="17227"/>
                </a:lnTo>
                <a:cubicBezTo>
                  <a:pt x="28674" y="19095"/>
                  <a:pt x="27108" y="20315"/>
                  <a:pt x="25615" y="20730"/>
                </a:cubicBezTo>
                <a:cubicBezTo>
                  <a:pt x="24679" y="20454"/>
                  <a:pt x="23854" y="19820"/>
                  <a:pt x="23188" y="18853"/>
                </a:cubicBezTo>
                <a:lnTo>
                  <a:pt x="24034" y="18853"/>
                </a:lnTo>
                <a:cubicBezTo>
                  <a:pt x="24174" y="18853"/>
                  <a:pt x="24288" y="18739"/>
                  <a:pt x="24288" y="18600"/>
                </a:cubicBezTo>
                <a:lnTo>
                  <a:pt x="24288" y="18259"/>
                </a:lnTo>
                <a:cubicBezTo>
                  <a:pt x="24288" y="18118"/>
                  <a:pt x="24174" y="18005"/>
                  <a:pt x="24034" y="18005"/>
                </a:cubicBezTo>
                <a:lnTo>
                  <a:pt x="22876" y="18005"/>
                </a:lnTo>
                <a:lnTo>
                  <a:pt x="22876" y="17390"/>
                </a:lnTo>
                <a:lnTo>
                  <a:pt x="23607" y="17390"/>
                </a:lnTo>
                <a:cubicBezTo>
                  <a:pt x="23607" y="17110"/>
                  <a:pt x="23471" y="16863"/>
                  <a:pt x="23261" y="16709"/>
                </a:cubicBezTo>
                <a:cubicBezTo>
                  <a:pt x="23406" y="16455"/>
                  <a:pt x="23548" y="16192"/>
                  <a:pt x="23687" y="15919"/>
                </a:cubicBezTo>
                <a:cubicBezTo>
                  <a:pt x="25037" y="13270"/>
                  <a:pt x="25994" y="9882"/>
                  <a:pt x="26433" y="6252"/>
                </a:cubicBezTo>
                <a:close/>
                <a:moveTo>
                  <a:pt x="16965" y="20777"/>
                </a:moveTo>
                <a:lnTo>
                  <a:pt x="17065" y="20819"/>
                </a:lnTo>
                <a:lnTo>
                  <a:pt x="17065" y="20821"/>
                </a:lnTo>
                <a:cubicBezTo>
                  <a:pt x="17027" y="20809"/>
                  <a:pt x="16990" y="20796"/>
                  <a:pt x="16952" y="20783"/>
                </a:cubicBezTo>
                <a:cubicBezTo>
                  <a:pt x="16957" y="20781"/>
                  <a:pt x="16961" y="20779"/>
                  <a:pt x="16965" y="20777"/>
                </a:cubicBezTo>
                <a:close/>
                <a:moveTo>
                  <a:pt x="30064" y="17395"/>
                </a:moveTo>
                <a:lnTo>
                  <a:pt x="30064" y="19722"/>
                </a:lnTo>
                <a:cubicBezTo>
                  <a:pt x="29294" y="20241"/>
                  <a:pt x="28517" y="20596"/>
                  <a:pt x="27757" y="20770"/>
                </a:cubicBezTo>
                <a:cubicBezTo>
                  <a:pt x="27407" y="20849"/>
                  <a:pt x="27065" y="20889"/>
                  <a:pt x="26733" y="20889"/>
                </a:cubicBezTo>
                <a:cubicBezTo>
                  <a:pt x="26416" y="20889"/>
                  <a:pt x="26107" y="20853"/>
                  <a:pt x="25809" y="20782"/>
                </a:cubicBezTo>
                <a:cubicBezTo>
                  <a:pt x="27242" y="20329"/>
                  <a:pt x="28730" y="19155"/>
                  <a:pt x="30064" y="17395"/>
                </a:cubicBezTo>
                <a:close/>
                <a:moveTo>
                  <a:pt x="23062" y="18853"/>
                </a:moveTo>
                <a:cubicBezTo>
                  <a:pt x="23710" y="19818"/>
                  <a:pt x="24513" y="20468"/>
                  <a:pt x="25423" y="20779"/>
                </a:cubicBezTo>
                <a:cubicBezTo>
                  <a:pt x="25417" y="20780"/>
                  <a:pt x="25411" y="20782"/>
                  <a:pt x="25403" y="20784"/>
                </a:cubicBezTo>
                <a:cubicBezTo>
                  <a:pt x="25086" y="20857"/>
                  <a:pt x="24776" y="20893"/>
                  <a:pt x="24474" y="20893"/>
                </a:cubicBezTo>
                <a:cubicBezTo>
                  <a:pt x="23593" y="20893"/>
                  <a:pt x="22787" y="20585"/>
                  <a:pt x="22077" y="19981"/>
                </a:cubicBezTo>
                <a:cubicBezTo>
                  <a:pt x="22156" y="19667"/>
                  <a:pt x="22228" y="19352"/>
                  <a:pt x="22293" y="19034"/>
                </a:cubicBezTo>
                <a:lnTo>
                  <a:pt x="22728" y="18853"/>
                </a:lnTo>
                <a:close/>
                <a:moveTo>
                  <a:pt x="14291" y="19665"/>
                </a:moveTo>
                <a:lnTo>
                  <a:pt x="15997" y="20374"/>
                </a:lnTo>
                <a:cubicBezTo>
                  <a:pt x="16212" y="20536"/>
                  <a:pt x="16434" y="20671"/>
                  <a:pt x="16661" y="20776"/>
                </a:cubicBezTo>
                <a:cubicBezTo>
                  <a:pt x="16571" y="20805"/>
                  <a:pt x="16482" y="20829"/>
                  <a:pt x="16393" y="20850"/>
                </a:cubicBezTo>
                <a:cubicBezTo>
                  <a:pt x="16173" y="20900"/>
                  <a:pt x="15956" y="20925"/>
                  <a:pt x="15743" y="20925"/>
                </a:cubicBezTo>
                <a:cubicBezTo>
                  <a:pt x="15176" y="20925"/>
                  <a:pt x="14630" y="20750"/>
                  <a:pt x="14114" y="20405"/>
                </a:cubicBezTo>
                <a:cubicBezTo>
                  <a:pt x="14175" y="20160"/>
                  <a:pt x="14236" y="19915"/>
                  <a:pt x="14291" y="19665"/>
                </a:cubicBezTo>
                <a:close/>
                <a:moveTo>
                  <a:pt x="20127" y="19935"/>
                </a:moveTo>
                <a:lnTo>
                  <a:pt x="20127" y="19935"/>
                </a:lnTo>
                <a:cubicBezTo>
                  <a:pt x="20100" y="20046"/>
                  <a:pt x="20071" y="20156"/>
                  <a:pt x="20041" y="20266"/>
                </a:cubicBezTo>
                <a:cubicBezTo>
                  <a:pt x="19581" y="20566"/>
                  <a:pt x="19117" y="20774"/>
                  <a:pt x="18660" y="20878"/>
                </a:cubicBezTo>
                <a:cubicBezTo>
                  <a:pt x="18439" y="20928"/>
                  <a:pt x="18220" y="20955"/>
                  <a:pt x="18006" y="20959"/>
                </a:cubicBezTo>
                <a:lnTo>
                  <a:pt x="18006" y="20819"/>
                </a:lnTo>
                <a:lnTo>
                  <a:pt x="20127" y="19935"/>
                </a:lnTo>
                <a:close/>
                <a:moveTo>
                  <a:pt x="19998" y="20426"/>
                </a:moveTo>
                <a:lnTo>
                  <a:pt x="19998" y="20426"/>
                </a:lnTo>
                <a:cubicBezTo>
                  <a:pt x="19519" y="22165"/>
                  <a:pt x="18836" y="23801"/>
                  <a:pt x="18006" y="25194"/>
                </a:cubicBezTo>
                <a:lnTo>
                  <a:pt x="18006" y="21064"/>
                </a:lnTo>
                <a:cubicBezTo>
                  <a:pt x="18228" y="21059"/>
                  <a:pt x="18455" y="21033"/>
                  <a:pt x="18684" y="20980"/>
                </a:cubicBezTo>
                <a:cubicBezTo>
                  <a:pt x="19124" y="20880"/>
                  <a:pt x="19563" y="20694"/>
                  <a:pt x="19998" y="20426"/>
                </a:cubicBezTo>
                <a:close/>
                <a:moveTo>
                  <a:pt x="9862" y="26346"/>
                </a:moveTo>
                <a:lnTo>
                  <a:pt x="9862" y="26856"/>
                </a:lnTo>
                <a:lnTo>
                  <a:pt x="9073" y="26856"/>
                </a:lnTo>
                <a:cubicBezTo>
                  <a:pt x="9187" y="26692"/>
                  <a:pt x="9300" y="26522"/>
                  <a:pt x="9411" y="26346"/>
                </a:cubicBezTo>
                <a:close/>
                <a:moveTo>
                  <a:pt x="12341" y="18853"/>
                </a:moveTo>
                <a:lnTo>
                  <a:pt x="12604" y="18962"/>
                </a:lnTo>
                <a:cubicBezTo>
                  <a:pt x="13035" y="19608"/>
                  <a:pt x="13500" y="20105"/>
                  <a:pt x="13995" y="20449"/>
                </a:cubicBezTo>
                <a:cubicBezTo>
                  <a:pt x="13320" y="23080"/>
                  <a:pt x="12317" y="25315"/>
                  <a:pt x="11140" y="26896"/>
                </a:cubicBezTo>
                <a:cubicBezTo>
                  <a:pt x="11105" y="26872"/>
                  <a:pt x="11063" y="26856"/>
                  <a:pt x="11017" y="26856"/>
                </a:cubicBezTo>
                <a:lnTo>
                  <a:pt x="10054" y="26856"/>
                </a:lnTo>
                <a:lnTo>
                  <a:pt x="10054" y="26346"/>
                </a:lnTo>
                <a:lnTo>
                  <a:pt x="10661" y="26346"/>
                </a:lnTo>
                <a:cubicBezTo>
                  <a:pt x="10661" y="25956"/>
                  <a:pt x="10347" y="25642"/>
                  <a:pt x="9958" y="25642"/>
                </a:cubicBezTo>
                <a:cubicBezTo>
                  <a:pt x="9908" y="25642"/>
                  <a:pt x="9860" y="25647"/>
                  <a:pt x="9814" y="25656"/>
                </a:cubicBezTo>
                <a:cubicBezTo>
                  <a:pt x="10800" y="23859"/>
                  <a:pt x="11604" y="21530"/>
                  <a:pt x="12119" y="18853"/>
                </a:cubicBezTo>
                <a:close/>
                <a:moveTo>
                  <a:pt x="21381" y="19414"/>
                </a:moveTo>
                <a:cubicBezTo>
                  <a:pt x="21566" y="19634"/>
                  <a:pt x="21759" y="19834"/>
                  <a:pt x="21961" y="20009"/>
                </a:cubicBezTo>
                <a:cubicBezTo>
                  <a:pt x="21420" y="22135"/>
                  <a:pt x="20573" y="24129"/>
                  <a:pt x="19519" y="25735"/>
                </a:cubicBezTo>
                <a:cubicBezTo>
                  <a:pt x="19046" y="26459"/>
                  <a:pt x="18536" y="27091"/>
                  <a:pt x="18006" y="27622"/>
                </a:cubicBezTo>
                <a:lnTo>
                  <a:pt x="18006" y="25399"/>
                </a:lnTo>
                <a:cubicBezTo>
                  <a:pt x="18901" y="23937"/>
                  <a:pt x="19629" y="22195"/>
                  <a:pt x="20130" y="20343"/>
                </a:cubicBezTo>
                <a:cubicBezTo>
                  <a:pt x="20481" y="20114"/>
                  <a:pt x="20828" y="19833"/>
                  <a:pt x="21170" y="19502"/>
                </a:cubicBezTo>
                <a:lnTo>
                  <a:pt x="21381" y="19414"/>
                </a:lnTo>
                <a:close/>
                <a:moveTo>
                  <a:pt x="10600" y="27561"/>
                </a:moveTo>
                <a:cubicBezTo>
                  <a:pt x="10561" y="27606"/>
                  <a:pt x="10521" y="27652"/>
                  <a:pt x="10482" y="27695"/>
                </a:cubicBezTo>
                <a:cubicBezTo>
                  <a:pt x="10442" y="27651"/>
                  <a:pt x="10402" y="27606"/>
                  <a:pt x="10363" y="27561"/>
                </a:cubicBezTo>
                <a:close/>
                <a:moveTo>
                  <a:pt x="9433" y="27561"/>
                </a:moveTo>
                <a:lnTo>
                  <a:pt x="8765" y="27840"/>
                </a:lnTo>
                <a:cubicBezTo>
                  <a:pt x="8685" y="27755"/>
                  <a:pt x="8605" y="27668"/>
                  <a:pt x="8524" y="27578"/>
                </a:cubicBezTo>
                <a:cubicBezTo>
                  <a:pt x="8530" y="27572"/>
                  <a:pt x="8534" y="27566"/>
                  <a:pt x="8538" y="27561"/>
                </a:cubicBezTo>
                <a:close/>
                <a:moveTo>
                  <a:pt x="8456" y="27657"/>
                </a:moveTo>
                <a:cubicBezTo>
                  <a:pt x="8524" y="27734"/>
                  <a:pt x="8592" y="27810"/>
                  <a:pt x="8661" y="27883"/>
                </a:cubicBezTo>
                <a:lnTo>
                  <a:pt x="7982" y="28165"/>
                </a:lnTo>
                <a:cubicBezTo>
                  <a:pt x="8142" y="28008"/>
                  <a:pt x="8300" y="27838"/>
                  <a:pt x="8456" y="27657"/>
                </a:cubicBezTo>
                <a:close/>
                <a:moveTo>
                  <a:pt x="10224" y="27561"/>
                </a:moveTo>
                <a:cubicBezTo>
                  <a:pt x="10284" y="27633"/>
                  <a:pt x="10347" y="27702"/>
                  <a:pt x="10409" y="27770"/>
                </a:cubicBezTo>
                <a:cubicBezTo>
                  <a:pt x="10128" y="28066"/>
                  <a:pt x="9841" y="28327"/>
                  <a:pt x="9547" y="28548"/>
                </a:cubicBezTo>
                <a:cubicBezTo>
                  <a:pt x="9331" y="28381"/>
                  <a:pt x="9118" y="28194"/>
                  <a:pt x="8910" y="27987"/>
                </a:cubicBezTo>
                <a:lnTo>
                  <a:pt x="9931" y="27561"/>
                </a:lnTo>
                <a:close/>
                <a:moveTo>
                  <a:pt x="5223" y="27561"/>
                </a:moveTo>
                <a:lnTo>
                  <a:pt x="5223" y="28853"/>
                </a:lnTo>
                <a:cubicBezTo>
                  <a:pt x="4715" y="28544"/>
                  <a:pt x="4212" y="28114"/>
                  <a:pt x="3716" y="27561"/>
                </a:cubicBezTo>
                <a:close/>
                <a:moveTo>
                  <a:pt x="8372" y="27561"/>
                </a:moveTo>
                <a:cubicBezTo>
                  <a:pt x="8372" y="27562"/>
                  <a:pt x="8372" y="27562"/>
                  <a:pt x="8373" y="27563"/>
                </a:cubicBezTo>
                <a:cubicBezTo>
                  <a:pt x="8143" y="27833"/>
                  <a:pt x="7909" y="28078"/>
                  <a:pt x="7671" y="28295"/>
                </a:cubicBezTo>
                <a:lnTo>
                  <a:pt x="6005" y="28987"/>
                </a:lnTo>
                <a:lnTo>
                  <a:pt x="6005" y="27561"/>
                </a:lnTo>
                <a:close/>
                <a:moveTo>
                  <a:pt x="3578" y="27561"/>
                </a:moveTo>
                <a:cubicBezTo>
                  <a:pt x="4112" y="28166"/>
                  <a:pt x="4663" y="28635"/>
                  <a:pt x="5223" y="28963"/>
                </a:cubicBezTo>
                <a:lnTo>
                  <a:pt x="5223" y="28988"/>
                </a:lnTo>
                <a:lnTo>
                  <a:pt x="1796" y="27561"/>
                </a:lnTo>
                <a:close/>
                <a:moveTo>
                  <a:pt x="7146" y="28721"/>
                </a:moveTo>
                <a:lnTo>
                  <a:pt x="7146" y="28721"/>
                </a:lnTo>
                <a:cubicBezTo>
                  <a:pt x="6814" y="28960"/>
                  <a:pt x="6476" y="29144"/>
                  <a:pt x="6133" y="29271"/>
                </a:cubicBezTo>
                <a:cubicBezTo>
                  <a:pt x="6091" y="29257"/>
                  <a:pt x="6048" y="29243"/>
                  <a:pt x="6005" y="29228"/>
                </a:cubicBezTo>
                <a:lnTo>
                  <a:pt x="6005" y="29196"/>
                </a:lnTo>
                <a:lnTo>
                  <a:pt x="7146" y="28721"/>
                </a:lnTo>
                <a:close/>
                <a:moveTo>
                  <a:pt x="8805" y="28030"/>
                </a:moveTo>
                <a:cubicBezTo>
                  <a:pt x="9020" y="28245"/>
                  <a:pt x="9237" y="28439"/>
                  <a:pt x="9459" y="28611"/>
                </a:cubicBezTo>
                <a:cubicBezTo>
                  <a:pt x="8979" y="28959"/>
                  <a:pt x="8484" y="29203"/>
                  <a:pt x="7983" y="29327"/>
                </a:cubicBezTo>
                <a:cubicBezTo>
                  <a:pt x="7706" y="29396"/>
                  <a:pt x="7430" y="29431"/>
                  <a:pt x="7155" y="29431"/>
                </a:cubicBezTo>
                <a:cubicBezTo>
                  <a:pt x="6870" y="29431"/>
                  <a:pt x="6587" y="29394"/>
                  <a:pt x="6305" y="29320"/>
                </a:cubicBezTo>
                <a:cubicBezTo>
                  <a:pt x="6734" y="29144"/>
                  <a:pt x="7153" y="28886"/>
                  <a:pt x="7560" y="28549"/>
                </a:cubicBezTo>
                <a:lnTo>
                  <a:pt x="8805" y="28030"/>
                </a:lnTo>
                <a:close/>
                <a:moveTo>
                  <a:pt x="14086" y="20512"/>
                </a:moveTo>
                <a:cubicBezTo>
                  <a:pt x="14610" y="20855"/>
                  <a:pt x="15164" y="21031"/>
                  <a:pt x="15739" y="21031"/>
                </a:cubicBezTo>
                <a:cubicBezTo>
                  <a:pt x="15962" y="21031"/>
                  <a:pt x="16188" y="21004"/>
                  <a:pt x="16416" y="20953"/>
                </a:cubicBezTo>
                <a:cubicBezTo>
                  <a:pt x="16546" y="20923"/>
                  <a:pt x="16675" y="20885"/>
                  <a:pt x="16805" y="20839"/>
                </a:cubicBezTo>
                <a:cubicBezTo>
                  <a:pt x="16890" y="20873"/>
                  <a:pt x="16977" y="20904"/>
                  <a:pt x="17065" y="20931"/>
                </a:cubicBezTo>
                <a:lnTo>
                  <a:pt x="17065" y="26580"/>
                </a:lnTo>
                <a:cubicBezTo>
                  <a:pt x="15892" y="28095"/>
                  <a:pt x="14559" y="29093"/>
                  <a:pt x="13241" y="29422"/>
                </a:cubicBezTo>
                <a:cubicBezTo>
                  <a:pt x="13222" y="29427"/>
                  <a:pt x="13203" y="29430"/>
                  <a:pt x="13185" y="29435"/>
                </a:cubicBezTo>
                <a:cubicBezTo>
                  <a:pt x="12263" y="29212"/>
                  <a:pt x="11376" y="28653"/>
                  <a:pt x="10552" y="27771"/>
                </a:cubicBezTo>
                <a:cubicBezTo>
                  <a:pt x="10613" y="27703"/>
                  <a:pt x="10676" y="27632"/>
                  <a:pt x="10736" y="27561"/>
                </a:cubicBezTo>
                <a:lnTo>
                  <a:pt x="11017" y="27561"/>
                </a:lnTo>
                <a:cubicBezTo>
                  <a:pt x="11133" y="27561"/>
                  <a:pt x="11228" y="27467"/>
                  <a:pt x="11228" y="27351"/>
                </a:cubicBezTo>
                <a:lnTo>
                  <a:pt x="11228" y="27067"/>
                </a:lnTo>
                <a:cubicBezTo>
                  <a:pt x="11228" y="27035"/>
                  <a:pt x="11219" y="27004"/>
                  <a:pt x="11207" y="26978"/>
                </a:cubicBezTo>
                <a:cubicBezTo>
                  <a:pt x="12395" y="25390"/>
                  <a:pt x="13405" y="23149"/>
                  <a:pt x="14086" y="20512"/>
                </a:cubicBezTo>
                <a:close/>
                <a:moveTo>
                  <a:pt x="1720" y="27738"/>
                </a:moveTo>
                <a:lnTo>
                  <a:pt x="5223" y="29196"/>
                </a:lnTo>
                <a:lnTo>
                  <a:pt x="5223" y="29472"/>
                </a:lnTo>
                <a:cubicBezTo>
                  <a:pt x="5147" y="29478"/>
                  <a:pt x="5070" y="29481"/>
                  <a:pt x="4994" y="29481"/>
                </a:cubicBezTo>
                <a:cubicBezTo>
                  <a:pt x="3889" y="29481"/>
                  <a:pt x="2792" y="28897"/>
                  <a:pt x="1720" y="27738"/>
                </a:cubicBezTo>
                <a:close/>
                <a:moveTo>
                  <a:pt x="10478" y="27847"/>
                </a:moveTo>
                <a:cubicBezTo>
                  <a:pt x="11255" y="28678"/>
                  <a:pt x="12089" y="29226"/>
                  <a:pt x="12955" y="29483"/>
                </a:cubicBezTo>
                <a:cubicBezTo>
                  <a:pt x="12720" y="29524"/>
                  <a:pt x="12485" y="29545"/>
                  <a:pt x="12253" y="29545"/>
                </a:cubicBezTo>
                <a:cubicBezTo>
                  <a:pt x="11348" y="29545"/>
                  <a:pt x="10466" y="29230"/>
                  <a:pt x="9632" y="28611"/>
                </a:cubicBezTo>
                <a:cubicBezTo>
                  <a:pt x="9920" y="28392"/>
                  <a:pt x="10202" y="28137"/>
                  <a:pt x="10478" y="27847"/>
                </a:cubicBezTo>
                <a:close/>
                <a:moveTo>
                  <a:pt x="17065" y="26752"/>
                </a:moveTo>
                <a:lnTo>
                  <a:pt x="17065" y="28442"/>
                </a:lnTo>
                <a:cubicBezTo>
                  <a:pt x="16418" y="28924"/>
                  <a:pt x="15754" y="29257"/>
                  <a:pt x="15093" y="29422"/>
                </a:cubicBezTo>
                <a:cubicBezTo>
                  <a:pt x="14762" y="29504"/>
                  <a:pt x="14433" y="29545"/>
                  <a:pt x="14107" y="29545"/>
                </a:cubicBezTo>
                <a:cubicBezTo>
                  <a:pt x="13873" y="29545"/>
                  <a:pt x="13641" y="29524"/>
                  <a:pt x="13411" y="29483"/>
                </a:cubicBezTo>
                <a:cubicBezTo>
                  <a:pt x="14673" y="29123"/>
                  <a:pt x="15941" y="28171"/>
                  <a:pt x="17065" y="26752"/>
                </a:cubicBezTo>
                <a:close/>
                <a:moveTo>
                  <a:pt x="30428" y="1"/>
                </a:moveTo>
                <a:cubicBezTo>
                  <a:pt x="30226" y="1"/>
                  <a:pt x="30064" y="164"/>
                  <a:pt x="30064" y="364"/>
                </a:cubicBezTo>
                <a:lnTo>
                  <a:pt x="30064" y="4120"/>
                </a:lnTo>
                <a:lnTo>
                  <a:pt x="26971" y="4120"/>
                </a:lnTo>
                <a:lnTo>
                  <a:pt x="26971" y="3357"/>
                </a:lnTo>
                <a:lnTo>
                  <a:pt x="27918" y="3357"/>
                </a:lnTo>
                <a:cubicBezTo>
                  <a:pt x="27918" y="2752"/>
                  <a:pt x="27428" y="2262"/>
                  <a:pt x="26822" y="2262"/>
                </a:cubicBezTo>
                <a:cubicBezTo>
                  <a:pt x="26217" y="2262"/>
                  <a:pt x="25727" y="2752"/>
                  <a:pt x="25727" y="3357"/>
                </a:cubicBezTo>
                <a:lnTo>
                  <a:pt x="26673" y="3357"/>
                </a:lnTo>
                <a:lnTo>
                  <a:pt x="26673" y="4120"/>
                </a:lnTo>
                <a:lnTo>
                  <a:pt x="24114" y="4120"/>
                </a:lnTo>
                <a:lnTo>
                  <a:pt x="24114" y="3357"/>
                </a:lnTo>
                <a:lnTo>
                  <a:pt x="25060" y="3357"/>
                </a:lnTo>
                <a:cubicBezTo>
                  <a:pt x="25060" y="2752"/>
                  <a:pt x="24570" y="2262"/>
                  <a:pt x="23965" y="2262"/>
                </a:cubicBezTo>
                <a:cubicBezTo>
                  <a:pt x="23360" y="2262"/>
                  <a:pt x="22870" y="2752"/>
                  <a:pt x="22870" y="3357"/>
                </a:cubicBezTo>
                <a:lnTo>
                  <a:pt x="23816" y="3357"/>
                </a:lnTo>
                <a:lnTo>
                  <a:pt x="23816" y="4120"/>
                </a:lnTo>
                <a:lnTo>
                  <a:pt x="22261" y="4120"/>
                </a:lnTo>
                <a:cubicBezTo>
                  <a:pt x="22080" y="4120"/>
                  <a:pt x="21933" y="4267"/>
                  <a:pt x="21933" y="4448"/>
                </a:cubicBezTo>
                <a:lnTo>
                  <a:pt x="21933" y="4890"/>
                </a:lnTo>
                <a:cubicBezTo>
                  <a:pt x="21933" y="5071"/>
                  <a:pt x="22080" y="5218"/>
                  <a:pt x="22261" y="5218"/>
                </a:cubicBezTo>
                <a:lnTo>
                  <a:pt x="23801" y="5218"/>
                </a:lnTo>
                <a:cubicBezTo>
                  <a:pt x="23432" y="9242"/>
                  <a:pt x="22475" y="13010"/>
                  <a:pt x="21088" y="15877"/>
                </a:cubicBezTo>
                <a:cubicBezTo>
                  <a:pt x="20974" y="16114"/>
                  <a:pt x="20857" y="16342"/>
                  <a:pt x="20738" y="16564"/>
                </a:cubicBezTo>
                <a:cubicBezTo>
                  <a:pt x="20678" y="16551"/>
                  <a:pt x="20617" y="16544"/>
                  <a:pt x="20553" y="16544"/>
                </a:cubicBezTo>
                <a:cubicBezTo>
                  <a:pt x="20085" y="16544"/>
                  <a:pt x="19706" y="16923"/>
                  <a:pt x="19706" y="17390"/>
                </a:cubicBezTo>
                <a:lnTo>
                  <a:pt x="20266" y="17390"/>
                </a:lnTo>
                <a:cubicBezTo>
                  <a:pt x="20136" y="17604"/>
                  <a:pt x="20003" y="17809"/>
                  <a:pt x="19870" y="18005"/>
                </a:cubicBezTo>
                <a:lnTo>
                  <a:pt x="18006" y="18005"/>
                </a:lnTo>
                <a:lnTo>
                  <a:pt x="18006" y="15103"/>
                </a:lnTo>
                <a:cubicBezTo>
                  <a:pt x="18006" y="14947"/>
                  <a:pt x="17879" y="14822"/>
                  <a:pt x="17724" y="14822"/>
                </a:cubicBezTo>
                <a:lnTo>
                  <a:pt x="17346" y="14822"/>
                </a:lnTo>
                <a:cubicBezTo>
                  <a:pt x="17191" y="14822"/>
                  <a:pt x="17065" y="14947"/>
                  <a:pt x="17065" y="15103"/>
                </a:cubicBezTo>
                <a:lnTo>
                  <a:pt x="17065" y="18005"/>
                </a:lnTo>
                <a:lnTo>
                  <a:pt x="14676" y="18005"/>
                </a:lnTo>
                <a:lnTo>
                  <a:pt x="14676" y="17415"/>
                </a:lnTo>
                <a:lnTo>
                  <a:pt x="15406" y="17415"/>
                </a:lnTo>
                <a:cubicBezTo>
                  <a:pt x="15406" y="16948"/>
                  <a:pt x="15027" y="16568"/>
                  <a:pt x="14560" y="16568"/>
                </a:cubicBezTo>
                <a:cubicBezTo>
                  <a:pt x="14092" y="16568"/>
                  <a:pt x="13713" y="16948"/>
                  <a:pt x="13713" y="17415"/>
                </a:cubicBezTo>
                <a:lnTo>
                  <a:pt x="14445" y="17415"/>
                </a:lnTo>
                <a:lnTo>
                  <a:pt x="14445" y="18005"/>
                </a:lnTo>
                <a:lnTo>
                  <a:pt x="12468" y="18005"/>
                </a:lnTo>
                <a:lnTo>
                  <a:pt x="12468" y="17415"/>
                </a:lnTo>
                <a:lnTo>
                  <a:pt x="13199" y="17415"/>
                </a:lnTo>
                <a:cubicBezTo>
                  <a:pt x="13199" y="16948"/>
                  <a:pt x="12820" y="16568"/>
                  <a:pt x="12353" y="16568"/>
                </a:cubicBezTo>
                <a:cubicBezTo>
                  <a:pt x="11885" y="16568"/>
                  <a:pt x="11506" y="16948"/>
                  <a:pt x="11506" y="17415"/>
                </a:cubicBezTo>
                <a:lnTo>
                  <a:pt x="12237" y="17415"/>
                </a:lnTo>
                <a:lnTo>
                  <a:pt x="12237" y="18005"/>
                </a:lnTo>
                <a:lnTo>
                  <a:pt x="11037" y="18005"/>
                </a:lnTo>
                <a:cubicBezTo>
                  <a:pt x="10896" y="18005"/>
                  <a:pt x="10783" y="18118"/>
                  <a:pt x="10783" y="18259"/>
                </a:cubicBezTo>
                <a:lnTo>
                  <a:pt x="10783" y="18600"/>
                </a:lnTo>
                <a:cubicBezTo>
                  <a:pt x="10783" y="18739"/>
                  <a:pt x="10896" y="18853"/>
                  <a:pt x="11037" y="18853"/>
                </a:cubicBezTo>
                <a:lnTo>
                  <a:pt x="12013" y="18853"/>
                </a:lnTo>
                <a:cubicBezTo>
                  <a:pt x="11490" y="21545"/>
                  <a:pt x="10653" y="23911"/>
                  <a:pt x="9633" y="25722"/>
                </a:cubicBezTo>
                <a:cubicBezTo>
                  <a:pt x="9408" y="25839"/>
                  <a:pt x="9254" y="26074"/>
                  <a:pt x="9254" y="26346"/>
                </a:cubicBezTo>
                <a:lnTo>
                  <a:pt x="9260" y="26346"/>
                </a:lnTo>
                <a:cubicBezTo>
                  <a:pt x="9148" y="26521"/>
                  <a:pt x="9035" y="26693"/>
                  <a:pt x="8920" y="26856"/>
                </a:cubicBezTo>
                <a:lnTo>
                  <a:pt x="8218" y="26856"/>
                </a:lnTo>
                <a:lnTo>
                  <a:pt x="8218" y="26346"/>
                </a:lnTo>
                <a:lnTo>
                  <a:pt x="8826" y="26346"/>
                </a:lnTo>
                <a:cubicBezTo>
                  <a:pt x="8826" y="25956"/>
                  <a:pt x="8511" y="25642"/>
                  <a:pt x="8123" y="25642"/>
                </a:cubicBezTo>
                <a:cubicBezTo>
                  <a:pt x="7734" y="25642"/>
                  <a:pt x="7419" y="25956"/>
                  <a:pt x="7419" y="26346"/>
                </a:cubicBezTo>
                <a:lnTo>
                  <a:pt x="8027" y="26346"/>
                </a:lnTo>
                <a:lnTo>
                  <a:pt x="8027" y="26856"/>
                </a:lnTo>
                <a:lnTo>
                  <a:pt x="6005" y="26856"/>
                </a:lnTo>
                <a:lnTo>
                  <a:pt x="6005" y="24444"/>
                </a:lnTo>
                <a:cubicBezTo>
                  <a:pt x="6005" y="24314"/>
                  <a:pt x="5900" y="24210"/>
                  <a:pt x="5771" y="24210"/>
                </a:cubicBezTo>
                <a:lnTo>
                  <a:pt x="5456" y="24210"/>
                </a:lnTo>
                <a:cubicBezTo>
                  <a:pt x="5328" y="24210"/>
                  <a:pt x="5223" y="24314"/>
                  <a:pt x="5223" y="24444"/>
                </a:cubicBezTo>
                <a:lnTo>
                  <a:pt x="5223" y="26856"/>
                </a:lnTo>
                <a:lnTo>
                  <a:pt x="3237" y="26856"/>
                </a:lnTo>
                <a:lnTo>
                  <a:pt x="3237" y="26366"/>
                </a:lnTo>
                <a:lnTo>
                  <a:pt x="3844" y="26366"/>
                </a:lnTo>
                <a:cubicBezTo>
                  <a:pt x="3844" y="25977"/>
                  <a:pt x="3530" y="25662"/>
                  <a:pt x="3141" y="25662"/>
                </a:cubicBezTo>
                <a:cubicBezTo>
                  <a:pt x="2752" y="25662"/>
                  <a:pt x="2437" y="25977"/>
                  <a:pt x="2437" y="26366"/>
                </a:cubicBezTo>
                <a:lnTo>
                  <a:pt x="3045" y="26366"/>
                </a:lnTo>
                <a:lnTo>
                  <a:pt x="3045" y="26856"/>
                </a:lnTo>
                <a:lnTo>
                  <a:pt x="1401" y="26856"/>
                </a:lnTo>
                <a:lnTo>
                  <a:pt x="1401" y="26366"/>
                </a:lnTo>
                <a:lnTo>
                  <a:pt x="2009" y="26366"/>
                </a:lnTo>
                <a:cubicBezTo>
                  <a:pt x="2009" y="25977"/>
                  <a:pt x="1694" y="25662"/>
                  <a:pt x="1305" y="25662"/>
                </a:cubicBezTo>
                <a:cubicBezTo>
                  <a:pt x="916" y="25662"/>
                  <a:pt x="602" y="25977"/>
                  <a:pt x="602" y="26366"/>
                </a:cubicBezTo>
                <a:lnTo>
                  <a:pt x="1209" y="26366"/>
                </a:lnTo>
                <a:lnTo>
                  <a:pt x="1209" y="26856"/>
                </a:lnTo>
                <a:lnTo>
                  <a:pt x="211" y="26856"/>
                </a:lnTo>
                <a:cubicBezTo>
                  <a:pt x="94" y="26856"/>
                  <a:pt x="1" y="26950"/>
                  <a:pt x="1" y="27067"/>
                </a:cubicBezTo>
                <a:lnTo>
                  <a:pt x="1" y="27351"/>
                </a:lnTo>
                <a:cubicBezTo>
                  <a:pt x="1" y="27468"/>
                  <a:pt x="94" y="27561"/>
                  <a:pt x="211" y="27561"/>
                </a:cubicBezTo>
                <a:lnTo>
                  <a:pt x="1296" y="27561"/>
                </a:lnTo>
                <a:lnTo>
                  <a:pt x="1495" y="27644"/>
                </a:lnTo>
                <a:cubicBezTo>
                  <a:pt x="2634" y="28935"/>
                  <a:pt x="3805" y="29586"/>
                  <a:pt x="4991" y="29586"/>
                </a:cubicBezTo>
                <a:cubicBezTo>
                  <a:pt x="5068" y="29586"/>
                  <a:pt x="5145" y="29583"/>
                  <a:pt x="5222" y="29578"/>
                </a:cubicBezTo>
                <a:lnTo>
                  <a:pt x="5222" y="58992"/>
                </a:lnTo>
                <a:lnTo>
                  <a:pt x="4430" y="58992"/>
                </a:lnTo>
                <a:cubicBezTo>
                  <a:pt x="4175" y="58992"/>
                  <a:pt x="3969" y="59183"/>
                  <a:pt x="3969" y="59420"/>
                </a:cubicBezTo>
                <a:lnTo>
                  <a:pt x="3969" y="69999"/>
                </a:lnTo>
                <a:cubicBezTo>
                  <a:pt x="3969" y="70236"/>
                  <a:pt x="4175" y="70427"/>
                  <a:pt x="4430" y="70427"/>
                </a:cubicBezTo>
                <a:lnTo>
                  <a:pt x="6796" y="70427"/>
                </a:lnTo>
                <a:cubicBezTo>
                  <a:pt x="7052" y="70427"/>
                  <a:pt x="7259" y="70236"/>
                  <a:pt x="7259" y="69999"/>
                </a:cubicBezTo>
                <a:lnTo>
                  <a:pt x="7259" y="59420"/>
                </a:lnTo>
                <a:cubicBezTo>
                  <a:pt x="7259" y="59183"/>
                  <a:pt x="7052" y="58992"/>
                  <a:pt x="6796" y="58992"/>
                </a:cubicBezTo>
                <a:lnTo>
                  <a:pt x="6004" y="58992"/>
                </a:lnTo>
                <a:lnTo>
                  <a:pt x="6004" y="29427"/>
                </a:lnTo>
                <a:cubicBezTo>
                  <a:pt x="6054" y="29412"/>
                  <a:pt x="6104" y="29394"/>
                  <a:pt x="6153" y="29377"/>
                </a:cubicBezTo>
                <a:cubicBezTo>
                  <a:pt x="6493" y="29480"/>
                  <a:pt x="6835" y="29533"/>
                  <a:pt x="7177" y="29533"/>
                </a:cubicBezTo>
                <a:cubicBezTo>
                  <a:pt x="7455" y="29533"/>
                  <a:pt x="7731" y="29499"/>
                  <a:pt x="8008" y="29430"/>
                </a:cubicBezTo>
                <a:cubicBezTo>
                  <a:pt x="8531" y="29300"/>
                  <a:pt x="9045" y="29044"/>
                  <a:pt x="9545" y="28678"/>
                </a:cubicBezTo>
                <a:cubicBezTo>
                  <a:pt x="10404" y="29322"/>
                  <a:pt x="11314" y="29651"/>
                  <a:pt x="12250" y="29651"/>
                </a:cubicBezTo>
                <a:cubicBezTo>
                  <a:pt x="12558" y="29651"/>
                  <a:pt x="12869" y="29614"/>
                  <a:pt x="13183" y="29542"/>
                </a:cubicBezTo>
                <a:cubicBezTo>
                  <a:pt x="13486" y="29613"/>
                  <a:pt x="13791" y="29651"/>
                  <a:pt x="14100" y="29651"/>
                </a:cubicBezTo>
                <a:cubicBezTo>
                  <a:pt x="14437" y="29651"/>
                  <a:pt x="14776" y="29609"/>
                  <a:pt x="15118" y="29524"/>
                </a:cubicBezTo>
                <a:cubicBezTo>
                  <a:pt x="15770" y="29361"/>
                  <a:pt x="16426" y="29037"/>
                  <a:pt x="17065" y="28570"/>
                </a:cubicBezTo>
                <a:lnTo>
                  <a:pt x="17065" y="56662"/>
                </a:lnTo>
                <a:lnTo>
                  <a:pt x="16111" y="56662"/>
                </a:lnTo>
                <a:cubicBezTo>
                  <a:pt x="15805" y="56662"/>
                  <a:pt x="15555" y="56892"/>
                  <a:pt x="15555" y="57177"/>
                </a:cubicBezTo>
                <a:lnTo>
                  <a:pt x="15555" y="69902"/>
                </a:lnTo>
                <a:cubicBezTo>
                  <a:pt x="15555" y="70186"/>
                  <a:pt x="15805" y="70416"/>
                  <a:pt x="16111" y="70416"/>
                </a:cubicBezTo>
                <a:lnTo>
                  <a:pt x="18958" y="70416"/>
                </a:lnTo>
                <a:cubicBezTo>
                  <a:pt x="19264" y="70416"/>
                  <a:pt x="19513" y="70186"/>
                  <a:pt x="19513" y="69902"/>
                </a:cubicBezTo>
                <a:lnTo>
                  <a:pt x="19513" y="57177"/>
                </a:lnTo>
                <a:cubicBezTo>
                  <a:pt x="19513" y="56892"/>
                  <a:pt x="19264" y="56662"/>
                  <a:pt x="18958" y="56662"/>
                </a:cubicBezTo>
                <a:lnTo>
                  <a:pt x="18005" y="56662"/>
                </a:lnTo>
                <a:lnTo>
                  <a:pt x="18005" y="27771"/>
                </a:lnTo>
                <a:cubicBezTo>
                  <a:pt x="18568" y="27219"/>
                  <a:pt x="19107" y="26556"/>
                  <a:pt x="19607" y="25794"/>
                </a:cubicBezTo>
                <a:cubicBezTo>
                  <a:pt x="20659" y="24189"/>
                  <a:pt x="21505" y="22202"/>
                  <a:pt x="22051" y="20083"/>
                </a:cubicBezTo>
                <a:cubicBezTo>
                  <a:pt x="22778" y="20682"/>
                  <a:pt x="23605" y="20994"/>
                  <a:pt x="24498" y="20994"/>
                </a:cubicBezTo>
                <a:cubicBezTo>
                  <a:pt x="24800" y="20994"/>
                  <a:pt x="25111" y="20959"/>
                  <a:pt x="25427" y="20887"/>
                </a:cubicBezTo>
                <a:cubicBezTo>
                  <a:pt x="25489" y="20872"/>
                  <a:pt x="25550" y="20857"/>
                  <a:pt x="25612" y="20840"/>
                </a:cubicBezTo>
                <a:cubicBezTo>
                  <a:pt x="25969" y="20942"/>
                  <a:pt x="26342" y="20995"/>
                  <a:pt x="26727" y="20995"/>
                </a:cubicBezTo>
                <a:cubicBezTo>
                  <a:pt x="27068" y="20995"/>
                  <a:pt x="27420" y="20955"/>
                  <a:pt x="27780" y="20872"/>
                </a:cubicBezTo>
                <a:cubicBezTo>
                  <a:pt x="28531" y="20701"/>
                  <a:pt x="29302" y="20353"/>
                  <a:pt x="30063" y="19846"/>
                </a:cubicBezTo>
                <a:lnTo>
                  <a:pt x="30063" y="54153"/>
                </a:lnTo>
                <a:lnTo>
                  <a:pt x="28830" y="54153"/>
                </a:lnTo>
                <a:cubicBezTo>
                  <a:pt x="28432" y="54153"/>
                  <a:pt x="28111" y="54451"/>
                  <a:pt x="28111" y="54819"/>
                </a:cubicBezTo>
                <a:lnTo>
                  <a:pt x="28111" y="71289"/>
                </a:lnTo>
                <a:cubicBezTo>
                  <a:pt x="28111" y="71657"/>
                  <a:pt x="28432" y="71956"/>
                  <a:pt x="28830" y="71956"/>
                </a:cubicBezTo>
                <a:lnTo>
                  <a:pt x="32514" y="71956"/>
                </a:lnTo>
                <a:cubicBezTo>
                  <a:pt x="32911" y="71956"/>
                  <a:pt x="33234" y="71657"/>
                  <a:pt x="33234" y="71289"/>
                </a:cubicBezTo>
                <a:lnTo>
                  <a:pt x="33234" y="54819"/>
                </a:lnTo>
                <a:cubicBezTo>
                  <a:pt x="33234" y="54451"/>
                  <a:pt x="32911" y="54153"/>
                  <a:pt x="32514" y="54153"/>
                </a:cubicBezTo>
                <a:lnTo>
                  <a:pt x="31280" y="54153"/>
                </a:lnTo>
                <a:lnTo>
                  <a:pt x="31280" y="18891"/>
                </a:lnTo>
                <a:cubicBezTo>
                  <a:pt x="34159" y="16286"/>
                  <a:pt x="36688" y="11427"/>
                  <a:pt x="37293" y="5260"/>
                </a:cubicBezTo>
                <a:lnTo>
                  <a:pt x="37394" y="5218"/>
                </a:lnTo>
                <a:lnTo>
                  <a:pt x="39083" y="5218"/>
                </a:lnTo>
                <a:cubicBezTo>
                  <a:pt x="39265" y="5218"/>
                  <a:pt x="39412" y="5071"/>
                  <a:pt x="39412" y="4890"/>
                </a:cubicBezTo>
                <a:lnTo>
                  <a:pt x="39412" y="4448"/>
                </a:lnTo>
                <a:cubicBezTo>
                  <a:pt x="39412" y="4267"/>
                  <a:pt x="39265" y="4120"/>
                  <a:pt x="39084" y="4120"/>
                </a:cubicBezTo>
                <a:lnTo>
                  <a:pt x="37585" y="4120"/>
                </a:lnTo>
                <a:lnTo>
                  <a:pt x="37585" y="3325"/>
                </a:lnTo>
                <a:lnTo>
                  <a:pt x="38531" y="3325"/>
                </a:lnTo>
                <a:cubicBezTo>
                  <a:pt x="38531" y="2719"/>
                  <a:pt x="38040" y="2229"/>
                  <a:pt x="37435" y="2229"/>
                </a:cubicBezTo>
                <a:cubicBezTo>
                  <a:pt x="36831" y="2229"/>
                  <a:pt x="36340" y="2720"/>
                  <a:pt x="36340" y="3325"/>
                </a:cubicBezTo>
                <a:lnTo>
                  <a:pt x="37286" y="3325"/>
                </a:lnTo>
                <a:lnTo>
                  <a:pt x="37286" y="4120"/>
                </a:lnTo>
                <a:lnTo>
                  <a:pt x="34728" y="4120"/>
                </a:lnTo>
                <a:lnTo>
                  <a:pt x="34728" y="3325"/>
                </a:lnTo>
                <a:lnTo>
                  <a:pt x="35674" y="3325"/>
                </a:lnTo>
                <a:cubicBezTo>
                  <a:pt x="35674" y="2719"/>
                  <a:pt x="35184" y="2229"/>
                  <a:pt x="34579" y="2229"/>
                </a:cubicBezTo>
                <a:cubicBezTo>
                  <a:pt x="33973" y="2229"/>
                  <a:pt x="33482" y="2720"/>
                  <a:pt x="33482" y="3325"/>
                </a:cubicBezTo>
                <a:lnTo>
                  <a:pt x="34429" y="3325"/>
                </a:lnTo>
                <a:lnTo>
                  <a:pt x="34429" y="4120"/>
                </a:lnTo>
                <a:lnTo>
                  <a:pt x="31282" y="4120"/>
                </a:lnTo>
                <a:lnTo>
                  <a:pt x="31282" y="364"/>
                </a:lnTo>
                <a:cubicBezTo>
                  <a:pt x="31282" y="164"/>
                  <a:pt x="31118" y="1"/>
                  <a:pt x="3091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pic>
        <p:nvPicPr>
          <p:cNvPr id="3" name="Picture 8" descr="Departamento de Engenharia Informática - DEI">
            <a:extLst>
              <a:ext uri="{FF2B5EF4-FFF2-40B4-BE49-F238E27FC236}">
                <a16:creationId xmlns:a16="http://schemas.microsoft.com/office/drawing/2014/main" id="{9BB8A044-A61F-6434-582E-5E8A90CF6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99" y="617990"/>
            <a:ext cx="266700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3"/>
          <p:cNvSpPr txBox="1">
            <a:spLocks noGrp="1"/>
          </p:cNvSpPr>
          <p:nvPr>
            <p:ph type="title"/>
          </p:nvPr>
        </p:nvSpPr>
        <p:spPr>
          <a:xfrm>
            <a:off x="3272250" y="536095"/>
            <a:ext cx="515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76" name="Google Shape;576;p33"/>
          <p:cNvSpPr txBox="1">
            <a:spLocks noGrp="1"/>
          </p:cNvSpPr>
          <p:nvPr>
            <p:ph type="title" idx="2"/>
          </p:nvPr>
        </p:nvSpPr>
        <p:spPr>
          <a:xfrm>
            <a:off x="4034100" y="1352948"/>
            <a:ext cx="781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77" name="Google Shape;577;p33"/>
          <p:cNvSpPr txBox="1">
            <a:spLocks noGrp="1"/>
          </p:cNvSpPr>
          <p:nvPr>
            <p:ph type="title" idx="3"/>
          </p:nvPr>
        </p:nvSpPr>
        <p:spPr>
          <a:xfrm>
            <a:off x="6887125" y="1349648"/>
            <a:ext cx="7818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78" name="Google Shape;578;p33"/>
          <p:cNvSpPr txBox="1">
            <a:spLocks noGrp="1"/>
          </p:cNvSpPr>
          <p:nvPr>
            <p:ph type="title" idx="4"/>
          </p:nvPr>
        </p:nvSpPr>
        <p:spPr>
          <a:xfrm>
            <a:off x="4034100" y="2745802"/>
            <a:ext cx="781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79" name="Google Shape;579;p33"/>
          <p:cNvSpPr txBox="1">
            <a:spLocks noGrp="1"/>
          </p:cNvSpPr>
          <p:nvPr>
            <p:ph type="title" idx="5"/>
          </p:nvPr>
        </p:nvSpPr>
        <p:spPr>
          <a:xfrm>
            <a:off x="6887125" y="2742502"/>
            <a:ext cx="7818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80" name="Google Shape;580;p33"/>
          <p:cNvSpPr txBox="1">
            <a:spLocks noGrp="1"/>
          </p:cNvSpPr>
          <p:nvPr>
            <p:ph type="title" idx="6"/>
          </p:nvPr>
        </p:nvSpPr>
        <p:spPr>
          <a:xfrm>
            <a:off x="4034100" y="3858027"/>
            <a:ext cx="781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81" name="Google Shape;581;p33"/>
          <p:cNvSpPr txBox="1">
            <a:spLocks noGrp="1"/>
          </p:cNvSpPr>
          <p:nvPr>
            <p:ph type="title" idx="7"/>
          </p:nvPr>
        </p:nvSpPr>
        <p:spPr>
          <a:xfrm>
            <a:off x="6887125" y="3854727"/>
            <a:ext cx="7818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582" name="Google Shape;582;p33"/>
          <p:cNvSpPr txBox="1">
            <a:spLocks noGrp="1"/>
          </p:cNvSpPr>
          <p:nvPr>
            <p:ph type="subTitle" idx="1"/>
          </p:nvPr>
        </p:nvSpPr>
        <p:spPr>
          <a:xfrm>
            <a:off x="3082961" y="2285302"/>
            <a:ext cx="2701621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Introdução ao estudo</a:t>
            </a:r>
            <a:endParaRPr/>
          </a:p>
        </p:txBody>
      </p:sp>
      <p:sp>
        <p:nvSpPr>
          <p:cNvPr id="583" name="Google Shape;583;p33"/>
          <p:cNvSpPr txBox="1">
            <a:spLocks noGrp="1"/>
          </p:cNvSpPr>
          <p:nvPr>
            <p:ph type="subTitle" idx="8"/>
          </p:nvPr>
        </p:nvSpPr>
        <p:spPr>
          <a:xfrm>
            <a:off x="3272250" y="3318504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Estudo da rede</a:t>
            </a:r>
            <a:endParaRPr/>
          </a:p>
        </p:txBody>
      </p:sp>
      <p:sp>
        <p:nvSpPr>
          <p:cNvPr id="584" name="Google Shape;584;p33"/>
          <p:cNvSpPr txBox="1">
            <a:spLocks noGrp="1"/>
          </p:cNvSpPr>
          <p:nvPr>
            <p:ph type="subTitle" idx="13"/>
          </p:nvPr>
        </p:nvSpPr>
        <p:spPr>
          <a:xfrm>
            <a:off x="5637268" y="1957790"/>
            <a:ext cx="3400514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BR"/>
              <a:t>O modelo preditivo</a:t>
            </a:r>
            <a:endParaRPr/>
          </a:p>
        </p:txBody>
      </p:sp>
      <p:sp>
        <p:nvSpPr>
          <p:cNvPr id="585" name="Google Shape;585;p33"/>
          <p:cNvSpPr txBox="1">
            <a:spLocks noGrp="1"/>
          </p:cNvSpPr>
          <p:nvPr>
            <p:ph type="subTitle" idx="14"/>
          </p:nvPr>
        </p:nvSpPr>
        <p:spPr>
          <a:xfrm>
            <a:off x="6125275" y="3318504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err="1"/>
              <a:t>Conclusão</a:t>
            </a:r>
            <a:endParaRPr/>
          </a:p>
        </p:txBody>
      </p:sp>
      <p:sp>
        <p:nvSpPr>
          <p:cNvPr id="586" name="Google Shape;586;p33"/>
          <p:cNvSpPr txBox="1">
            <a:spLocks noGrp="1"/>
          </p:cNvSpPr>
          <p:nvPr>
            <p:ph type="subTitle" idx="15"/>
          </p:nvPr>
        </p:nvSpPr>
        <p:spPr>
          <a:xfrm>
            <a:off x="6125275" y="4430729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err="1"/>
              <a:t>Demonstração</a:t>
            </a:r>
            <a:endParaRPr/>
          </a:p>
        </p:txBody>
      </p:sp>
      <p:sp>
        <p:nvSpPr>
          <p:cNvPr id="587" name="Google Shape;587;p33"/>
          <p:cNvSpPr txBox="1">
            <a:spLocks noGrp="1"/>
          </p:cNvSpPr>
          <p:nvPr>
            <p:ph type="subTitle" idx="9"/>
          </p:nvPr>
        </p:nvSpPr>
        <p:spPr>
          <a:xfrm>
            <a:off x="2594954" y="4430729"/>
            <a:ext cx="3660092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Inferência estatistica</a:t>
            </a:r>
            <a:endParaRPr/>
          </a:p>
        </p:txBody>
      </p:sp>
      <p:sp>
        <p:nvSpPr>
          <p:cNvPr id="588" name="Google Shape;588;p33"/>
          <p:cNvSpPr/>
          <p:nvPr/>
        </p:nvSpPr>
        <p:spPr>
          <a:xfrm flipH="1">
            <a:off x="1785289" y="1791385"/>
            <a:ext cx="559498" cy="618187"/>
          </a:xfrm>
          <a:custGeom>
            <a:avLst/>
            <a:gdLst/>
            <a:ahLst/>
            <a:cxnLst/>
            <a:rect l="l" t="t" r="r" b="b"/>
            <a:pathLst>
              <a:path w="12593" h="13452" extrusionOk="0">
                <a:moveTo>
                  <a:pt x="0" y="13452"/>
                </a:moveTo>
                <a:cubicBezTo>
                  <a:pt x="6142" y="13452"/>
                  <a:pt x="12593" y="6142"/>
                  <a:pt x="12593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89" name="Google Shape;589;p33"/>
          <p:cNvSpPr/>
          <p:nvPr/>
        </p:nvSpPr>
        <p:spPr>
          <a:xfrm flipH="1">
            <a:off x="1342396" y="1707287"/>
            <a:ext cx="490708" cy="3436278"/>
          </a:xfrm>
          <a:custGeom>
            <a:avLst/>
            <a:gdLst/>
            <a:ahLst/>
            <a:cxnLst/>
            <a:rect l="l" t="t" r="r" b="b"/>
            <a:pathLst>
              <a:path w="3722" h="26064" extrusionOk="0">
                <a:moveTo>
                  <a:pt x="3572" y="1210"/>
                </a:moveTo>
                <a:lnTo>
                  <a:pt x="3572" y="605"/>
                </a:lnTo>
                <a:lnTo>
                  <a:pt x="3721" y="605"/>
                </a:lnTo>
                <a:lnTo>
                  <a:pt x="3721" y="406"/>
                </a:lnTo>
                <a:lnTo>
                  <a:pt x="2278" y="406"/>
                </a:lnTo>
                <a:lnTo>
                  <a:pt x="2278" y="0"/>
                </a:lnTo>
                <a:lnTo>
                  <a:pt x="1445" y="0"/>
                </a:lnTo>
                <a:lnTo>
                  <a:pt x="1445" y="406"/>
                </a:lnTo>
                <a:lnTo>
                  <a:pt x="0" y="406"/>
                </a:lnTo>
                <a:lnTo>
                  <a:pt x="0" y="605"/>
                </a:lnTo>
                <a:lnTo>
                  <a:pt x="150" y="605"/>
                </a:lnTo>
                <a:lnTo>
                  <a:pt x="150" y="1210"/>
                </a:lnTo>
                <a:lnTo>
                  <a:pt x="301" y="1210"/>
                </a:lnTo>
                <a:lnTo>
                  <a:pt x="860" y="1963"/>
                </a:lnTo>
                <a:lnTo>
                  <a:pt x="696" y="1963"/>
                </a:lnTo>
                <a:lnTo>
                  <a:pt x="696" y="2573"/>
                </a:lnTo>
                <a:lnTo>
                  <a:pt x="0" y="2573"/>
                </a:lnTo>
                <a:lnTo>
                  <a:pt x="0" y="2772"/>
                </a:lnTo>
                <a:lnTo>
                  <a:pt x="149" y="2772"/>
                </a:lnTo>
                <a:lnTo>
                  <a:pt x="149" y="3376"/>
                </a:lnTo>
                <a:lnTo>
                  <a:pt x="548" y="3376"/>
                </a:lnTo>
                <a:lnTo>
                  <a:pt x="548" y="2772"/>
                </a:lnTo>
                <a:lnTo>
                  <a:pt x="1445" y="2772"/>
                </a:lnTo>
                <a:lnTo>
                  <a:pt x="1445" y="6207"/>
                </a:lnTo>
                <a:lnTo>
                  <a:pt x="0" y="6207"/>
                </a:lnTo>
                <a:lnTo>
                  <a:pt x="0" y="6406"/>
                </a:lnTo>
                <a:lnTo>
                  <a:pt x="149" y="6406"/>
                </a:lnTo>
                <a:lnTo>
                  <a:pt x="149" y="7010"/>
                </a:lnTo>
                <a:lnTo>
                  <a:pt x="548" y="7010"/>
                </a:lnTo>
                <a:lnTo>
                  <a:pt x="548" y="6406"/>
                </a:lnTo>
                <a:lnTo>
                  <a:pt x="1445" y="6406"/>
                </a:lnTo>
                <a:lnTo>
                  <a:pt x="1445" y="26064"/>
                </a:lnTo>
                <a:lnTo>
                  <a:pt x="2277" y="26064"/>
                </a:lnTo>
                <a:lnTo>
                  <a:pt x="2277" y="6406"/>
                </a:lnTo>
                <a:lnTo>
                  <a:pt x="3174" y="6406"/>
                </a:lnTo>
                <a:lnTo>
                  <a:pt x="3174" y="7010"/>
                </a:lnTo>
                <a:lnTo>
                  <a:pt x="3572" y="7010"/>
                </a:lnTo>
                <a:lnTo>
                  <a:pt x="3572" y="6406"/>
                </a:lnTo>
                <a:lnTo>
                  <a:pt x="3721" y="6406"/>
                </a:lnTo>
                <a:lnTo>
                  <a:pt x="3721" y="6207"/>
                </a:lnTo>
                <a:lnTo>
                  <a:pt x="2277" y="6207"/>
                </a:lnTo>
                <a:lnTo>
                  <a:pt x="2277" y="2772"/>
                </a:lnTo>
                <a:lnTo>
                  <a:pt x="3174" y="2772"/>
                </a:lnTo>
                <a:lnTo>
                  <a:pt x="3174" y="3376"/>
                </a:lnTo>
                <a:lnTo>
                  <a:pt x="3572" y="3376"/>
                </a:lnTo>
                <a:lnTo>
                  <a:pt x="3572" y="2772"/>
                </a:lnTo>
                <a:lnTo>
                  <a:pt x="3721" y="2772"/>
                </a:lnTo>
                <a:lnTo>
                  <a:pt x="3721" y="2573"/>
                </a:lnTo>
                <a:lnTo>
                  <a:pt x="3026" y="2573"/>
                </a:lnTo>
                <a:lnTo>
                  <a:pt x="3026" y="1963"/>
                </a:lnTo>
                <a:lnTo>
                  <a:pt x="2863" y="1963"/>
                </a:lnTo>
                <a:lnTo>
                  <a:pt x="3420" y="1210"/>
                </a:lnTo>
                <a:lnTo>
                  <a:pt x="3572" y="1210"/>
                </a:lnTo>
                <a:close/>
                <a:moveTo>
                  <a:pt x="1445" y="2573"/>
                </a:moveTo>
                <a:lnTo>
                  <a:pt x="1094" y="2573"/>
                </a:lnTo>
                <a:lnTo>
                  <a:pt x="1094" y="1963"/>
                </a:lnTo>
                <a:lnTo>
                  <a:pt x="964" y="1963"/>
                </a:lnTo>
                <a:lnTo>
                  <a:pt x="406" y="1209"/>
                </a:lnTo>
                <a:lnTo>
                  <a:pt x="549" y="1209"/>
                </a:lnTo>
                <a:lnTo>
                  <a:pt x="549" y="605"/>
                </a:lnTo>
                <a:lnTo>
                  <a:pt x="1445" y="605"/>
                </a:lnTo>
                <a:close/>
                <a:moveTo>
                  <a:pt x="2759" y="1963"/>
                </a:moveTo>
                <a:lnTo>
                  <a:pt x="2628" y="1963"/>
                </a:lnTo>
                <a:lnTo>
                  <a:pt x="2628" y="2573"/>
                </a:lnTo>
                <a:lnTo>
                  <a:pt x="2278" y="2573"/>
                </a:lnTo>
                <a:lnTo>
                  <a:pt x="2278" y="605"/>
                </a:lnTo>
                <a:lnTo>
                  <a:pt x="3174" y="605"/>
                </a:lnTo>
                <a:lnTo>
                  <a:pt x="3174" y="1209"/>
                </a:lnTo>
                <a:lnTo>
                  <a:pt x="3317" y="120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33"/>
          <p:cNvSpPr/>
          <p:nvPr/>
        </p:nvSpPr>
        <p:spPr>
          <a:xfrm flipH="1">
            <a:off x="2325628" y="2348654"/>
            <a:ext cx="399115" cy="2794879"/>
          </a:xfrm>
          <a:custGeom>
            <a:avLst/>
            <a:gdLst/>
            <a:ahLst/>
            <a:cxnLst/>
            <a:rect l="l" t="t" r="r" b="b"/>
            <a:pathLst>
              <a:path w="3722" h="26064" extrusionOk="0">
                <a:moveTo>
                  <a:pt x="3572" y="1210"/>
                </a:moveTo>
                <a:lnTo>
                  <a:pt x="3572" y="605"/>
                </a:lnTo>
                <a:lnTo>
                  <a:pt x="3721" y="605"/>
                </a:lnTo>
                <a:lnTo>
                  <a:pt x="3721" y="406"/>
                </a:lnTo>
                <a:lnTo>
                  <a:pt x="2278" y="406"/>
                </a:lnTo>
                <a:lnTo>
                  <a:pt x="2278" y="0"/>
                </a:lnTo>
                <a:lnTo>
                  <a:pt x="1445" y="0"/>
                </a:lnTo>
                <a:lnTo>
                  <a:pt x="1445" y="406"/>
                </a:lnTo>
                <a:lnTo>
                  <a:pt x="0" y="406"/>
                </a:lnTo>
                <a:lnTo>
                  <a:pt x="0" y="605"/>
                </a:lnTo>
                <a:lnTo>
                  <a:pt x="150" y="605"/>
                </a:lnTo>
                <a:lnTo>
                  <a:pt x="150" y="1210"/>
                </a:lnTo>
                <a:lnTo>
                  <a:pt x="301" y="1210"/>
                </a:lnTo>
                <a:lnTo>
                  <a:pt x="860" y="1963"/>
                </a:lnTo>
                <a:lnTo>
                  <a:pt x="696" y="1963"/>
                </a:lnTo>
                <a:lnTo>
                  <a:pt x="696" y="2573"/>
                </a:lnTo>
                <a:lnTo>
                  <a:pt x="0" y="2573"/>
                </a:lnTo>
                <a:lnTo>
                  <a:pt x="0" y="2772"/>
                </a:lnTo>
                <a:lnTo>
                  <a:pt x="149" y="2772"/>
                </a:lnTo>
                <a:lnTo>
                  <a:pt x="149" y="3376"/>
                </a:lnTo>
                <a:lnTo>
                  <a:pt x="548" y="3376"/>
                </a:lnTo>
                <a:lnTo>
                  <a:pt x="548" y="2772"/>
                </a:lnTo>
                <a:lnTo>
                  <a:pt x="1445" y="2772"/>
                </a:lnTo>
                <a:lnTo>
                  <a:pt x="1445" y="6207"/>
                </a:lnTo>
                <a:lnTo>
                  <a:pt x="0" y="6207"/>
                </a:lnTo>
                <a:lnTo>
                  <a:pt x="0" y="6406"/>
                </a:lnTo>
                <a:lnTo>
                  <a:pt x="149" y="6406"/>
                </a:lnTo>
                <a:lnTo>
                  <a:pt x="149" y="7010"/>
                </a:lnTo>
                <a:lnTo>
                  <a:pt x="548" y="7010"/>
                </a:lnTo>
                <a:lnTo>
                  <a:pt x="548" y="6406"/>
                </a:lnTo>
                <a:lnTo>
                  <a:pt x="1445" y="6406"/>
                </a:lnTo>
                <a:lnTo>
                  <a:pt x="1445" y="26064"/>
                </a:lnTo>
                <a:lnTo>
                  <a:pt x="2277" y="26064"/>
                </a:lnTo>
                <a:lnTo>
                  <a:pt x="2277" y="6406"/>
                </a:lnTo>
                <a:lnTo>
                  <a:pt x="3174" y="6406"/>
                </a:lnTo>
                <a:lnTo>
                  <a:pt x="3174" y="7010"/>
                </a:lnTo>
                <a:lnTo>
                  <a:pt x="3572" y="7010"/>
                </a:lnTo>
                <a:lnTo>
                  <a:pt x="3572" y="6406"/>
                </a:lnTo>
                <a:lnTo>
                  <a:pt x="3721" y="6406"/>
                </a:lnTo>
                <a:lnTo>
                  <a:pt x="3721" y="6207"/>
                </a:lnTo>
                <a:lnTo>
                  <a:pt x="2277" y="6207"/>
                </a:lnTo>
                <a:lnTo>
                  <a:pt x="2277" y="2772"/>
                </a:lnTo>
                <a:lnTo>
                  <a:pt x="3174" y="2772"/>
                </a:lnTo>
                <a:lnTo>
                  <a:pt x="3174" y="3376"/>
                </a:lnTo>
                <a:lnTo>
                  <a:pt x="3572" y="3376"/>
                </a:lnTo>
                <a:lnTo>
                  <a:pt x="3572" y="2772"/>
                </a:lnTo>
                <a:lnTo>
                  <a:pt x="3721" y="2772"/>
                </a:lnTo>
                <a:lnTo>
                  <a:pt x="3721" y="2573"/>
                </a:lnTo>
                <a:lnTo>
                  <a:pt x="3026" y="2573"/>
                </a:lnTo>
                <a:lnTo>
                  <a:pt x="3026" y="1963"/>
                </a:lnTo>
                <a:lnTo>
                  <a:pt x="2863" y="1963"/>
                </a:lnTo>
                <a:lnTo>
                  <a:pt x="3420" y="1210"/>
                </a:lnTo>
                <a:lnTo>
                  <a:pt x="3572" y="1210"/>
                </a:lnTo>
                <a:close/>
                <a:moveTo>
                  <a:pt x="1445" y="2573"/>
                </a:moveTo>
                <a:lnTo>
                  <a:pt x="1094" y="2573"/>
                </a:lnTo>
                <a:lnTo>
                  <a:pt x="1094" y="1963"/>
                </a:lnTo>
                <a:lnTo>
                  <a:pt x="964" y="1963"/>
                </a:lnTo>
                <a:lnTo>
                  <a:pt x="406" y="1209"/>
                </a:lnTo>
                <a:lnTo>
                  <a:pt x="549" y="1209"/>
                </a:lnTo>
                <a:lnTo>
                  <a:pt x="549" y="605"/>
                </a:lnTo>
                <a:lnTo>
                  <a:pt x="1445" y="605"/>
                </a:lnTo>
                <a:close/>
                <a:moveTo>
                  <a:pt x="2759" y="1963"/>
                </a:moveTo>
                <a:lnTo>
                  <a:pt x="2628" y="1963"/>
                </a:lnTo>
                <a:lnTo>
                  <a:pt x="2628" y="2573"/>
                </a:lnTo>
                <a:lnTo>
                  <a:pt x="2278" y="2573"/>
                </a:lnTo>
                <a:lnTo>
                  <a:pt x="2278" y="605"/>
                </a:lnTo>
                <a:lnTo>
                  <a:pt x="3174" y="605"/>
                </a:lnTo>
                <a:lnTo>
                  <a:pt x="3174" y="1209"/>
                </a:lnTo>
                <a:lnTo>
                  <a:pt x="3317" y="120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33"/>
          <p:cNvSpPr/>
          <p:nvPr/>
        </p:nvSpPr>
        <p:spPr>
          <a:xfrm flipH="1">
            <a:off x="266747" y="1060148"/>
            <a:ext cx="583125" cy="4083441"/>
          </a:xfrm>
          <a:custGeom>
            <a:avLst/>
            <a:gdLst/>
            <a:ahLst/>
            <a:cxnLst/>
            <a:rect l="l" t="t" r="r" b="b"/>
            <a:pathLst>
              <a:path w="3722" h="26064" extrusionOk="0">
                <a:moveTo>
                  <a:pt x="3572" y="1210"/>
                </a:moveTo>
                <a:lnTo>
                  <a:pt x="3572" y="605"/>
                </a:lnTo>
                <a:lnTo>
                  <a:pt x="3721" y="605"/>
                </a:lnTo>
                <a:lnTo>
                  <a:pt x="3721" y="406"/>
                </a:lnTo>
                <a:lnTo>
                  <a:pt x="2278" y="406"/>
                </a:lnTo>
                <a:lnTo>
                  <a:pt x="2278" y="0"/>
                </a:lnTo>
                <a:lnTo>
                  <a:pt x="1445" y="0"/>
                </a:lnTo>
                <a:lnTo>
                  <a:pt x="1445" y="406"/>
                </a:lnTo>
                <a:lnTo>
                  <a:pt x="0" y="406"/>
                </a:lnTo>
                <a:lnTo>
                  <a:pt x="0" y="605"/>
                </a:lnTo>
                <a:lnTo>
                  <a:pt x="150" y="605"/>
                </a:lnTo>
                <a:lnTo>
                  <a:pt x="150" y="1210"/>
                </a:lnTo>
                <a:lnTo>
                  <a:pt x="301" y="1210"/>
                </a:lnTo>
                <a:lnTo>
                  <a:pt x="860" y="1963"/>
                </a:lnTo>
                <a:lnTo>
                  <a:pt x="696" y="1963"/>
                </a:lnTo>
                <a:lnTo>
                  <a:pt x="696" y="2573"/>
                </a:lnTo>
                <a:lnTo>
                  <a:pt x="0" y="2573"/>
                </a:lnTo>
                <a:lnTo>
                  <a:pt x="0" y="2772"/>
                </a:lnTo>
                <a:lnTo>
                  <a:pt x="149" y="2772"/>
                </a:lnTo>
                <a:lnTo>
                  <a:pt x="149" y="3376"/>
                </a:lnTo>
                <a:lnTo>
                  <a:pt x="548" y="3376"/>
                </a:lnTo>
                <a:lnTo>
                  <a:pt x="548" y="2772"/>
                </a:lnTo>
                <a:lnTo>
                  <a:pt x="1445" y="2772"/>
                </a:lnTo>
                <a:lnTo>
                  <a:pt x="1445" y="6207"/>
                </a:lnTo>
                <a:lnTo>
                  <a:pt x="0" y="6207"/>
                </a:lnTo>
                <a:lnTo>
                  <a:pt x="0" y="6406"/>
                </a:lnTo>
                <a:lnTo>
                  <a:pt x="149" y="6406"/>
                </a:lnTo>
                <a:lnTo>
                  <a:pt x="149" y="7010"/>
                </a:lnTo>
                <a:lnTo>
                  <a:pt x="548" y="7010"/>
                </a:lnTo>
                <a:lnTo>
                  <a:pt x="548" y="6406"/>
                </a:lnTo>
                <a:lnTo>
                  <a:pt x="1445" y="6406"/>
                </a:lnTo>
                <a:lnTo>
                  <a:pt x="1445" y="26064"/>
                </a:lnTo>
                <a:lnTo>
                  <a:pt x="2277" y="26064"/>
                </a:lnTo>
                <a:lnTo>
                  <a:pt x="2277" y="6406"/>
                </a:lnTo>
                <a:lnTo>
                  <a:pt x="3174" y="6406"/>
                </a:lnTo>
                <a:lnTo>
                  <a:pt x="3174" y="7010"/>
                </a:lnTo>
                <a:lnTo>
                  <a:pt x="3572" y="7010"/>
                </a:lnTo>
                <a:lnTo>
                  <a:pt x="3572" y="6406"/>
                </a:lnTo>
                <a:lnTo>
                  <a:pt x="3721" y="6406"/>
                </a:lnTo>
                <a:lnTo>
                  <a:pt x="3721" y="6207"/>
                </a:lnTo>
                <a:lnTo>
                  <a:pt x="2277" y="6207"/>
                </a:lnTo>
                <a:lnTo>
                  <a:pt x="2277" y="2772"/>
                </a:lnTo>
                <a:lnTo>
                  <a:pt x="3174" y="2772"/>
                </a:lnTo>
                <a:lnTo>
                  <a:pt x="3174" y="3376"/>
                </a:lnTo>
                <a:lnTo>
                  <a:pt x="3572" y="3376"/>
                </a:lnTo>
                <a:lnTo>
                  <a:pt x="3572" y="2772"/>
                </a:lnTo>
                <a:lnTo>
                  <a:pt x="3721" y="2772"/>
                </a:lnTo>
                <a:lnTo>
                  <a:pt x="3721" y="2573"/>
                </a:lnTo>
                <a:lnTo>
                  <a:pt x="3026" y="2573"/>
                </a:lnTo>
                <a:lnTo>
                  <a:pt x="3026" y="1963"/>
                </a:lnTo>
                <a:lnTo>
                  <a:pt x="2863" y="1963"/>
                </a:lnTo>
                <a:lnTo>
                  <a:pt x="3420" y="1210"/>
                </a:lnTo>
                <a:lnTo>
                  <a:pt x="3572" y="1210"/>
                </a:lnTo>
                <a:close/>
                <a:moveTo>
                  <a:pt x="1445" y="2573"/>
                </a:moveTo>
                <a:lnTo>
                  <a:pt x="1094" y="2573"/>
                </a:lnTo>
                <a:lnTo>
                  <a:pt x="1094" y="1963"/>
                </a:lnTo>
                <a:lnTo>
                  <a:pt x="964" y="1963"/>
                </a:lnTo>
                <a:lnTo>
                  <a:pt x="406" y="1209"/>
                </a:lnTo>
                <a:lnTo>
                  <a:pt x="549" y="1209"/>
                </a:lnTo>
                <a:lnTo>
                  <a:pt x="549" y="605"/>
                </a:lnTo>
                <a:lnTo>
                  <a:pt x="1445" y="605"/>
                </a:lnTo>
                <a:close/>
                <a:moveTo>
                  <a:pt x="2759" y="1963"/>
                </a:moveTo>
                <a:lnTo>
                  <a:pt x="2628" y="1963"/>
                </a:lnTo>
                <a:lnTo>
                  <a:pt x="2628" y="2573"/>
                </a:lnTo>
                <a:lnTo>
                  <a:pt x="2278" y="2573"/>
                </a:lnTo>
                <a:lnTo>
                  <a:pt x="2278" y="605"/>
                </a:lnTo>
                <a:lnTo>
                  <a:pt x="3174" y="605"/>
                </a:lnTo>
                <a:lnTo>
                  <a:pt x="3174" y="1209"/>
                </a:lnTo>
                <a:lnTo>
                  <a:pt x="3317" y="120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33"/>
          <p:cNvSpPr/>
          <p:nvPr/>
        </p:nvSpPr>
        <p:spPr>
          <a:xfrm flipH="1">
            <a:off x="765933" y="1160101"/>
            <a:ext cx="605573" cy="657065"/>
          </a:xfrm>
          <a:custGeom>
            <a:avLst/>
            <a:gdLst/>
            <a:ahLst/>
            <a:cxnLst/>
            <a:rect l="l" t="t" r="r" b="b"/>
            <a:pathLst>
              <a:path w="12020" h="14298" extrusionOk="0">
                <a:moveTo>
                  <a:pt x="0" y="13737"/>
                </a:moveTo>
                <a:cubicBezTo>
                  <a:pt x="5217" y="16868"/>
                  <a:pt x="10098" y="5773"/>
                  <a:pt x="12020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93" name="Google Shape;593;p33"/>
          <p:cNvSpPr/>
          <p:nvPr/>
        </p:nvSpPr>
        <p:spPr>
          <a:xfrm flipH="1">
            <a:off x="753366" y="1449433"/>
            <a:ext cx="631330" cy="631330"/>
          </a:xfrm>
          <a:custGeom>
            <a:avLst/>
            <a:gdLst/>
            <a:ahLst/>
            <a:cxnLst/>
            <a:rect l="l" t="t" r="r" b="b"/>
            <a:pathLst>
              <a:path w="13738" h="13738" extrusionOk="0">
                <a:moveTo>
                  <a:pt x="0" y="13738"/>
                </a:moveTo>
                <a:cubicBezTo>
                  <a:pt x="6476" y="13738"/>
                  <a:pt x="12169" y="6283"/>
                  <a:pt x="13738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94" name="Google Shape;594;p33"/>
          <p:cNvSpPr/>
          <p:nvPr/>
        </p:nvSpPr>
        <p:spPr>
          <a:xfrm flipH="1">
            <a:off x="1797877" y="2547528"/>
            <a:ext cx="559502" cy="493649"/>
          </a:xfrm>
          <a:custGeom>
            <a:avLst/>
            <a:gdLst/>
            <a:ahLst/>
            <a:cxnLst/>
            <a:rect l="l" t="t" r="r" b="b"/>
            <a:pathLst>
              <a:path w="12175" h="10742" extrusionOk="0">
                <a:moveTo>
                  <a:pt x="0" y="10742"/>
                </a:moveTo>
                <a:cubicBezTo>
                  <a:pt x="5412" y="10742"/>
                  <a:pt x="10460" y="5133"/>
                  <a:pt x="12175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95" name="Google Shape;595;p33"/>
          <p:cNvSpPr/>
          <p:nvPr/>
        </p:nvSpPr>
        <p:spPr>
          <a:xfrm flipH="1">
            <a:off x="1771545" y="2152591"/>
            <a:ext cx="605595" cy="505873"/>
          </a:xfrm>
          <a:custGeom>
            <a:avLst/>
            <a:gdLst/>
            <a:ahLst/>
            <a:cxnLst/>
            <a:rect l="l" t="t" r="r" b="b"/>
            <a:pathLst>
              <a:path w="13178" h="11008" extrusionOk="0">
                <a:moveTo>
                  <a:pt x="0" y="10886"/>
                </a:moveTo>
                <a:cubicBezTo>
                  <a:pt x="5620" y="11821"/>
                  <a:pt x="12236" y="5619"/>
                  <a:pt x="13178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96" name="Google Shape;596;p33"/>
          <p:cNvSpPr/>
          <p:nvPr/>
        </p:nvSpPr>
        <p:spPr>
          <a:xfrm flipH="1">
            <a:off x="777606" y="2086783"/>
            <a:ext cx="605619" cy="492408"/>
          </a:xfrm>
          <a:custGeom>
            <a:avLst/>
            <a:gdLst/>
            <a:ahLst/>
            <a:cxnLst/>
            <a:rect l="l" t="t" r="r" b="b"/>
            <a:pathLst>
              <a:path w="12605" h="10715" extrusionOk="0">
                <a:moveTo>
                  <a:pt x="0" y="10599"/>
                </a:moveTo>
                <a:cubicBezTo>
                  <a:pt x="5415" y="11499"/>
                  <a:pt x="11704" y="5415"/>
                  <a:pt x="12605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>
          <a:extLst>
            <a:ext uri="{FF2B5EF4-FFF2-40B4-BE49-F238E27FC236}">
              <a16:creationId xmlns:a16="http://schemas.microsoft.com/office/drawing/2014/main" id="{D7049599-BAC1-F51C-BA4D-F0B6BD13B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4">
            <a:extLst>
              <a:ext uri="{FF2B5EF4-FFF2-40B4-BE49-F238E27FC236}">
                <a16:creationId xmlns:a16="http://schemas.microsoft.com/office/drawing/2014/main" id="{6363343E-FAA5-C9CD-2E15-1104112627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35975" y="139755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/>
              <a:t>O </a:t>
            </a:r>
            <a:r>
              <a:rPr lang="en-GB" err="1"/>
              <a:t>problema</a:t>
            </a:r>
            <a:endParaRPr/>
          </a:p>
        </p:txBody>
      </p:sp>
      <p:sp>
        <p:nvSpPr>
          <p:cNvPr id="602" name="Google Shape;602;p34">
            <a:extLst>
              <a:ext uri="{FF2B5EF4-FFF2-40B4-BE49-F238E27FC236}">
                <a16:creationId xmlns:a16="http://schemas.microsoft.com/office/drawing/2014/main" id="{EDB74116-E480-C50F-10BB-C8C2B6702DD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35975" y="1970250"/>
            <a:ext cx="4294800" cy="20337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pt-BR"/>
              <a:t>Carregadores de 22 kW exigem uma potência que muitos Postos de Transformação (PTDs) não têm disponível.</a:t>
            </a:r>
          </a:p>
          <a:p>
            <a:pPr marL="171450" indent="-171450">
              <a:buClr>
                <a:schemeClr val="dk1"/>
              </a:buClr>
              <a:buSzPts val="1100"/>
            </a:pPr>
            <a:endParaRPr lang="pt-BR"/>
          </a:p>
          <a:p>
            <a:pPr marL="0" indent="0">
              <a:buClr>
                <a:schemeClr val="dk1"/>
              </a:buClr>
              <a:buSzPts val="1100"/>
              <a:buNone/>
            </a:pPr>
            <a:endParaRPr lang="pt-BR"/>
          </a:p>
          <a:p>
            <a:pPr marL="0" indent="0">
              <a:buClr>
                <a:schemeClr val="dk1"/>
              </a:buClr>
              <a:buSzPts val="1100"/>
              <a:buNone/>
            </a:pPr>
            <a:endParaRPr lang="pt-BR"/>
          </a:p>
          <a:p>
            <a:pPr marL="0" indent="0">
              <a:buClr>
                <a:schemeClr val="dk1"/>
              </a:buClr>
              <a:buSzPts val="1100"/>
              <a:buNone/>
            </a:pPr>
            <a:endParaRPr lang="pt-BR"/>
          </a:p>
          <a:p>
            <a:pPr marL="0" indent="0">
              <a:buClr>
                <a:schemeClr val="dk1"/>
              </a:buClr>
              <a:buSzPts val="1100"/>
              <a:buNone/>
            </a:pPr>
            <a:endParaRPr lang="pt-BR"/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pt-BR"/>
              <a:t>Ao trocar lâmpadas de sódio/mercúrio por LED, libertamos carga suficiente para os carros elétricos (VE) sem precisar de obras caras na rede?</a:t>
            </a:r>
          </a:p>
        </p:txBody>
      </p:sp>
      <p:pic>
        <p:nvPicPr>
          <p:cNvPr id="603" name="Google Shape;603;p34">
            <a:extLst>
              <a:ext uri="{FF2B5EF4-FFF2-40B4-BE49-F238E27FC236}">
                <a16:creationId xmlns:a16="http://schemas.microsoft.com/office/drawing/2014/main" id="{A81C66C1-563C-C4A7-E597-3DEF0BDA3611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4430" b="4421"/>
          <a:stretch/>
        </p:blipFill>
        <p:spPr>
          <a:xfrm flipH="1">
            <a:off x="713225" y="539500"/>
            <a:ext cx="3015300" cy="4064400"/>
          </a:xfrm>
          <a:prstGeom prst="rect">
            <a:avLst/>
          </a:prstGeom>
        </p:spPr>
      </p:pic>
      <p:sp>
        <p:nvSpPr>
          <p:cNvPr id="4" name="Google Shape;601;p34">
            <a:extLst>
              <a:ext uri="{FF2B5EF4-FFF2-40B4-BE49-F238E27FC236}">
                <a16:creationId xmlns:a16="http://schemas.microsoft.com/office/drawing/2014/main" id="{889896B6-8125-B9BD-D71D-E4ED119641E5}"/>
              </a:ext>
            </a:extLst>
          </p:cNvPr>
          <p:cNvSpPr txBox="1">
            <a:spLocks/>
          </p:cNvSpPr>
          <p:nvPr/>
        </p:nvSpPr>
        <p:spPr>
          <a:xfrm>
            <a:off x="4135975" y="2718351"/>
            <a:ext cx="429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dman"/>
              <a:buNone/>
              <a:defRPr sz="32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9pPr>
          </a:lstStyle>
          <a:p>
            <a:r>
              <a:rPr lang="en-GB"/>
              <a:t>A </a:t>
            </a:r>
            <a:r>
              <a:rPr lang="en-GB" err="1"/>
              <a:t>hipótese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340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6"/>
          <p:cNvSpPr txBox="1">
            <a:spLocks noGrp="1"/>
          </p:cNvSpPr>
          <p:nvPr>
            <p:ph type="subTitle" idx="4"/>
          </p:nvPr>
        </p:nvSpPr>
        <p:spPr>
          <a:xfrm>
            <a:off x="3298874" y="2284379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Omissão</a:t>
            </a:r>
            <a:endParaRPr/>
          </a:p>
        </p:txBody>
      </p:sp>
      <p:sp>
        <p:nvSpPr>
          <p:cNvPr id="631" name="Google Shape;631;p3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err="1"/>
              <a:t>Estudo</a:t>
            </a:r>
            <a:r>
              <a:rPr lang="en-GB"/>
              <a:t> da rede</a:t>
            </a:r>
          </a:p>
        </p:txBody>
      </p:sp>
      <p:sp>
        <p:nvSpPr>
          <p:cNvPr id="632" name="Google Shape;632;p36"/>
          <p:cNvSpPr txBox="1">
            <a:spLocks noGrp="1"/>
          </p:cNvSpPr>
          <p:nvPr>
            <p:ph type="subTitle" idx="1"/>
          </p:nvPr>
        </p:nvSpPr>
        <p:spPr>
          <a:xfrm>
            <a:off x="3298874" y="2614311"/>
            <a:ext cx="25056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24% dos dados de </a:t>
            </a:r>
            <a:r>
              <a:rPr lang="en-US" altLang="en-US" err="1">
                <a:solidFill>
                  <a:schemeClr val="tx1"/>
                </a:solidFill>
                <a:latin typeface="Arial" panose="020B0604020202020204" pitchFamily="34" charset="0"/>
              </a:rPr>
              <a:t>utilização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err="1">
                <a:solidFill>
                  <a:schemeClr val="tx1"/>
                </a:solidFill>
                <a:latin typeface="Arial" panose="020B0604020202020204" pitchFamily="34" charset="0"/>
              </a:rPr>
              <a:t>estão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err="1">
                <a:solidFill>
                  <a:schemeClr val="tx1"/>
                </a:solidFill>
                <a:latin typeface="Arial" panose="020B0604020202020204" pitchFamily="34" charset="0"/>
              </a:rPr>
              <a:t>em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err="1">
                <a:solidFill>
                  <a:schemeClr val="tx1"/>
                </a:solidFill>
                <a:latin typeface="Arial" panose="020B0604020202020204" pitchFamily="34" charset="0"/>
              </a:rPr>
              <a:t>falta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err="1">
                <a:solidFill>
                  <a:schemeClr val="tx1"/>
                </a:solidFill>
                <a:latin typeface="Arial" panose="020B0604020202020204" pitchFamily="34" charset="0"/>
              </a:rPr>
              <a:t>especialmente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err="1">
                <a:solidFill>
                  <a:schemeClr val="tx1"/>
                </a:solidFill>
                <a:latin typeface="Arial" panose="020B0604020202020204" pitchFamily="34" charset="0"/>
              </a:rPr>
              <a:t>em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 zonas </a:t>
            </a:r>
            <a:r>
              <a:rPr lang="en-US" altLang="en-US" err="1">
                <a:solidFill>
                  <a:schemeClr val="tx1"/>
                </a:solidFill>
                <a:latin typeface="Arial" panose="020B0604020202020204" pitchFamily="34" charset="0"/>
              </a:rPr>
              <a:t>urbanas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err="1">
                <a:solidFill>
                  <a:schemeClr val="tx1"/>
                </a:solidFill>
                <a:latin typeface="Arial" panose="020B0604020202020204" pitchFamily="34" charset="0"/>
              </a:rPr>
              <a:t>críticas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33" name="Google Shape;633;p36"/>
          <p:cNvSpPr txBox="1">
            <a:spLocks noGrp="1"/>
          </p:cNvSpPr>
          <p:nvPr>
            <p:ph type="subTitle" idx="2"/>
          </p:nvPr>
        </p:nvSpPr>
        <p:spPr>
          <a:xfrm>
            <a:off x="782816" y="2599272"/>
            <a:ext cx="25056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err="1">
                <a:solidFill>
                  <a:schemeClr val="tx1"/>
                </a:solidFill>
                <a:latin typeface="Arial" panose="020B0604020202020204" pitchFamily="34" charset="0"/>
              </a:rPr>
              <a:t>Apenas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 17 </a:t>
            </a:r>
            <a:r>
              <a:rPr lang="en-US" altLang="en-US" err="1">
                <a:solidFill>
                  <a:schemeClr val="tx1"/>
                </a:solidFill>
                <a:latin typeface="Arial" panose="020B0604020202020204" pitchFamily="34" charset="0"/>
              </a:rPr>
              <a:t>concelhos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err="1">
                <a:solidFill>
                  <a:schemeClr val="tx1"/>
                </a:solidFill>
                <a:latin typeface="Arial" panose="020B0604020202020204" pitchFamily="34" charset="0"/>
              </a:rPr>
              <a:t>concentram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 50% de </a:t>
            </a:r>
            <a:r>
              <a:rPr lang="en-US" altLang="en-US" err="1">
                <a:solidFill>
                  <a:schemeClr val="tx1"/>
                </a:solidFill>
                <a:latin typeface="Arial" panose="020B0604020202020204" pitchFamily="34" charset="0"/>
              </a:rPr>
              <a:t>toda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 a </a:t>
            </a:r>
            <a:r>
              <a:rPr lang="en-US" altLang="en-US" err="1">
                <a:solidFill>
                  <a:schemeClr val="tx1"/>
                </a:solidFill>
                <a:latin typeface="Arial" panose="020B0604020202020204" pitchFamily="34" charset="0"/>
              </a:rPr>
              <a:t>potência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err="1">
                <a:solidFill>
                  <a:schemeClr val="tx1"/>
                </a:solidFill>
                <a:latin typeface="Arial" panose="020B0604020202020204" pitchFamily="34" charset="0"/>
              </a:rPr>
              <a:t>ineficiente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 do </a:t>
            </a:r>
            <a:r>
              <a:rPr lang="en-US" altLang="en-US" err="1">
                <a:solidFill>
                  <a:schemeClr val="tx1"/>
                </a:solidFill>
                <a:latin typeface="Arial" panose="020B0604020202020204" pitchFamily="34" charset="0"/>
              </a:rPr>
              <a:t>país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34" name="Google Shape;634;p36"/>
          <p:cNvSpPr txBox="1">
            <a:spLocks noGrp="1"/>
          </p:cNvSpPr>
          <p:nvPr>
            <p:ph type="subTitle" idx="3"/>
          </p:nvPr>
        </p:nvSpPr>
        <p:spPr>
          <a:xfrm>
            <a:off x="782816" y="2269340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Concentração</a:t>
            </a:r>
            <a:endParaRPr/>
          </a:p>
        </p:txBody>
      </p:sp>
      <p:sp>
        <p:nvSpPr>
          <p:cNvPr id="635" name="Google Shape;635;p36"/>
          <p:cNvSpPr/>
          <p:nvPr/>
        </p:nvSpPr>
        <p:spPr>
          <a:xfrm>
            <a:off x="1592528" y="1383150"/>
            <a:ext cx="886200" cy="8862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36"/>
          <p:cNvSpPr/>
          <p:nvPr/>
        </p:nvSpPr>
        <p:spPr>
          <a:xfrm>
            <a:off x="4108574" y="1398189"/>
            <a:ext cx="886200" cy="8862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oogle Shape;9989;p67">
            <a:extLst>
              <a:ext uri="{FF2B5EF4-FFF2-40B4-BE49-F238E27FC236}">
                <a16:creationId xmlns:a16="http://schemas.microsoft.com/office/drawing/2014/main" id="{6C7953D3-37A8-9DDB-8AC9-665AA3BFA5D6}"/>
              </a:ext>
            </a:extLst>
          </p:cNvPr>
          <p:cNvGrpSpPr/>
          <p:nvPr/>
        </p:nvGrpSpPr>
        <p:grpSpPr>
          <a:xfrm>
            <a:off x="4374880" y="1664496"/>
            <a:ext cx="353587" cy="353587"/>
            <a:chOff x="-34776500" y="2631825"/>
            <a:chExt cx="291450" cy="291450"/>
          </a:xfrm>
          <a:solidFill>
            <a:schemeClr val="tx1"/>
          </a:solidFill>
        </p:grpSpPr>
        <p:sp>
          <p:nvSpPr>
            <p:cNvPr id="6" name="Google Shape;9990;p67">
              <a:extLst>
                <a:ext uri="{FF2B5EF4-FFF2-40B4-BE49-F238E27FC236}">
                  <a16:creationId xmlns:a16="http://schemas.microsoft.com/office/drawing/2014/main" id="{9F3E978D-4A73-AB79-7CD8-146186B5AAFA}"/>
                </a:ext>
              </a:extLst>
            </p:cNvPr>
            <p:cNvSpPr/>
            <p:nvPr/>
          </p:nvSpPr>
          <p:spPr>
            <a:xfrm>
              <a:off x="-34691425" y="2666500"/>
              <a:ext cx="120525" cy="154400"/>
            </a:xfrm>
            <a:custGeom>
              <a:avLst/>
              <a:gdLst/>
              <a:ahLst/>
              <a:cxnLst/>
              <a:rect l="l" t="t" r="r" b="b"/>
              <a:pathLst>
                <a:path w="4821" h="6176" extrusionOk="0">
                  <a:moveTo>
                    <a:pt x="2331" y="693"/>
                  </a:moveTo>
                  <a:cubicBezTo>
                    <a:pt x="3277" y="693"/>
                    <a:pt x="4033" y="1449"/>
                    <a:pt x="4033" y="2394"/>
                  </a:cubicBezTo>
                  <a:cubicBezTo>
                    <a:pt x="4096" y="2899"/>
                    <a:pt x="3844" y="3466"/>
                    <a:pt x="3403" y="3781"/>
                  </a:cubicBezTo>
                  <a:cubicBezTo>
                    <a:pt x="3151" y="3970"/>
                    <a:pt x="2741" y="4348"/>
                    <a:pt x="2741" y="4946"/>
                  </a:cubicBezTo>
                  <a:lnTo>
                    <a:pt x="2741" y="5135"/>
                  </a:lnTo>
                  <a:cubicBezTo>
                    <a:pt x="2741" y="5356"/>
                    <a:pt x="2583" y="5513"/>
                    <a:pt x="2363" y="5513"/>
                  </a:cubicBezTo>
                  <a:cubicBezTo>
                    <a:pt x="2174" y="5513"/>
                    <a:pt x="2016" y="5356"/>
                    <a:pt x="2016" y="5135"/>
                  </a:cubicBezTo>
                  <a:lnTo>
                    <a:pt x="2016" y="4946"/>
                  </a:lnTo>
                  <a:cubicBezTo>
                    <a:pt x="2016" y="4285"/>
                    <a:pt x="2363" y="3655"/>
                    <a:pt x="2962" y="3214"/>
                  </a:cubicBezTo>
                  <a:cubicBezTo>
                    <a:pt x="3245" y="3025"/>
                    <a:pt x="3403" y="2710"/>
                    <a:pt x="3403" y="2394"/>
                  </a:cubicBezTo>
                  <a:cubicBezTo>
                    <a:pt x="3403" y="1827"/>
                    <a:pt x="2930" y="1355"/>
                    <a:pt x="2363" y="1355"/>
                  </a:cubicBezTo>
                  <a:cubicBezTo>
                    <a:pt x="1827" y="1355"/>
                    <a:pt x="1355" y="1827"/>
                    <a:pt x="1355" y="2394"/>
                  </a:cubicBezTo>
                  <a:cubicBezTo>
                    <a:pt x="1355" y="2583"/>
                    <a:pt x="1197" y="2741"/>
                    <a:pt x="1008" y="2741"/>
                  </a:cubicBezTo>
                  <a:cubicBezTo>
                    <a:pt x="788" y="2741"/>
                    <a:pt x="630" y="2583"/>
                    <a:pt x="630" y="2394"/>
                  </a:cubicBezTo>
                  <a:cubicBezTo>
                    <a:pt x="630" y="1449"/>
                    <a:pt x="1386" y="693"/>
                    <a:pt x="2331" y="693"/>
                  </a:cubicBezTo>
                  <a:close/>
                  <a:moveTo>
                    <a:pt x="2426" y="0"/>
                  </a:moveTo>
                  <a:cubicBezTo>
                    <a:pt x="1071" y="0"/>
                    <a:pt x="0" y="1040"/>
                    <a:pt x="0" y="2394"/>
                  </a:cubicBezTo>
                  <a:cubicBezTo>
                    <a:pt x="0" y="2930"/>
                    <a:pt x="473" y="3403"/>
                    <a:pt x="1040" y="3403"/>
                  </a:cubicBezTo>
                  <a:cubicBezTo>
                    <a:pt x="1575" y="3403"/>
                    <a:pt x="2048" y="2930"/>
                    <a:pt x="2048" y="2394"/>
                  </a:cubicBezTo>
                  <a:cubicBezTo>
                    <a:pt x="2048" y="2205"/>
                    <a:pt x="2205" y="2048"/>
                    <a:pt x="2426" y="2048"/>
                  </a:cubicBezTo>
                  <a:cubicBezTo>
                    <a:pt x="2615" y="2048"/>
                    <a:pt x="2772" y="2205"/>
                    <a:pt x="2772" y="2394"/>
                  </a:cubicBezTo>
                  <a:cubicBezTo>
                    <a:pt x="2772" y="2520"/>
                    <a:pt x="2741" y="2583"/>
                    <a:pt x="2615" y="2646"/>
                  </a:cubicBezTo>
                  <a:cubicBezTo>
                    <a:pt x="1827" y="3245"/>
                    <a:pt x="1386" y="4064"/>
                    <a:pt x="1386" y="4946"/>
                  </a:cubicBezTo>
                  <a:lnTo>
                    <a:pt x="1386" y="5135"/>
                  </a:lnTo>
                  <a:cubicBezTo>
                    <a:pt x="1386" y="5702"/>
                    <a:pt x="1859" y="6175"/>
                    <a:pt x="2426" y="6175"/>
                  </a:cubicBezTo>
                  <a:cubicBezTo>
                    <a:pt x="2962" y="6175"/>
                    <a:pt x="3434" y="5702"/>
                    <a:pt x="3434" y="5135"/>
                  </a:cubicBezTo>
                  <a:lnTo>
                    <a:pt x="3434" y="4946"/>
                  </a:lnTo>
                  <a:cubicBezTo>
                    <a:pt x="3434" y="4663"/>
                    <a:pt x="3686" y="4442"/>
                    <a:pt x="3844" y="4316"/>
                  </a:cubicBezTo>
                  <a:cubicBezTo>
                    <a:pt x="4474" y="3875"/>
                    <a:pt x="4820" y="3151"/>
                    <a:pt x="4820" y="2394"/>
                  </a:cubicBezTo>
                  <a:cubicBezTo>
                    <a:pt x="4789" y="1040"/>
                    <a:pt x="3718" y="0"/>
                    <a:pt x="24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7" name="Google Shape;9991;p67">
              <a:extLst>
                <a:ext uri="{FF2B5EF4-FFF2-40B4-BE49-F238E27FC236}">
                  <a16:creationId xmlns:a16="http://schemas.microsoft.com/office/drawing/2014/main" id="{22BEB9B9-903F-3039-581C-D5CAEDAAEB82}"/>
                </a:ext>
              </a:extLst>
            </p:cNvPr>
            <p:cNvSpPr/>
            <p:nvPr/>
          </p:nvSpPr>
          <p:spPr>
            <a:xfrm>
              <a:off x="-34656775" y="283740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40" y="662"/>
                  </a:moveTo>
                  <a:cubicBezTo>
                    <a:pt x="1229" y="662"/>
                    <a:pt x="1386" y="820"/>
                    <a:pt x="1386" y="1040"/>
                  </a:cubicBezTo>
                  <a:cubicBezTo>
                    <a:pt x="1386" y="1229"/>
                    <a:pt x="1197" y="1387"/>
                    <a:pt x="1040" y="1387"/>
                  </a:cubicBezTo>
                  <a:cubicBezTo>
                    <a:pt x="819" y="1387"/>
                    <a:pt x="662" y="1229"/>
                    <a:pt x="662" y="1040"/>
                  </a:cubicBezTo>
                  <a:cubicBezTo>
                    <a:pt x="662" y="820"/>
                    <a:pt x="819" y="662"/>
                    <a:pt x="1040" y="662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73"/>
                    <a:pt x="1576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8" name="Google Shape;9992;p67">
              <a:extLst>
                <a:ext uri="{FF2B5EF4-FFF2-40B4-BE49-F238E27FC236}">
                  <a16:creationId xmlns:a16="http://schemas.microsoft.com/office/drawing/2014/main" id="{85513FCA-92AB-FC53-C47B-D3D14FD0182F}"/>
                </a:ext>
              </a:extLst>
            </p:cNvPr>
            <p:cNvSpPr/>
            <p:nvPr/>
          </p:nvSpPr>
          <p:spPr>
            <a:xfrm>
              <a:off x="-34776500" y="2631825"/>
              <a:ext cx="291450" cy="291450"/>
            </a:xfrm>
            <a:custGeom>
              <a:avLst/>
              <a:gdLst/>
              <a:ahLst/>
              <a:cxnLst/>
              <a:rect l="l" t="t" r="r" b="b"/>
              <a:pathLst>
                <a:path w="11658" h="11658" extrusionOk="0">
                  <a:moveTo>
                    <a:pt x="5829" y="662"/>
                  </a:moveTo>
                  <a:cubicBezTo>
                    <a:pt x="8664" y="662"/>
                    <a:pt x="10964" y="2994"/>
                    <a:pt x="10964" y="5829"/>
                  </a:cubicBezTo>
                  <a:cubicBezTo>
                    <a:pt x="10933" y="8665"/>
                    <a:pt x="8664" y="10996"/>
                    <a:pt x="5829" y="10996"/>
                  </a:cubicBezTo>
                  <a:cubicBezTo>
                    <a:pt x="2993" y="10996"/>
                    <a:pt x="662" y="8665"/>
                    <a:pt x="662" y="5829"/>
                  </a:cubicBezTo>
                  <a:cubicBezTo>
                    <a:pt x="662" y="2994"/>
                    <a:pt x="2993" y="662"/>
                    <a:pt x="5829" y="662"/>
                  </a:cubicBezTo>
                  <a:close/>
                  <a:moveTo>
                    <a:pt x="5829" y="1"/>
                  </a:moveTo>
                  <a:cubicBezTo>
                    <a:pt x="2584" y="1"/>
                    <a:pt x="0" y="2647"/>
                    <a:pt x="0" y="5829"/>
                  </a:cubicBezTo>
                  <a:cubicBezTo>
                    <a:pt x="0" y="9043"/>
                    <a:pt x="2615" y="11658"/>
                    <a:pt x="5829" y="11658"/>
                  </a:cubicBezTo>
                  <a:cubicBezTo>
                    <a:pt x="9042" y="11658"/>
                    <a:pt x="11657" y="9011"/>
                    <a:pt x="11657" y="5829"/>
                  </a:cubicBezTo>
                  <a:cubicBezTo>
                    <a:pt x="11657" y="2584"/>
                    <a:pt x="9011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sp>
        <p:nvSpPr>
          <p:cNvPr id="9" name="Google Shape;9047;p64">
            <a:extLst>
              <a:ext uri="{FF2B5EF4-FFF2-40B4-BE49-F238E27FC236}">
                <a16:creationId xmlns:a16="http://schemas.microsoft.com/office/drawing/2014/main" id="{773D2076-A07B-09DE-9C2F-8D50D3E06CCE}"/>
              </a:ext>
            </a:extLst>
          </p:cNvPr>
          <p:cNvSpPr/>
          <p:nvPr/>
        </p:nvSpPr>
        <p:spPr>
          <a:xfrm>
            <a:off x="1870399" y="1640648"/>
            <a:ext cx="330434" cy="316687"/>
          </a:xfrm>
          <a:custGeom>
            <a:avLst/>
            <a:gdLst/>
            <a:ahLst/>
            <a:cxnLst/>
            <a:rect l="l" t="t" r="r" b="b"/>
            <a:pathLst>
              <a:path w="18772" h="17991" extrusionOk="0">
                <a:moveTo>
                  <a:pt x="17492" y="6197"/>
                </a:moveTo>
                <a:lnTo>
                  <a:pt x="17217" y="8063"/>
                </a:lnTo>
                <a:lnTo>
                  <a:pt x="15626" y="6472"/>
                </a:lnTo>
                <a:lnTo>
                  <a:pt x="17492" y="6197"/>
                </a:lnTo>
                <a:close/>
                <a:moveTo>
                  <a:pt x="6055" y="9391"/>
                </a:moveTo>
                <a:lnTo>
                  <a:pt x="6055" y="16858"/>
                </a:lnTo>
                <a:lnTo>
                  <a:pt x="1133" y="16858"/>
                </a:lnTo>
                <a:lnTo>
                  <a:pt x="1133" y="13332"/>
                </a:lnTo>
                <a:lnTo>
                  <a:pt x="6055" y="9391"/>
                </a:lnTo>
                <a:close/>
                <a:moveTo>
                  <a:pt x="7187" y="9141"/>
                </a:moveTo>
                <a:lnTo>
                  <a:pt x="11903" y="11568"/>
                </a:lnTo>
                <a:lnTo>
                  <a:pt x="11903" y="16858"/>
                </a:lnTo>
                <a:lnTo>
                  <a:pt x="7187" y="16858"/>
                </a:lnTo>
                <a:lnTo>
                  <a:pt x="7187" y="9141"/>
                </a:lnTo>
                <a:close/>
                <a:moveTo>
                  <a:pt x="565" y="1"/>
                </a:moveTo>
                <a:cubicBezTo>
                  <a:pt x="254" y="1"/>
                  <a:pt x="1" y="255"/>
                  <a:pt x="1" y="569"/>
                </a:cubicBezTo>
                <a:lnTo>
                  <a:pt x="1" y="17423"/>
                </a:lnTo>
                <a:cubicBezTo>
                  <a:pt x="1" y="17737"/>
                  <a:pt x="254" y="17991"/>
                  <a:pt x="565" y="17991"/>
                </a:cubicBezTo>
                <a:lnTo>
                  <a:pt x="18141" y="17991"/>
                </a:lnTo>
                <a:cubicBezTo>
                  <a:pt x="18455" y="17991"/>
                  <a:pt x="18706" y="17737"/>
                  <a:pt x="18706" y="17423"/>
                </a:cubicBezTo>
                <a:cubicBezTo>
                  <a:pt x="18706" y="17112"/>
                  <a:pt x="18455" y="16858"/>
                  <a:pt x="18141" y="16858"/>
                </a:cubicBezTo>
                <a:lnTo>
                  <a:pt x="13033" y="16858"/>
                </a:lnTo>
                <a:lnTo>
                  <a:pt x="13033" y="11457"/>
                </a:lnTo>
                <a:lnTo>
                  <a:pt x="16022" y="8467"/>
                </a:lnTo>
                <a:lnTo>
                  <a:pt x="17214" y="9660"/>
                </a:lnTo>
                <a:cubicBezTo>
                  <a:pt x="17329" y="9774"/>
                  <a:pt x="17471" y="9826"/>
                  <a:pt x="17611" y="9826"/>
                </a:cubicBezTo>
                <a:cubicBezTo>
                  <a:pt x="17874" y="9826"/>
                  <a:pt x="18129" y="9643"/>
                  <a:pt x="18175" y="9343"/>
                </a:cubicBezTo>
                <a:lnTo>
                  <a:pt x="18721" y="5608"/>
                </a:lnTo>
                <a:cubicBezTo>
                  <a:pt x="18771" y="5262"/>
                  <a:pt x="18501" y="4962"/>
                  <a:pt x="18164" y="4962"/>
                </a:cubicBezTo>
                <a:cubicBezTo>
                  <a:pt x="18137" y="4962"/>
                  <a:pt x="18109" y="4964"/>
                  <a:pt x="18081" y="4968"/>
                </a:cubicBezTo>
                <a:lnTo>
                  <a:pt x="14346" y="5514"/>
                </a:lnTo>
                <a:cubicBezTo>
                  <a:pt x="13887" y="5584"/>
                  <a:pt x="13700" y="6145"/>
                  <a:pt x="14029" y="6475"/>
                </a:cubicBezTo>
                <a:lnTo>
                  <a:pt x="15222" y="7667"/>
                </a:lnTo>
                <a:lnTo>
                  <a:pt x="12359" y="10530"/>
                </a:lnTo>
                <a:lnTo>
                  <a:pt x="6879" y="7710"/>
                </a:lnTo>
                <a:cubicBezTo>
                  <a:pt x="6867" y="7703"/>
                  <a:pt x="6855" y="7697"/>
                  <a:pt x="6846" y="7694"/>
                </a:cubicBezTo>
                <a:lnTo>
                  <a:pt x="6831" y="7688"/>
                </a:lnTo>
                <a:lnTo>
                  <a:pt x="6794" y="7673"/>
                </a:lnTo>
                <a:lnTo>
                  <a:pt x="6776" y="7670"/>
                </a:lnTo>
                <a:cubicBezTo>
                  <a:pt x="6767" y="7667"/>
                  <a:pt x="6755" y="7664"/>
                  <a:pt x="6743" y="7661"/>
                </a:cubicBezTo>
                <a:lnTo>
                  <a:pt x="6728" y="7658"/>
                </a:lnTo>
                <a:cubicBezTo>
                  <a:pt x="6713" y="7655"/>
                  <a:pt x="6695" y="7652"/>
                  <a:pt x="6680" y="7649"/>
                </a:cubicBezTo>
                <a:lnTo>
                  <a:pt x="6553" y="7649"/>
                </a:lnTo>
                <a:cubicBezTo>
                  <a:pt x="6541" y="7649"/>
                  <a:pt x="6526" y="7655"/>
                  <a:pt x="6514" y="7655"/>
                </a:cubicBezTo>
                <a:lnTo>
                  <a:pt x="6495" y="7661"/>
                </a:lnTo>
                <a:cubicBezTo>
                  <a:pt x="6483" y="7661"/>
                  <a:pt x="6474" y="7664"/>
                  <a:pt x="6465" y="7667"/>
                </a:cubicBezTo>
                <a:lnTo>
                  <a:pt x="6447" y="7673"/>
                </a:lnTo>
                <a:cubicBezTo>
                  <a:pt x="6432" y="7679"/>
                  <a:pt x="6417" y="7682"/>
                  <a:pt x="6405" y="7688"/>
                </a:cubicBezTo>
                <a:lnTo>
                  <a:pt x="6387" y="7697"/>
                </a:lnTo>
                <a:lnTo>
                  <a:pt x="6360" y="7710"/>
                </a:lnTo>
                <a:lnTo>
                  <a:pt x="6341" y="7719"/>
                </a:lnTo>
                <a:cubicBezTo>
                  <a:pt x="6332" y="7725"/>
                  <a:pt x="6323" y="7731"/>
                  <a:pt x="6314" y="7737"/>
                </a:cubicBezTo>
                <a:lnTo>
                  <a:pt x="6299" y="7746"/>
                </a:lnTo>
                <a:cubicBezTo>
                  <a:pt x="6287" y="7752"/>
                  <a:pt x="6275" y="7761"/>
                  <a:pt x="6266" y="7770"/>
                </a:cubicBezTo>
                <a:lnTo>
                  <a:pt x="6260" y="7776"/>
                </a:lnTo>
                <a:lnTo>
                  <a:pt x="1133" y="11879"/>
                </a:lnTo>
                <a:lnTo>
                  <a:pt x="1133" y="569"/>
                </a:lnTo>
                <a:cubicBezTo>
                  <a:pt x="1133" y="255"/>
                  <a:pt x="879" y="1"/>
                  <a:pt x="56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3" name="Google Shape;630;p36">
            <a:extLst>
              <a:ext uri="{FF2B5EF4-FFF2-40B4-BE49-F238E27FC236}">
                <a16:creationId xmlns:a16="http://schemas.microsoft.com/office/drawing/2014/main" id="{13A669DB-47A3-BC2D-5F43-F2FE94C84FC2}"/>
              </a:ext>
            </a:extLst>
          </p:cNvPr>
          <p:cNvSpPr txBox="1">
            <a:spLocks/>
          </p:cNvSpPr>
          <p:nvPr/>
        </p:nvSpPr>
        <p:spPr>
          <a:xfrm>
            <a:off x="5804952" y="2271345"/>
            <a:ext cx="250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pPr marL="0" indent="0"/>
            <a:r>
              <a:rPr lang="en-US" err="1"/>
              <a:t>Disponibilidade</a:t>
            </a:r>
          </a:p>
        </p:txBody>
      </p:sp>
      <p:sp>
        <p:nvSpPr>
          <p:cNvPr id="10" name="Google Shape;632;p36">
            <a:extLst>
              <a:ext uri="{FF2B5EF4-FFF2-40B4-BE49-F238E27FC236}">
                <a16:creationId xmlns:a16="http://schemas.microsoft.com/office/drawing/2014/main" id="{9BABA8CF-903B-86B6-138B-19C147C8EEF4}"/>
              </a:ext>
            </a:extLst>
          </p:cNvPr>
          <p:cNvSpPr txBox="1">
            <a:spLocks/>
          </p:cNvSpPr>
          <p:nvPr/>
        </p:nvSpPr>
        <p:spPr>
          <a:xfrm>
            <a:off x="5804952" y="2601277"/>
            <a:ext cx="2505600" cy="17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ulish"/>
              <a:buNone/>
              <a:defRPr sz="12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sz="12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sz="12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sz="12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sz="12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sz="12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sz="12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sz="12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sz="12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>
                <a:solidFill>
                  <a:schemeClr val="tx1"/>
                </a:solidFill>
                <a:latin typeface="Arial"/>
              </a:rPr>
              <a:t>A rede </a:t>
            </a:r>
            <a:r>
              <a:rPr lang="en-US" altLang="en-US" err="1">
                <a:solidFill>
                  <a:schemeClr val="tx1"/>
                </a:solidFill>
                <a:latin typeface="Arial"/>
              </a:rPr>
              <a:t>elétrica</a:t>
            </a:r>
            <a:r>
              <a:rPr lang="en-US" altLang="en-US">
                <a:solidFill>
                  <a:schemeClr val="tx1"/>
                </a:solidFill>
                <a:latin typeface="Arial"/>
              </a:rPr>
              <a:t> </a:t>
            </a:r>
            <a:r>
              <a:rPr lang="en-US" altLang="en-US" err="1">
                <a:solidFill>
                  <a:schemeClr val="tx1"/>
                </a:solidFill>
                <a:latin typeface="Arial"/>
              </a:rPr>
              <a:t>atual</a:t>
            </a:r>
            <a:r>
              <a:rPr lang="en-US" altLang="en-US">
                <a:solidFill>
                  <a:schemeClr val="tx1"/>
                </a:solidFill>
                <a:latin typeface="Arial"/>
              </a:rPr>
              <a:t> </a:t>
            </a:r>
            <a:r>
              <a:rPr lang="en-US" altLang="en-US" err="1">
                <a:solidFill>
                  <a:schemeClr val="tx1"/>
                </a:solidFill>
                <a:latin typeface="Arial"/>
              </a:rPr>
              <a:t>encontra</a:t>
            </a:r>
            <a:r>
              <a:rPr lang="en-US" altLang="en-US">
                <a:solidFill>
                  <a:schemeClr val="tx1"/>
                </a:solidFill>
                <a:latin typeface="Arial"/>
              </a:rPr>
              <a:t>-se largamente </a:t>
            </a:r>
            <a:r>
              <a:rPr lang="en-US" altLang="en-US" err="1">
                <a:solidFill>
                  <a:schemeClr val="tx1"/>
                </a:solidFill>
                <a:latin typeface="Arial"/>
              </a:rPr>
              <a:t>subcarregada</a:t>
            </a:r>
            <a:r>
              <a:rPr lang="en-US" altLang="en-US">
                <a:solidFill>
                  <a:schemeClr val="tx1"/>
                </a:solidFill>
                <a:latin typeface="Arial"/>
              </a:rPr>
              <a:t> e </a:t>
            </a:r>
            <a:r>
              <a:rPr lang="en-US" altLang="en-US" err="1">
                <a:solidFill>
                  <a:schemeClr val="tx1"/>
                </a:solidFill>
                <a:latin typeface="Arial"/>
              </a:rPr>
              <a:t>já</a:t>
            </a:r>
            <a:r>
              <a:rPr lang="en-US" altLang="en-US">
                <a:solidFill>
                  <a:schemeClr val="tx1"/>
                </a:solidFill>
                <a:latin typeface="Arial"/>
              </a:rPr>
              <a:t> </a:t>
            </a:r>
            <a:r>
              <a:rPr lang="en-US" altLang="en-US" err="1">
                <a:solidFill>
                  <a:schemeClr val="tx1"/>
                </a:solidFill>
                <a:latin typeface="Arial"/>
              </a:rPr>
              <a:t>está</a:t>
            </a:r>
            <a:r>
              <a:rPr lang="en-US" altLang="en-US">
                <a:solidFill>
                  <a:schemeClr val="tx1"/>
                </a:solidFill>
                <a:latin typeface="Arial"/>
              </a:rPr>
              <a:t> </a:t>
            </a:r>
            <a:r>
              <a:rPr lang="en-US" altLang="en-US" err="1">
                <a:solidFill>
                  <a:schemeClr val="tx1"/>
                </a:solidFill>
                <a:latin typeface="Arial"/>
              </a:rPr>
              <a:t>disponível</a:t>
            </a:r>
            <a:r>
              <a:rPr lang="en-US" altLang="en-US">
                <a:solidFill>
                  <a:schemeClr val="tx1"/>
                </a:solidFill>
                <a:latin typeface="Arial"/>
              </a:rPr>
              <a:t> para a </a:t>
            </a:r>
            <a:r>
              <a:rPr lang="en-US" altLang="en-US" err="1">
                <a:solidFill>
                  <a:schemeClr val="tx1"/>
                </a:solidFill>
                <a:latin typeface="Arial"/>
              </a:rPr>
              <a:t>instalação</a:t>
            </a:r>
            <a:r>
              <a:rPr lang="en-US" altLang="en-US">
                <a:solidFill>
                  <a:schemeClr val="tx1"/>
                </a:solidFill>
                <a:latin typeface="Arial"/>
              </a:rPr>
              <a:t> de </a:t>
            </a:r>
            <a:r>
              <a:rPr lang="en-US" altLang="en-US" err="1">
                <a:solidFill>
                  <a:schemeClr val="tx1"/>
                </a:solidFill>
                <a:latin typeface="Arial"/>
              </a:rPr>
              <a:t>carregadores</a:t>
            </a:r>
            <a:r>
              <a:rPr lang="en-US" altLang="en-US">
                <a:solidFill>
                  <a:schemeClr val="tx1"/>
                </a:solidFill>
                <a:latin typeface="Arial"/>
              </a:rPr>
              <a:t> de VEs.</a:t>
            </a:r>
            <a:endParaRPr lang="en-US" alt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" name="Google Shape;636;p36">
            <a:extLst>
              <a:ext uri="{FF2B5EF4-FFF2-40B4-BE49-F238E27FC236}">
                <a16:creationId xmlns:a16="http://schemas.microsoft.com/office/drawing/2014/main" id="{9ED6D004-8A7B-0DDF-9DED-C78D40F40DA1}"/>
              </a:ext>
            </a:extLst>
          </p:cNvPr>
          <p:cNvSpPr/>
          <p:nvPr/>
        </p:nvSpPr>
        <p:spPr>
          <a:xfrm>
            <a:off x="6605127" y="1375630"/>
            <a:ext cx="886200" cy="8862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684;p38">
            <a:extLst>
              <a:ext uri="{FF2B5EF4-FFF2-40B4-BE49-F238E27FC236}">
                <a16:creationId xmlns:a16="http://schemas.microsoft.com/office/drawing/2014/main" id="{F495DD61-1000-57AE-3E46-EEF36B147C92}"/>
              </a:ext>
            </a:extLst>
          </p:cNvPr>
          <p:cNvGrpSpPr/>
          <p:nvPr/>
        </p:nvGrpSpPr>
        <p:grpSpPr>
          <a:xfrm>
            <a:off x="6850046" y="1638109"/>
            <a:ext cx="390674" cy="385074"/>
            <a:chOff x="1798509" y="2018879"/>
            <a:chExt cx="420940" cy="414906"/>
          </a:xfrm>
        </p:grpSpPr>
        <p:sp>
          <p:nvSpPr>
            <p:cNvPr id="17" name="Google Shape;685;p38">
              <a:extLst>
                <a:ext uri="{FF2B5EF4-FFF2-40B4-BE49-F238E27FC236}">
                  <a16:creationId xmlns:a16="http://schemas.microsoft.com/office/drawing/2014/main" id="{DCF36CC5-F59B-5E24-4F6C-5F2FC8FE91E1}"/>
                </a:ext>
              </a:extLst>
            </p:cNvPr>
            <p:cNvSpPr/>
            <p:nvPr/>
          </p:nvSpPr>
          <p:spPr>
            <a:xfrm>
              <a:off x="1889971" y="2018879"/>
              <a:ext cx="242601" cy="71570"/>
            </a:xfrm>
            <a:custGeom>
              <a:avLst/>
              <a:gdLst/>
              <a:ahLst/>
              <a:cxnLst/>
              <a:rect l="l" t="t" r="r" b="b"/>
              <a:pathLst>
                <a:path w="7037" h="2076" extrusionOk="0">
                  <a:moveTo>
                    <a:pt x="3364" y="0"/>
                  </a:moveTo>
                  <a:cubicBezTo>
                    <a:pt x="2159" y="0"/>
                    <a:pt x="995" y="356"/>
                    <a:pt x="0" y="1029"/>
                  </a:cubicBezTo>
                  <a:lnTo>
                    <a:pt x="401" y="1622"/>
                  </a:lnTo>
                  <a:cubicBezTo>
                    <a:pt x="1278" y="1030"/>
                    <a:pt x="2302" y="717"/>
                    <a:pt x="3364" y="717"/>
                  </a:cubicBezTo>
                  <a:cubicBezTo>
                    <a:pt x="4202" y="717"/>
                    <a:pt x="5012" y="910"/>
                    <a:pt x="5746" y="1280"/>
                  </a:cubicBezTo>
                  <a:lnTo>
                    <a:pt x="5380" y="1388"/>
                  </a:lnTo>
                  <a:lnTo>
                    <a:pt x="5584" y="2076"/>
                  </a:lnTo>
                  <a:lnTo>
                    <a:pt x="7036" y="1645"/>
                  </a:lnTo>
                  <a:lnTo>
                    <a:pt x="6751" y="69"/>
                  </a:lnTo>
                  <a:lnTo>
                    <a:pt x="6046" y="196"/>
                  </a:lnTo>
                  <a:lnTo>
                    <a:pt x="6132" y="673"/>
                  </a:lnTo>
                  <a:cubicBezTo>
                    <a:pt x="5282" y="231"/>
                    <a:pt x="4339" y="0"/>
                    <a:pt x="33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86;p38">
              <a:extLst>
                <a:ext uri="{FF2B5EF4-FFF2-40B4-BE49-F238E27FC236}">
                  <a16:creationId xmlns:a16="http://schemas.microsoft.com/office/drawing/2014/main" id="{A90926D7-5D94-1AD0-69E7-FE324BD4CCD7}"/>
                </a:ext>
              </a:extLst>
            </p:cNvPr>
            <p:cNvSpPr/>
            <p:nvPr/>
          </p:nvSpPr>
          <p:spPr>
            <a:xfrm>
              <a:off x="1864528" y="2355630"/>
              <a:ext cx="276558" cy="78155"/>
            </a:xfrm>
            <a:custGeom>
              <a:avLst/>
              <a:gdLst/>
              <a:ahLst/>
              <a:cxnLst/>
              <a:rect l="l" t="t" r="r" b="b"/>
              <a:pathLst>
                <a:path w="8022" h="2267" extrusionOk="0">
                  <a:moveTo>
                    <a:pt x="1573" y="0"/>
                  </a:moveTo>
                  <a:lnTo>
                    <a:pt x="1" y="283"/>
                  </a:lnTo>
                  <a:lnTo>
                    <a:pt x="265" y="1865"/>
                  </a:lnTo>
                  <a:lnTo>
                    <a:pt x="971" y="1747"/>
                  </a:lnTo>
                  <a:lnTo>
                    <a:pt x="904" y="1346"/>
                  </a:lnTo>
                  <a:lnTo>
                    <a:pt x="904" y="1346"/>
                  </a:lnTo>
                  <a:cubicBezTo>
                    <a:pt x="1856" y="1944"/>
                    <a:pt x="2965" y="2267"/>
                    <a:pt x="4102" y="2267"/>
                  </a:cubicBezTo>
                  <a:cubicBezTo>
                    <a:pt x="5540" y="2267"/>
                    <a:pt x="6932" y="1751"/>
                    <a:pt x="8021" y="816"/>
                  </a:cubicBezTo>
                  <a:lnTo>
                    <a:pt x="7555" y="272"/>
                  </a:lnTo>
                  <a:cubicBezTo>
                    <a:pt x="6595" y="1096"/>
                    <a:pt x="5369" y="1551"/>
                    <a:pt x="4102" y="1551"/>
                  </a:cubicBezTo>
                  <a:cubicBezTo>
                    <a:pt x="3120" y="1551"/>
                    <a:pt x="2164" y="1277"/>
                    <a:pt x="1335" y="771"/>
                  </a:cubicBezTo>
                  <a:lnTo>
                    <a:pt x="1699" y="706"/>
                  </a:lnTo>
                  <a:lnTo>
                    <a:pt x="15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87;p38">
              <a:extLst>
                <a:ext uri="{FF2B5EF4-FFF2-40B4-BE49-F238E27FC236}">
                  <a16:creationId xmlns:a16="http://schemas.microsoft.com/office/drawing/2014/main" id="{6A624329-562F-73D0-91E1-A4C3CCEFC2FB}"/>
                </a:ext>
              </a:extLst>
            </p:cNvPr>
            <p:cNvSpPr/>
            <p:nvPr/>
          </p:nvSpPr>
          <p:spPr>
            <a:xfrm>
              <a:off x="1932375" y="2064386"/>
              <a:ext cx="148518" cy="320169"/>
            </a:xfrm>
            <a:custGeom>
              <a:avLst/>
              <a:gdLst/>
              <a:ahLst/>
              <a:cxnLst/>
              <a:rect l="l" t="t" r="r" b="b"/>
              <a:pathLst>
                <a:path w="4308" h="9287" extrusionOk="0">
                  <a:moveTo>
                    <a:pt x="1608" y="2565"/>
                  </a:moveTo>
                  <a:lnTo>
                    <a:pt x="2021" y="3979"/>
                  </a:lnTo>
                  <a:lnTo>
                    <a:pt x="3276" y="3979"/>
                  </a:lnTo>
                  <a:lnTo>
                    <a:pt x="2483" y="6106"/>
                  </a:lnTo>
                  <a:lnTo>
                    <a:pt x="2362" y="4820"/>
                  </a:lnTo>
                  <a:lnTo>
                    <a:pt x="954" y="4820"/>
                  </a:lnTo>
                  <a:lnTo>
                    <a:pt x="1608" y="2565"/>
                  </a:lnTo>
                  <a:close/>
                  <a:moveTo>
                    <a:pt x="1605" y="0"/>
                  </a:moveTo>
                  <a:lnTo>
                    <a:pt x="0" y="5536"/>
                  </a:lnTo>
                  <a:lnTo>
                    <a:pt x="1709" y="5536"/>
                  </a:lnTo>
                  <a:lnTo>
                    <a:pt x="2060" y="9287"/>
                  </a:lnTo>
                  <a:lnTo>
                    <a:pt x="4307" y="3263"/>
                  </a:lnTo>
                  <a:lnTo>
                    <a:pt x="2558" y="3263"/>
                  </a:lnTo>
                  <a:lnTo>
                    <a:pt x="16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88;p38">
              <a:extLst>
                <a:ext uri="{FF2B5EF4-FFF2-40B4-BE49-F238E27FC236}">
                  <a16:creationId xmlns:a16="http://schemas.microsoft.com/office/drawing/2014/main" id="{425F34B6-4364-B10B-973D-A0AFBEBE9D84}"/>
                </a:ext>
              </a:extLst>
            </p:cNvPr>
            <p:cNvSpPr/>
            <p:nvPr/>
          </p:nvSpPr>
          <p:spPr>
            <a:xfrm>
              <a:off x="2142673" y="2101101"/>
              <a:ext cx="76776" cy="244255"/>
            </a:xfrm>
            <a:custGeom>
              <a:avLst/>
              <a:gdLst/>
              <a:ahLst/>
              <a:cxnLst/>
              <a:rect l="l" t="t" r="r" b="b"/>
              <a:pathLst>
                <a:path w="2227" h="7085" extrusionOk="0">
                  <a:moveTo>
                    <a:pt x="833" y="1"/>
                  </a:moveTo>
                  <a:lnTo>
                    <a:pt x="261" y="433"/>
                  </a:lnTo>
                  <a:cubicBezTo>
                    <a:pt x="964" y="1360"/>
                    <a:pt x="1335" y="2467"/>
                    <a:pt x="1335" y="3632"/>
                  </a:cubicBezTo>
                  <a:cubicBezTo>
                    <a:pt x="1335" y="4394"/>
                    <a:pt x="1175" y="5139"/>
                    <a:pt x="867" y="5820"/>
                  </a:cubicBezTo>
                  <a:lnTo>
                    <a:pt x="654" y="5344"/>
                  </a:lnTo>
                  <a:lnTo>
                    <a:pt x="0" y="5636"/>
                  </a:lnTo>
                  <a:lnTo>
                    <a:pt x="650" y="7084"/>
                  </a:lnTo>
                  <a:lnTo>
                    <a:pt x="2227" y="6494"/>
                  </a:lnTo>
                  <a:lnTo>
                    <a:pt x="1976" y="5823"/>
                  </a:lnTo>
                  <a:lnTo>
                    <a:pt x="1583" y="5970"/>
                  </a:lnTo>
                  <a:cubicBezTo>
                    <a:pt x="1891" y="5237"/>
                    <a:pt x="2051" y="4444"/>
                    <a:pt x="2051" y="3633"/>
                  </a:cubicBezTo>
                  <a:cubicBezTo>
                    <a:pt x="2051" y="2309"/>
                    <a:pt x="1630" y="1053"/>
                    <a:pt x="8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89;p38">
              <a:extLst>
                <a:ext uri="{FF2B5EF4-FFF2-40B4-BE49-F238E27FC236}">
                  <a16:creationId xmlns:a16="http://schemas.microsoft.com/office/drawing/2014/main" id="{7C222BC4-24EF-C1D4-0E2D-930A0BD91E4A}"/>
                </a:ext>
              </a:extLst>
            </p:cNvPr>
            <p:cNvSpPr/>
            <p:nvPr/>
          </p:nvSpPr>
          <p:spPr>
            <a:xfrm>
              <a:off x="1798509" y="2093827"/>
              <a:ext cx="76328" cy="240153"/>
            </a:xfrm>
            <a:custGeom>
              <a:avLst/>
              <a:gdLst/>
              <a:ahLst/>
              <a:cxnLst/>
              <a:rect l="l" t="t" r="r" b="b"/>
              <a:pathLst>
                <a:path w="2214" h="6966" extrusionOk="0">
                  <a:moveTo>
                    <a:pt x="1756" y="0"/>
                  </a:moveTo>
                  <a:lnTo>
                    <a:pt x="156" y="401"/>
                  </a:lnTo>
                  <a:lnTo>
                    <a:pt x="329" y="1095"/>
                  </a:lnTo>
                  <a:lnTo>
                    <a:pt x="713" y="1000"/>
                  </a:lnTo>
                  <a:lnTo>
                    <a:pt x="713" y="1000"/>
                  </a:lnTo>
                  <a:cubicBezTo>
                    <a:pt x="244" y="1868"/>
                    <a:pt x="1" y="2836"/>
                    <a:pt x="1" y="3844"/>
                  </a:cubicBezTo>
                  <a:cubicBezTo>
                    <a:pt x="1" y="4947"/>
                    <a:pt x="302" y="6026"/>
                    <a:pt x="872" y="6965"/>
                  </a:cubicBezTo>
                  <a:lnTo>
                    <a:pt x="1484" y="6592"/>
                  </a:lnTo>
                  <a:cubicBezTo>
                    <a:pt x="982" y="5766"/>
                    <a:pt x="717" y="4816"/>
                    <a:pt x="717" y="3844"/>
                  </a:cubicBezTo>
                  <a:cubicBezTo>
                    <a:pt x="717" y="2916"/>
                    <a:pt x="952" y="2026"/>
                    <a:pt x="1401" y="1235"/>
                  </a:cubicBezTo>
                  <a:lnTo>
                    <a:pt x="1531" y="1642"/>
                  </a:lnTo>
                  <a:lnTo>
                    <a:pt x="2214" y="1422"/>
                  </a:lnTo>
                  <a:lnTo>
                    <a:pt x="17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>
          <a:extLst>
            <a:ext uri="{FF2B5EF4-FFF2-40B4-BE49-F238E27FC236}">
              <a16:creationId xmlns:a16="http://schemas.microsoft.com/office/drawing/2014/main" id="{F3043A04-D1B6-370A-BBCC-B724F5981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1401424-4982-600D-E688-8183DBA60ED7}"/>
              </a:ext>
            </a:extLst>
          </p:cNvPr>
          <p:cNvSpPr/>
          <p:nvPr/>
        </p:nvSpPr>
        <p:spPr>
          <a:xfrm>
            <a:off x="-106218" y="-69273"/>
            <a:ext cx="9291782" cy="539403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50967B-88CD-0A29-F9B9-EB1229997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63" y="0"/>
            <a:ext cx="887067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800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>
          <a:extLst>
            <a:ext uri="{FF2B5EF4-FFF2-40B4-BE49-F238E27FC236}">
              <a16:creationId xmlns:a16="http://schemas.microsoft.com/office/drawing/2014/main" id="{C20D8E99-235D-069A-7097-9510BC536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161E75-7C65-E5D4-1E9D-688C1BF5DC79}"/>
              </a:ext>
            </a:extLst>
          </p:cNvPr>
          <p:cNvSpPr/>
          <p:nvPr/>
        </p:nvSpPr>
        <p:spPr>
          <a:xfrm>
            <a:off x="-106218" y="-69273"/>
            <a:ext cx="9291782" cy="539403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F93F71-2B90-7DFB-A831-4A27883E0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875" y="969083"/>
            <a:ext cx="4139736" cy="33667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991026-B72C-7282-B837-8B8A0CC53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89" y="1100093"/>
            <a:ext cx="4496024" cy="310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567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err="1"/>
              <a:t>Inferência</a:t>
            </a:r>
            <a:r>
              <a:rPr lang="en-GB"/>
              <a:t> </a:t>
            </a:r>
            <a:r>
              <a:rPr lang="en-GB" err="1"/>
              <a:t>estatistica</a:t>
            </a:r>
            <a:endParaRPr lang="en-GB"/>
          </a:p>
        </p:txBody>
      </p:sp>
      <p:sp>
        <p:nvSpPr>
          <p:cNvPr id="649" name="Google Shape;649;p37"/>
          <p:cNvSpPr txBox="1">
            <a:spLocks noGrp="1"/>
          </p:cNvSpPr>
          <p:nvPr>
            <p:ph type="subTitle" idx="4"/>
          </p:nvPr>
        </p:nvSpPr>
        <p:spPr>
          <a:xfrm>
            <a:off x="169682" y="2602291"/>
            <a:ext cx="2943243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/>
              <a:t>"</a:t>
            </a:r>
            <a:r>
              <a:rPr lang="en-GB" err="1"/>
              <a:t>Modernizados</a:t>
            </a:r>
            <a:r>
              <a:rPr lang="en-GB"/>
              <a:t>" vs. "</a:t>
            </a:r>
            <a:r>
              <a:rPr lang="en-GB" err="1"/>
              <a:t>Ineficientes</a:t>
            </a:r>
            <a:r>
              <a:rPr lang="en-GB"/>
              <a:t>"</a:t>
            </a:r>
          </a:p>
        </p:txBody>
      </p:sp>
      <p:sp>
        <p:nvSpPr>
          <p:cNvPr id="650" name="Google Shape;650;p37"/>
          <p:cNvSpPr txBox="1">
            <a:spLocks noGrp="1"/>
          </p:cNvSpPr>
          <p:nvPr>
            <p:ph type="subTitle" idx="5"/>
          </p:nvPr>
        </p:nvSpPr>
        <p:spPr>
          <a:xfrm>
            <a:off x="3484350" y="2615003"/>
            <a:ext cx="2175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Nível médio de ocupação</a:t>
            </a:r>
            <a:endParaRPr/>
          </a:p>
        </p:txBody>
      </p:sp>
      <p:sp>
        <p:nvSpPr>
          <p:cNvPr id="651" name="Google Shape;651;p37"/>
          <p:cNvSpPr txBox="1">
            <a:spLocks noGrp="1"/>
          </p:cNvSpPr>
          <p:nvPr>
            <p:ph type="subTitle" idx="1"/>
          </p:nvPr>
        </p:nvSpPr>
        <p:spPr>
          <a:xfrm>
            <a:off x="293075" y="3059491"/>
            <a:ext cx="2629234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/>
              <a:t>A análise estatística (Teste t de Welch) demonstrou que não existe uma diferença significativa na ocupação da rede entre concelhos com tecnologia LED e concelhos ineficientes (p=0,607). </a:t>
            </a:r>
          </a:p>
        </p:txBody>
      </p:sp>
      <p:sp>
        <p:nvSpPr>
          <p:cNvPr id="652" name="Google Shape;652;p37"/>
          <p:cNvSpPr txBox="1">
            <a:spLocks noGrp="1"/>
          </p:cNvSpPr>
          <p:nvPr>
            <p:ph type="subTitle" idx="2"/>
          </p:nvPr>
        </p:nvSpPr>
        <p:spPr>
          <a:xfrm>
            <a:off x="3484350" y="3063269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/>
              <a:t>Os testes de hipótese confirmam que a ocupação média da rede nacional é significativamente inferior ao patamar crítico de 60% (p&lt;0,001). </a:t>
            </a:r>
          </a:p>
        </p:txBody>
      </p:sp>
      <p:sp>
        <p:nvSpPr>
          <p:cNvPr id="653" name="Google Shape;653;p37"/>
          <p:cNvSpPr txBox="1">
            <a:spLocks noGrp="1"/>
          </p:cNvSpPr>
          <p:nvPr>
            <p:ph type="subTitle" idx="3"/>
          </p:nvPr>
        </p:nvSpPr>
        <p:spPr>
          <a:xfrm>
            <a:off x="6031075" y="3074124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/>
              <a:t>A ANOVA revelou uma assimetria geográfica profunda: o Interior e o Alentejo apresentam níveis de ocupação drasticamente inferiores ao Litoral (p&lt;0,001).</a:t>
            </a:r>
          </a:p>
        </p:txBody>
      </p:sp>
      <p:sp>
        <p:nvSpPr>
          <p:cNvPr id="654" name="Google Shape;654;p37"/>
          <p:cNvSpPr txBox="1">
            <a:spLocks noGrp="1"/>
          </p:cNvSpPr>
          <p:nvPr>
            <p:ph type="subTitle" idx="6"/>
          </p:nvPr>
        </p:nvSpPr>
        <p:spPr>
          <a:xfrm>
            <a:off x="6031075" y="2612791"/>
            <a:ext cx="2175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Diferenças regionais</a:t>
            </a:r>
            <a:endParaRPr/>
          </a:p>
        </p:txBody>
      </p:sp>
      <p:sp>
        <p:nvSpPr>
          <p:cNvPr id="655" name="Google Shape;655;p37"/>
          <p:cNvSpPr/>
          <p:nvPr/>
        </p:nvSpPr>
        <p:spPr>
          <a:xfrm>
            <a:off x="937625" y="1383150"/>
            <a:ext cx="886200" cy="8862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37"/>
          <p:cNvSpPr/>
          <p:nvPr/>
        </p:nvSpPr>
        <p:spPr>
          <a:xfrm>
            <a:off x="3484350" y="1383150"/>
            <a:ext cx="886200" cy="8862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37"/>
          <p:cNvSpPr/>
          <p:nvPr/>
        </p:nvSpPr>
        <p:spPr>
          <a:xfrm>
            <a:off x="6031075" y="1383150"/>
            <a:ext cx="886200" cy="8862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37"/>
          <p:cNvSpPr/>
          <p:nvPr/>
        </p:nvSpPr>
        <p:spPr>
          <a:xfrm>
            <a:off x="1168311" y="1615836"/>
            <a:ext cx="424835" cy="420836"/>
          </a:xfrm>
          <a:custGeom>
            <a:avLst/>
            <a:gdLst/>
            <a:ahLst/>
            <a:cxnLst/>
            <a:rect l="l" t="t" r="r" b="b"/>
            <a:pathLst>
              <a:path w="12323" h="12207" extrusionOk="0">
                <a:moveTo>
                  <a:pt x="8347" y="718"/>
                </a:moveTo>
                <a:cubicBezTo>
                  <a:pt x="9174" y="718"/>
                  <a:pt x="10002" y="1028"/>
                  <a:pt x="10632" y="1649"/>
                </a:cubicBezTo>
                <a:cubicBezTo>
                  <a:pt x="11255" y="2264"/>
                  <a:pt x="11600" y="3083"/>
                  <a:pt x="11603" y="3957"/>
                </a:cubicBezTo>
                <a:cubicBezTo>
                  <a:pt x="11605" y="4831"/>
                  <a:pt x="11267" y="5653"/>
                  <a:pt x="10649" y="6271"/>
                </a:cubicBezTo>
                <a:cubicBezTo>
                  <a:pt x="10148" y="6771"/>
                  <a:pt x="9515" y="7090"/>
                  <a:pt x="8817" y="7190"/>
                </a:cubicBezTo>
                <a:cubicBezTo>
                  <a:pt x="7800" y="7338"/>
                  <a:pt x="6883" y="7796"/>
                  <a:pt x="6166" y="8512"/>
                </a:cubicBezTo>
                <a:lnTo>
                  <a:pt x="5594" y="9085"/>
                </a:lnTo>
                <a:lnTo>
                  <a:pt x="4665" y="8156"/>
                </a:lnTo>
                <a:lnTo>
                  <a:pt x="6462" y="6359"/>
                </a:lnTo>
                <a:lnTo>
                  <a:pt x="7066" y="6962"/>
                </a:lnTo>
                <a:lnTo>
                  <a:pt x="8316" y="5712"/>
                </a:lnTo>
                <a:lnTo>
                  <a:pt x="7810" y="5205"/>
                </a:lnTo>
                <a:lnTo>
                  <a:pt x="7066" y="5950"/>
                </a:lnTo>
                <a:lnTo>
                  <a:pt x="6364" y="5250"/>
                </a:lnTo>
                <a:lnTo>
                  <a:pt x="7109" y="4505"/>
                </a:lnTo>
                <a:lnTo>
                  <a:pt x="6603" y="3999"/>
                </a:lnTo>
                <a:lnTo>
                  <a:pt x="5352" y="5250"/>
                </a:lnTo>
                <a:lnTo>
                  <a:pt x="5956" y="5853"/>
                </a:lnTo>
                <a:lnTo>
                  <a:pt x="4159" y="7650"/>
                </a:lnTo>
                <a:lnTo>
                  <a:pt x="3230" y="6721"/>
                </a:lnTo>
                <a:lnTo>
                  <a:pt x="3816" y="6135"/>
                </a:lnTo>
                <a:cubicBezTo>
                  <a:pt x="4523" y="5428"/>
                  <a:pt x="4975" y="4515"/>
                  <a:pt x="5125" y="3495"/>
                </a:cubicBezTo>
                <a:cubicBezTo>
                  <a:pt x="5228" y="2788"/>
                  <a:pt x="5553" y="2149"/>
                  <a:pt x="6064" y="1646"/>
                </a:cubicBezTo>
                <a:cubicBezTo>
                  <a:pt x="6694" y="1027"/>
                  <a:pt x="7520" y="718"/>
                  <a:pt x="8347" y="718"/>
                </a:cubicBezTo>
                <a:close/>
                <a:moveTo>
                  <a:pt x="2006" y="6679"/>
                </a:moveTo>
                <a:cubicBezTo>
                  <a:pt x="2111" y="6679"/>
                  <a:pt x="2214" y="6718"/>
                  <a:pt x="2293" y="6797"/>
                </a:cubicBezTo>
                <a:lnTo>
                  <a:pt x="5518" y="10021"/>
                </a:lnTo>
                <a:cubicBezTo>
                  <a:pt x="5676" y="10180"/>
                  <a:pt x="5676" y="10438"/>
                  <a:pt x="5518" y="10596"/>
                </a:cubicBezTo>
                <a:cubicBezTo>
                  <a:pt x="5441" y="10673"/>
                  <a:pt x="5338" y="10717"/>
                  <a:pt x="5230" y="10717"/>
                </a:cubicBezTo>
                <a:cubicBezTo>
                  <a:pt x="5121" y="10717"/>
                  <a:pt x="5018" y="10673"/>
                  <a:pt x="4941" y="10596"/>
                </a:cubicBezTo>
                <a:lnTo>
                  <a:pt x="4634" y="10289"/>
                </a:lnTo>
                <a:lnTo>
                  <a:pt x="1718" y="7373"/>
                </a:lnTo>
                <a:cubicBezTo>
                  <a:pt x="1560" y="7215"/>
                  <a:pt x="1560" y="6956"/>
                  <a:pt x="1718" y="6798"/>
                </a:cubicBezTo>
                <a:cubicBezTo>
                  <a:pt x="1797" y="6718"/>
                  <a:pt x="1902" y="6679"/>
                  <a:pt x="2006" y="6679"/>
                </a:cubicBezTo>
                <a:close/>
                <a:moveTo>
                  <a:pt x="1232" y="8069"/>
                </a:moveTo>
                <a:cubicBezTo>
                  <a:pt x="1336" y="8069"/>
                  <a:pt x="1441" y="8108"/>
                  <a:pt x="1520" y="8188"/>
                </a:cubicBezTo>
                <a:lnTo>
                  <a:pt x="4127" y="10795"/>
                </a:lnTo>
                <a:cubicBezTo>
                  <a:pt x="4286" y="10954"/>
                  <a:pt x="4286" y="11212"/>
                  <a:pt x="4127" y="11371"/>
                </a:cubicBezTo>
                <a:cubicBezTo>
                  <a:pt x="4050" y="11448"/>
                  <a:pt x="3949" y="11490"/>
                  <a:pt x="3840" y="11490"/>
                </a:cubicBezTo>
                <a:cubicBezTo>
                  <a:pt x="3731" y="11490"/>
                  <a:pt x="3628" y="11448"/>
                  <a:pt x="3551" y="11371"/>
                </a:cubicBezTo>
                <a:lnTo>
                  <a:pt x="944" y="8763"/>
                </a:lnTo>
                <a:cubicBezTo>
                  <a:pt x="785" y="8605"/>
                  <a:pt x="785" y="8346"/>
                  <a:pt x="944" y="8188"/>
                </a:cubicBezTo>
                <a:cubicBezTo>
                  <a:pt x="1023" y="8108"/>
                  <a:pt x="1127" y="8069"/>
                  <a:pt x="1232" y="8069"/>
                </a:cubicBezTo>
                <a:close/>
                <a:moveTo>
                  <a:pt x="8346" y="0"/>
                </a:moveTo>
                <a:cubicBezTo>
                  <a:pt x="7295" y="0"/>
                  <a:pt x="6307" y="404"/>
                  <a:pt x="5562" y="1136"/>
                </a:cubicBezTo>
                <a:cubicBezTo>
                  <a:pt x="4938" y="1749"/>
                  <a:pt x="4543" y="2529"/>
                  <a:pt x="4416" y="3391"/>
                </a:cubicBezTo>
                <a:cubicBezTo>
                  <a:pt x="4290" y="4258"/>
                  <a:pt x="3907" y="5033"/>
                  <a:pt x="3310" y="5630"/>
                </a:cubicBezTo>
                <a:lnTo>
                  <a:pt x="2721" y="6218"/>
                </a:lnTo>
                <a:cubicBezTo>
                  <a:pt x="2514" y="6048"/>
                  <a:pt x="2261" y="5963"/>
                  <a:pt x="2007" y="5963"/>
                </a:cubicBezTo>
                <a:cubicBezTo>
                  <a:pt x="1719" y="5963"/>
                  <a:pt x="1432" y="6072"/>
                  <a:pt x="1213" y="6291"/>
                </a:cubicBezTo>
                <a:cubicBezTo>
                  <a:pt x="914" y="6589"/>
                  <a:pt x="819" y="7016"/>
                  <a:pt x="927" y="7395"/>
                </a:cubicBezTo>
                <a:cubicBezTo>
                  <a:pt x="748" y="7445"/>
                  <a:pt x="579" y="7541"/>
                  <a:pt x="438" y="7682"/>
                </a:cubicBezTo>
                <a:cubicBezTo>
                  <a:pt x="0" y="8119"/>
                  <a:pt x="0" y="8832"/>
                  <a:pt x="438" y="9270"/>
                </a:cubicBezTo>
                <a:lnTo>
                  <a:pt x="3046" y="11878"/>
                </a:lnTo>
                <a:cubicBezTo>
                  <a:pt x="3257" y="12089"/>
                  <a:pt x="3540" y="12206"/>
                  <a:pt x="3840" y="12206"/>
                </a:cubicBezTo>
                <a:cubicBezTo>
                  <a:pt x="4140" y="12206"/>
                  <a:pt x="4421" y="12089"/>
                  <a:pt x="4634" y="11878"/>
                </a:cubicBezTo>
                <a:cubicBezTo>
                  <a:pt x="4774" y="11737"/>
                  <a:pt x="4869" y="11567"/>
                  <a:pt x="4920" y="11388"/>
                </a:cubicBezTo>
                <a:cubicBezTo>
                  <a:pt x="5021" y="11416"/>
                  <a:pt x="5125" y="11432"/>
                  <a:pt x="5230" y="11432"/>
                </a:cubicBezTo>
                <a:cubicBezTo>
                  <a:pt x="5517" y="11432"/>
                  <a:pt x="5804" y="11322"/>
                  <a:pt x="6024" y="11103"/>
                </a:cubicBezTo>
                <a:cubicBezTo>
                  <a:pt x="6436" y="10691"/>
                  <a:pt x="6460" y="10035"/>
                  <a:pt x="6096" y="9595"/>
                </a:cubicBezTo>
                <a:lnTo>
                  <a:pt x="6672" y="9018"/>
                </a:lnTo>
                <a:cubicBezTo>
                  <a:pt x="7280" y="8412"/>
                  <a:pt x="8056" y="8025"/>
                  <a:pt x="8921" y="7899"/>
                </a:cubicBezTo>
                <a:cubicBezTo>
                  <a:pt x="9772" y="7776"/>
                  <a:pt x="10545" y="7388"/>
                  <a:pt x="11155" y="6777"/>
                </a:cubicBezTo>
                <a:cubicBezTo>
                  <a:pt x="11909" y="6023"/>
                  <a:pt x="12322" y="5020"/>
                  <a:pt x="12318" y="3955"/>
                </a:cubicBezTo>
                <a:cubicBezTo>
                  <a:pt x="12315" y="2888"/>
                  <a:pt x="11894" y="1889"/>
                  <a:pt x="11135" y="1140"/>
                </a:cubicBezTo>
                <a:cubicBezTo>
                  <a:pt x="10391" y="406"/>
                  <a:pt x="9401" y="1"/>
                  <a:pt x="83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37"/>
          <p:cNvSpPr/>
          <p:nvPr/>
        </p:nvSpPr>
        <p:spPr>
          <a:xfrm>
            <a:off x="3716963" y="1615780"/>
            <a:ext cx="420974" cy="420940"/>
          </a:xfrm>
          <a:custGeom>
            <a:avLst/>
            <a:gdLst/>
            <a:ahLst/>
            <a:cxnLst/>
            <a:rect l="l" t="t" r="r" b="b"/>
            <a:pathLst>
              <a:path w="12211" h="12210" extrusionOk="0">
                <a:moveTo>
                  <a:pt x="10957" y="890"/>
                </a:moveTo>
                <a:lnTo>
                  <a:pt x="11320" y="1254"/>
                </a:lnTo>
                <a:lnTo>
                  <a:pt x="11053" y="1734"/>
                </a:lnTo>
                <a:lnTo>
                  <a:pt x="10751" y="2036"/>
                </a:lnTo>
                <a:lnTo>
                  <a:pt x="10175" y="1459"/>
                </a:lnTo>
                <a:lnTo>
                  <a:pt x="10477" y="1157"/>
                </a:lnTo>
                <a:lnTo>
                  <a:pt x="10957" y="890"/>
                </a:lnTo>
                <a:close/>
                <a:moveTo>
                  <a:pt x="4853" y="5601"/>
                </a:moveTo>
                <a:lnTo>
                  <a:pt x="6610" y="7358"/>
                </a:lnTo>
                <a:lnTo>
                  <a:pt x="6177" y="7791"/>
                </a:lnTo>
                <a:cubicBezTo>
                  <a:pt x="6039" y="7727"/>
                  <a:pt x="5888" y="7692"/>
                  <a:pt x="5731" y="7692"/>
                </a:cubicBezTo>
                <a:cubicBezTo>
                  <a:pt x="5451" y="7692"/>
                  <a:pt x="5187" y="7802"/>
                  <a:pt x="4987" y="8000"/>
                </a:cubicBezTo>
                <a:cubicBezTo>
                  <a:pt x="4667" y="8322"/>
                  <a:pt x="4597" y="8801"/>
                  <a:pt x="4779" y="9190"/>
                </a:cubicBezTo>
                <a:lnTo>
                  <a:pt x="2772" y="11196"/>
                </a:lnTo>
                <a:lnTo>
                  <a:pt x="2147" y="10571"/>
                </a:lnTo>
                <a:lnTo>
                  <a:pt x="4133" y="8585"/>
                </a:lnTo>
                <a:lnTo>
                  <a:pt x="3626" y="8077"/>
                </a:lnTo>
                <a:lnTo>
                  <a:pt x="1640" y="10064"/>
                </a:lnTo>
                <a:lnTo>
                  <a:pt x="1015" y="9439"/>
                </a:lnTo>
                <a:lnTo>
                  <a:pt x="3021" y="7432"/>
                </a:lnTo>
                <a:cubicBezTo>
                  <a:pt x="3158" y="7497"/>
                  <a:pt x="3310" y="7532"/>
                  <a:pt x="3467" y="7532"/>
                </a:cubicBezTo>
                <a:cubicBezTo>
                  <a:pt x="3748" y="7532"/>
                  <a:pt x="4012" y="7422"/>
                  <a:pt x="4210" y="7224"/>
                </a:cubicBezTo>
                <a:cubicBezTo>
                  <a:pt x="4409" y="7024"/>
                  <a:pt x="4519" y="6760"/>
                  <a:pt x="4519" y="6480"/>
                </a:cubicBezTo>
                <a:cubicBezTo>
                  <a:pt x="4519" y="6323"/>
                  <a:pt x="4485" y="6171"/>
                  <a:pt x="4420" y="6034"/>
                </a:cubicBezTo>
                <a:lnTo>
                  <a:pt x="4853" y="5601"/>
                </a:lnTo>
                <a:close/>
                <a:moveTo>
                  <a:pt x="11082" y="1"/>
                </a:moveTo>
                <a:lnTo>
                  <a:pt x="10041" y="579"/>
                </a:lnTo>
                <a:lnTo>
                  <a:pt x="9161" y="1459"/>
                </a:lnTo>
                <a:lnTo>
                  <a:pt x="9702" y="2001"/>
                </a:lnTo>
                <a:lnTo>
                  <a:pt x="5985" y="5719"/>
                </a:lnTo>
                <a:lnTo>
                  <a:pt x="4853" y="4587"/>
                </a:lnTo>
                <a:lnTo>
                  <a:pt x="3450" y="5990"/>
                </a:lnTo>
                <a:lnTo>
                  <a:pt x="3704" y="6243"/>
                </a:lnTo>
                <a:cubicBezTo>
                  <a:pt x="3767" y="6306"/>
                  <a:pt x="3802" y="6390"/>
                  <a:pt x="3802" y="6480"/>
                </a:cubicBezTo>
                <a:cubicBezTo>
                  <a:pt x="3802" y="6569"/>
                  <a:pt x="3767" y="6653"/>
                  <a:pt x="3704" y="6716"/>
                </a:cubicBezTo>
                <a:cubicBezTo>
                  <a:pt x="3640" y="6780"/>
                  <a:pt x="3556" y="6815"/>
                  <a:pt x="3467" y="6815"/>
                </a:cubicBezTo>
                <a:cubicBezTo>
                  <a:pt x="3377" y="6815"/>
                  <a:pt x="3294" y="6780"/>
                  <a:pt x="3230" y="6716"/>
                </a:cubicBezTo>
                <a:lnTo>
                  <a:pt x="2976" y="6462"/>
                </a:lnTo>
                <a:lnTo>
                  <a:pt x="1" y="9439"/>
                </a:lnTo>
                <a:lnTo>
                  <a:pt x="2772" y="12210"/>
                </a:lnTo>
                <a:lnTo>
                  <a:pt x="5749" y="9234"/>
                </a:lnTo>
                <a:lnTo>
                  <a:pt x="5495" y="8980"/>
                </a:lnTo>
                <a:cubicBezTo>
                  <a:pt x="5431" y="8918"/>
                  <a:pt x="5397" y="8834"/>
                  <a:pt x="5397" y="8744"/>
                </a:cubicBezTo>
                <a:cubicBezTo>
                  <a:pt x="5397" y="8655"/>
                  <a:pt x="5431" y="8571"/>
                  <a:pt x="5495" y="8508"/>
                </a:cubicBezTo>
                <a:cubicBezTo>
                  <a:pt x="5557" y="8444"/>
                  <a:pt x="5642" y="8409"/>
                  <a:pt x="5731" y="8409"/>
                </a:cubicBezTo>
                <a:cubicBezTo>
                  <a:pt x="5820" y="8409"/>
                  <a:pt x="5905" y="8444"/>
                  <a:pt x="5967" y="8508"/>
                </a:cubicBezTo>
                <a:lnTo>
                  <a:pt x="6221" y="8761"/>
                </a:lnTo>
                <a:lnTo>
                  <a:pt x="7624" y="7358"/>
                </a:lnTo>
                <a:lnTo>
                  <a:pt x="6491" y="6226"/>
                </a:lnTo>
                <a:lnTo>
                  <a:pt x="10210" y="2509"/>
                </a:lnTo>
                <a:lnTo>
                  <a:pt x="10751" y="3050"/>
                </a:lnTo>
                <a:lnTo>
                  <a:pt x="11632" y="2169"/>
                </a:lnTo>
                <a:lnTo>
                  <a:pt x="12210" y="1130"/>
                </a:lnTo>
                <a:lnTo>
                  <a:pt x="110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37"/>
          <p:cNvSpPr/>
          <p:nvPr/>
        </p:nvSpPr>
        <p:spPr>
          <a:xfrm>
            <a:off x="6257292" y="1615884"/>
            <a:ext cx="433764" cy="420733"/>
          </a:xfrm>
          <a:custGeom>
            <a:avLst/>
            <a:gdLst/>
            <a:ahLst/>
            <a:cxnLst/>
            <a:rect l="l" t="t" r="r" b="b"/>
            <a:pathLst>
              <a:path w="12582" h="12204" extrusionOk="0">
                <a:moveTo>
                  <a:pt x="11561" y="1850"/>
                </a:moveTo>
                <a:lnTo>
                  <a:pt x="11561" y="1850"/>
                </a:lnTo>
                <a:cubicBezTo>
                  <a:pt x="11693" y="2324"/>
                  <a:pt x="11515" y="2850"/>
                  <a:pt x="11086" y="3137"/>
                </a:cubicBezTo>
                <a:lnTo>
                  <a:pt x="10624" y="3398"/>
                </a:lnTo>
                <a:cubicBezTo>
                  <a:pt x="10574" y="3139"/>
                  <a:pt x="10455" y="2890"/>
                  <a:pt x="10267" y="2681"/>
                </a:cubicBezTo>
                <a:lnTo>
                  <a:pt x="11561" y="1850"/>
                </a:lnTo>
                <a:close/>
                <a:moveTo>
                  <a:pt x="10155" y="717"/>
                </a:moveTo>
                <a:cubicBezTo>
                  <a:pt x="10260" y="717"/>
                  <a:pt x="10367" y="731"/>
                  <a:pt x="10470" y="760"/>
                </a:cubicBezTo>
                <a:lnTo>
                  <a:pt x="9243" y="2669"/>
                </a:lnTo>
                <a:lnTo>
                  <a:pt x="9709" y="3134"/>
                </a:lnTo>
                <a:cubicBezTo>
                  <a:pt x="10005" y="3431"/>
                  <a:pt x="10008" y="3911"/>
                  <a:pt x="9718" y="4211"/>
                </a:cubicBezTo>
                <a:lnTo>
                  <a:pt x="8108" y="2601"/>
                </a:lnTo>
                <a:lnTo>
                  <a:pt x="8942" y="1768"/>
                </a:lnTo>
                <a:lnTo>
                  <a:pt x="9190" y="1222"/>
                </a:lnTo>
                <a:cubicBezTo>
                  <a:pt x="9416" y="894"/>
                  <a:pt x="9782" y="717"/>
                  <a:pt x="10155" y="717"/>
                </a:cubicBezTo>
                <a:close/>
                <a:moveTo>
                  <a:pt x="7602" y="3108"/>
                </a:moveTo>
                <a:lnTo>
                  <a:pt x="9212" y="4718"/>
                </a:lnTo>
                <a:lnTo>
                  <a:pt x="8705" y="5224"/>
                </a:lnTo>
                <a:lnTo>
                  <a:pt x="7095" y="3614"/>
                </a:lnTo>
                <a:lnTo>
                  <a:pt x="7602" y="3108"/>
                </a:lnTo>
                <a:close/>
                <a:moveTo>
                  <a:pt x="6461" y="3993"/>
                </a:moveTo>
                <a:lnTo>
                  <a:pt x="7010" y="4542"/>
                </a:lnTo>
                <a:cubicBezTo>
                  <a:pt x="6254" y="4683"/>
                  <a:pt x="5523" y="4926"/>
                  <a:pt x="4833" y="5269"/>
                </a:cubicBezTo>
                <a:cubicBezTo>
                  <a:pt x="4029" y="5669"/>
                  <a:pt x="3301" y="6193"/>
                  <a:pt x="2667" y="6828"/>
                </a:cubicBezTo>
                <a:lnTo>
                  <a:pt x="1526" y="7968"/>
                </a:lnTo>
                <a:cubicBezTo>
                  <a:pt x="1446" y="8048"/>
                  <a:pt x="1341" y="8088"/>
                  <a:pt x="1236" y="8088"/>
                </a:cubicBezTo>
                <a:cubicBezTo>
                  <a:pt x="1131" y="8088"/>
                  <a:pt x="1026" y="8048"/>
                  <a:pt x="946" y="7968"/>
                </a:cubicBezTo>
                <a:cubicBezTo>
                  <a:pt x="787" y="7808"/>
                  <a:pt x="787" y="7547"/>
                  <a:pt x="946" y="7388"/>
                </a:cubicBezTo>
                <a:lnTo>
                  <a:pt x="2206" y="6128"/>
                </a:lnTo>
                <a:cubicBezTo>
                  <a:pt x="3352" y="4982"/>
                  <a:pt x="4858" y="4228"/>
                  <a:pt x="6461" y="3993"/>
                </a:cubicBezTo>
                <a:close/>
                <a:moveTo>
                  <a:pt x="7771" y="5303"/>
                </a:moveTo>
                <a:lnTo>
                  <a:pt x="8321" y="5853"/>
                </a:lnTo>
                <a:cubicBezTo>
                  <a:pt x="8087" y="7456"/>
                  <a:pt x="7333" y="8961"/>
                  <a:pt x="6186" y="10108"/>
                </a:cubicBezTo>
                <a:lnTo>
                  <a:pt x="4926" y="11367"/>
                </a:lnTo>
                <a:cubicBezTo>
                  <a:pt x="4849" y="11446"/>
                  <a:pt x="4745" y="11488"/>
                  <a:pt x="4637" y="11488"/>
                </a:cubicBezTo>
                <a:cubicBezTo>
                  <a:pt x="4527" y="11488"/>
                  <a:pt x="4424" y="11446"/>
                  <a:pt x="4346" y="11367"/>
                </a:cubicBezTo>
                <a:cubicBezTo>
                  <a:pt x="4269" y="11290"/>
                  <a:pt x="4227" y="11188"/>
                  <a:pt x="4227" y="11078"/>
                </a:cubicBezTo>
                <a:cubicBezTo>
                  <a:pt x="4227" y="10968"/>
                  <a:pt x="4269" y="10865"/>
                  <a:pt x="4346" y="10788"/>
                </a:cubicBezTo>
                <a:lnTo>
                  <a:pt x="5486" y="9647"/>
                </a:lnTo>
                <a:cubicBezTo>
                  <a:pt x="6120" y="9014"/>
                  <a:pt x="6645" y="8284"/>
                  <a:pt x="7045" y="7481"/>
                </a:cubicBezTo>
                <a:cubicBezTo>
                  <a:pt x="7388" y="6790"/>
                  <a:pt x="7632" y="6060"/>
                  <a:pt x="7771" y="5303"/>
                </a:cubicBezTo>
                <a:close/>
                <a:moveTo>
                  <a:pt x="10156" y="1"/>
                </a:moveTo>
                <a:cubicBezTo>
                  <a:pt x="9542" y="1"/>
                  <a:pt x="8939" y="300"/>
                  <a:pt x="8577" y="850"/>
                </a:cubicBezTo>
                <a:lnTo>
                  <a:pt x="8561" y="873"/>
                </a:lnTo>
                <a:lnTo>
                  <a:pt x="8344" y="1354"/>
                </a:lnTo>
                <a:lnTo>
                  <a:pt x="6421" y="3275"/>
                </a:lnTo>
                <a:cubicBezTo>
                  <a:pt x="4643" y="3521"/>
                  <a:pt x="2970" y="4351"/>
                  <a:pt x="1699" y="5622"/>
                </a:cubicBezTo>
                <a:lnTo>
                  <a:pt x="440" y="6882"/>
                </a:lnTo>
                <a:cubicBezTo>
                  <a:pt x="1" y="7320"/>
                  <a:pt x="1" y="8035"/>
                  <a:pt x="440" y="8474"/>
                </a:cubicBezTo>
                <a:cubicBezTo>
                  <a:pt x="659" y="8694"/>
                  <a:pt x="948" y="8804"/>
                  <a:pt x="1237" y="8804"/>
                </a:cubicBezTo>
                <a:cubicBezTo>
                  <a:pt x="1525" y="8804"/>
                  <a:pt x="1813" y="8694"/>
                  <a:pt x="2033" y="8474"/>
                </a:cubicBezTo>
                <a:lnTo>
                  <a:pt x="3173" y="7334"/>
                </a:lnTo>
                <a:cubicBezTo>
                  <a:pt x="4227" y="6280"/>
                  <a:pt x="5590" y="5555"/>
                  <a:pt x="7050" y="5264"/>
                </a:cubicBezTo>
                <a:lnTo>
                  <a:pt x="7050" y="5264"/>
                </a:lnTo>
                <a:cubicBezTo>
                  <a:pt x="6759" y="6723"/>
                  <a:pt x="6034" y="8087"/>
                  <a:pt x="4980" y="9141"/>
                </a:cubicBezTo>
                <a:lnTo>
                  <a:pt x="3840" y="10280"/>
                </a:lnTo>
                <a:cubicBezTo>
                  <a:pt x="3627" y="10493"/>
                  <a:pt x="3509" y="10777"/>
                  <a:pt x="3509" y="11078"/>
                </a:cubicBezTo>
                <a:cubicBezTo>
                  <a:pt x="3509" y="11379"/>
                  <a:pt x="3627" y="11661"/>
                  <a:pt x="3840" y="11874"/>
                </a:cubicBezTo>
                <a:cubicBezTo>
                  <a:pt x="4053" y="12087"/>
                  <a:pt x="4335" y="12204"/>
                  <a:pt x="4637" y="12204"/>
                </a:cubicBezTo>
                <a:cubicBezTo>
                  <a:pt x="4938" y="12204"/>
                  <a:pt x="5220" y="12087"/>
                  <a:pt x="5433" y="11874"/>
                </a:cubicBezTo>
                <a:lnTo>
                  <a:pt x="6692" y="10614"/>
                </a:lnTo>
                <a:cubicBezTo>
                  <a:pt x="7959" y="9347"/>
                  <a:pt x="8788" y="7680"/>
                  <a:pt x="9037" y="5905"/>
                </a:cubicBezTo>
                <a:lnTo>
                  <a:pt x="10212" y="4731"/>
                </a:lnTo>
                <a:lnTo>
                  <a:pt x="10216" y="4727"/>
                </a:lnTo>
                <a:lnTo>
                  <a:pt x="10225" y="4718"/>
                </a:lnTo>
                <a:cubicBezTo>
                  <a:pt x="10354" y="4586"/>
                  <a:pt x="10454" y="4436"/>
                  <a:pt x="10524" y="4277"/>
                </a:cubicBezTo>
                <a:lnTo>
                  <a:pt x="11449" y="3756"/>
                </a:lnTo>
                <a:lnTo>
                  <a:pt x="11470" y="3743"/>
                </a:lnTo>
                <a:cubicBezTo>
                  <a:pt x="12339" y="3171"/>
                  <a:pt x="12582" y="2000"/>
                  <a:pt x="12011" y="1131"/>
                </a:cubicBezTo>
                <a:lnTo>
                  <a:pt x="11815" y="834"/>
                </a:lnTo>
                <a:lnTo>
                  <a:pt x="10893" y="1427"/>
                </a:lnTo>
                <a:lnTo>
                  <a:pt x="10893" y="1427"/>
                </a:lnTo>
                <a:lnTo>
                  <a:pt x="11486" y="504"/>
                </a:lnTo>
                <a:lnTo>
                  <a:pt x="11190" y="310"/>
                </a:lnTo>
                <a:cubicBezTo>
                  <a:pt x="10871" y="101"/>
                  <a:pt x="10512" y="1"/>
                  <a:pt x="1015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>
          <a:extLst>
            <a:ext uri="{FF2B5EF4-FFF2-40B4-BE49-F238E27FC236}">
              <a16:creationId xmlns:a16="http://schemas.microsoft.com/office/drawing/2014/main" id="{D0145375-8EFB-6824-1FD6-519A9BAA5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9" name="Google Shape;749;p40">
            <a:extLst>
              <a:ext uri="{FF2B5EF4-FFF2-40B4-BE49-F238E27FC236}">
                <a16:creationId xmlns:a16="http://schemas.microsoft.com/office/drawing/2014/main" id="{A2616936-6280-E3B9-18AD-1AE611F27746}"/>
              </a:ext>
            </a:extLst>
          </p:cNvPr>
          <p:cNvGrpSpPr/>
          <p:nvPr/>
        </p:nvGrpSpPr>
        <p:grpSpPr>
          <a:xfrm>
            <a:off x="123998" y="1604199"/>
            <a:ext cx="3095380" cy="3539601"/>
            <a:chOff x="123998" y="1604199"/>
            <a:chExt cx="3095380" cy="3539601"/>
          </a:xfrm>
        </p:grpSpPr>
        <p:grpSp>
          <p:nvGrpSpPr>
            <p:cNvPr id="750" name="Google Shape;750;p40">
              <a:extLst>
                <a:ext uri="{FF2B5EF4-FFF2-40B4-BE49-F238E27FC236}">
                  <a16:creationId xmlns:a16="http://schemas.microsoft.com/office/drawing/2014/main" id="{2B169879-C61D-C0FF-7D65-F473D44E118B}"/>
                </a:ext>
              </a:extLst>
            </p:cNvPr>
            <p:cNvGrpSpPr/>
            <p:nvPr/>
          </p:nvGrpSpPr>
          <p:grpSpPr>
            <a:xfrm>
              <a:off x="123998" y="1604199"/>
              <a:ext cx="1665589" cy="3538917"/>
              <a:chOff x="3733925" y="3400424"/>
              <a:chExt cx="1079728" cy="2294274"/>
            </a:xfrm>
          </p:grpSpPr>
          <p:sp>
            <p:nvSpPr>
              <p:cNvPr id="751" name="Google Shape;751;p40">
                <a:extLst>
                  <a:ext uri="{FF2B5EF4-FFF2-40B4-BE49-F238E27FC236}">
                    <a16:creationId xmlns:a16="http://schemas.microsoft.com/office/drawing/2014/main" id="{1E97F871-9A25-4222-6B6B-46F8862E634B}"/>
                  </a:ext>
                </a:extLst>
              </p:cNvPr>
              <p:cNvSpPr/>
              <p:nvPr/>
            </p:nvSpPr>
            <p:spPr>
              <a:xfrm>
                <a:off x="3733925" y="3445303"/>
                <a:ext cx="1079728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4563" h="964" extrusionOk="0">
                    <a:moveTo>
                      <a:pt x="1" y="1"/>
                    </a:moveTo>
                    <a:lnTo>
                      <a:pt x="1" y="964"/>
                    </a:lnTo>
                    <a:lnTo>
                      <a:pt x="24562" y="964"/>
                    </a:lnTo>
                    <a:lnTo>
                      <a:pt x="24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40">
                <a:extLst>
                  <a:ext uri="{FF2B5EF4-FFF2-40B4-BE49-F238E27FC236}">
                    <a16:creationId xmlns:a16="http://schemas.microsoft.com/office/drawing/2014/main" id="{AEA040E9-E216-7C2F-6107-F2A6D4DDE757}"/>
                  </a:ext>
                </a:extLst>
              </p:cNvPr>
              <p:cNvSpPr/>
              <p:nvPr/>
            </p:nvSpPr>
            <p:spPr>
              <a:xfrm>
                <a:off x="4252166" y="3400424"/>
                <a:ext cx="43254" cy="2294274"/>
              </a:xfrm>
              <a:custGeom>
                <a:avLst/>
                <a:gdLst/>
                <a:ahLst/>
                <a:cxnLst/>
                <a:rect l="l" t="t" r="r" b="b"/>
                <a:pathLst>
                  <a:path w="984" h="52193" extrusionOk="0">
                    <a:moveTo>
                      <a:pt x="0" y="1"/>
                    </a:moveTo>
                    <a:lnTo>
                      <a:pt x="0" y="52193"/>
                    </a:lnTo>
                    <a:lnTo>
                      <a:pt x="983" y="52193"/>
                    </a:lnTo>
                    <a:lnTo>
                      <a:pt x="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40">
                <a:extLst>
                  <a:ext uri="{FF2B5EF4-FFF2-40B4-BE49-F238E27FC236}">
                    <a16:creationId xmlns:a16="http://schemas.microsoft.com/office/drawing/2014/main" id="{00E87F69-CB44-C4C8-6C53-440B193F4517}"/>
                  </a:ext>
                </a:extLst>
              </p:cNvPr>
              <p:cNvSpPr/>
              <p:nvPr/>
            </p:nvSpPr>
            <p:spPr>
              <a:xfrm>
                <a:off x="3761178" y="3401523"/>
                <a:ext cx="83036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21" extrusionOk="0">
                    <a:moveTo>
                      <a:pt x="945" y="1"/>
                    </a:moveTo>
                    <a:cubicBezTo>
                      <a:pt x="473" y="1"/>
                      <a:pt x="1" y="304"/>
                      <a:pt x="10" y="911"/>
                    </a:cubicBezTo>
                    <a:cubicBezTo>
                      <a:pt x="1" y="1517"/>
                      <a:pt x="473" y="1820"/>
                      <a:pt x="945" y="1820"/>
                    </a:cubicBezTo>
                    <a:cubicBezTo>
                      <a:pt x="1416" y="1820"/>
                      <a:pt x="1888" y="1517"/>
                      <a:pt x="1879" y="911"/>
                    </a:cubicBezTo>
                    <a:cubicBezTo>
                      <a:pt x="1888" y="304"/>
                      <a:pt x="1416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40">
                <a:extLst>
                  <a:ext uri="{FF2B5EF4-FFF2-40B4-BE49-F238E27FC236}">
                    <a16:creationId xmlns:a16="http://schemas.microsoft.com/office/drawing/2014/main" id="{EE06811F-D255-344E-FE2F-5ABF8594BA37}"/>
                  </a:ext>
                </a:extLst>
              </p:cNvPr>
              <p:cNvSpPr/>
              <p:nvPr/>
            </p:nvSpPr>
            <p:spPr>
              <a:xfrm>
                <a:off x="4703374" y="3401523"/>
                <a:ext cx="82992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21" extrusionOk="0">
                    <a:moveTo>
                      <a:pt x="944" y="1"/>
                    </a:moveTo>
                    <a:cubicBezTo>
                      <a:pt x="472" y="1"/>
                      <a:pt x="0" y="304"/>
                      <a:pt x="9" y="911"/>
                    </a:cubicBezTo>
                    <a:cubicBezTo>
                      <a:pt x="0" y="1517"/>
                      <a:pt x="472" y="1820"/>
                      <a:pt x="944" y="1820"/>
                    </a:cubicBezTo>
                    <a:cubicBezTo>
                      <a:pt x="1416" y="1820"/>
                      <a:pt x="1887" y="1517"/>
                      <a:pt x="1878" y="911"/>
                    </a:cubicBezTo>
                    <a:cubicBezTo>
                      <a:pt x="1887" y="304"/>
                      <a:pt x="1416" y="1"/>
                      <a:pt x="9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5" name="Google Shape;755;p40">
              <a:extLst>
                <a:ext uri="{FF2B5EF4-FFF2-40B4-BE49-F238E27FC236}">
                  <a16:creationId xmlns:a16="http://schemas.microsoft.com/office/drawing/2014/main" id="{C768951C-48AC-6708-52B4-03ECF6FDF21F}"/>
                </a:ext>
              </a:extLst>
            </p:cNvPr>
            <p:cNvGrpSpPr/>
            <p:nvPr/>
          </p:nvGrpSpPr>
          <p:grpSpPr>
            <a:xfrm>
              <a:off x="1415091" y="2586831"/>
              <a:ext cx="1203249" cy="2556968"/>
              <a:chOff x="3733925" y="3400424"/>
              <a:chExt cx="1079728" cy="2294274"/>
            </a:xfrm>
          </p:grpSpPr>
          <p:sp>
            <p:nvSpPr>
              <p:cNvPr id="756" name="Google Shape;756;p40">
                <a:extLst>
                  <a:ext uri="{FF2B5EF4-FFF2-40B4-BE49-F238E27FC236}">
                    <a16:creationId xmlns:a16="http://schemas.microsoft.com/office/drawing/2014/main" id="{08070018-BC79-B38E-16CC-A81B73EC7446}"/>
                  </a:ext>
                </a:extLst>
              </p:cNvPr>
              <p:cNvSpPr/>
              <p:nvPr/>
            </p:nvSpPr>
            <p:spPr>
              <a:xfrm>
                <a:off x="3733925" y="3445303"/>
                <a:ext cx="1079728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4563" h="964" extrusionOk="0">
                    <a:moveTo>
                      <a:pt x="1" y="1"/>
                    </a:moveTo>
                    <a:lnTo>
                      <a:pt x="1" y="964"/>
                    </a:lnTo>
                    <a:lnTo>
                      <a:pt x="24562" y="964"/>
                    </a:lnTo>
                    <a:lnTo>
                      <a:pt x="24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40">
                <a:extLst>
                  <a:ext uri="{FF2B5EF4-FFF2-40B4-BE49-F238E27FC236}">
                    <a16:creationId xmlns:a16="http://schemas.microsoft.com/office/drawing/2014/main" id="{65F9DF1B-A44A-EA6F-C95A-14827D2CCF6C}"/>
                  </a:ext>
                </a:extLst>
              </p:cNvPr>
              <p:cNvSpPr/>
              <p:nvPr/>
            </p:nvSpPr>
            <p:spPr>
              <a:xfrm>
                <a:off x="4252166" y="3400424"/>
                <a:ext cx="43254" cy="2294274"/>
              </a:xfrm>
              <a:custGeom>
                <a:avLst/>
                <a:gdLst/>
                <a:ahLst/>
                <a:cxnLst/>
                <a:rect l="l" t="t" r="r" b="b"/>
                <a:pathLst>
                  <a:path w="984" h="52193" extrusionOk="0">
                    <a:moveTo>
                      <a:pt x="0" y="1"/>
                    </a:moveTo>
                    <a:lnTo>
                      <a:pt x="0" y="52193"/>
                    </a:lnTo>
                    <a:lnTo>
                      <a:pt x="983" y="52193"/>
                    </a:lnTo>
                    <a:lnTo>
                      <a:pt x="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40">
                <a:extLst>
                  <a:ext uri="{FF2B5EF4-FFF2-40B4-BE49-F238E27FC236}">
                    <a16:creationId xmlns:a16="http://schemas.microsoft.com/office/drawing/2014/main" id="{2B582B79-FE80-369F-18A0-D2487009FD5F}"/>
                  </a:ext>
                </a:extLst>
              </p:cNvPr>
              <p:cNvSpPr/>
              <p:nvPr/>
            </p:nvSpPr>
            <p:spPr>
              <a:xfrm>
                <a:off x="3761178" y="3401523"/>
                <a:ext cx="83036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21" extrusionOk="0">
                    <a:moveTo>
                      <a:pt x="945" y="1"/>
                    </a:moveTo>
                    <a:cubicBezTo>
                      <a:pt x="473" y="1"/>
                      <a:pt x="1" y="304"/>
                      <a:pt x="10" y="911"/>
                    </a:cubicBezTo>
                    <a:cubicBezTo>
                      <a:pt x="1" y="1517"/>
                      <a:pt x="473" y="1820"/>
                      <a:pt x="945" y="1820"/>
                    </a:cubicBezTo>
                    <a:cubicBezTo>
                      <a:pt x="1416" y="1820"/>
                      <a:pt x="1888" y="1517"/>
                      <a:pt x="1879" y="911"/>
                    </a:cubicBezTo>
                    <a:cubicBezTo>
                      <a:pt x="1888" y="304"/>
                      <a:pt x="1416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40">
                <a:extLst>
                  <a:ext uri="{FF2B5EF4-FFF2-40B4-BE49-F238E27FC236}">
                    <a16:creationId xmlns:a16="http://schemas.microsoft.com/office/drawing/2014/main" id="{8C25AB29-9D5F-FC60-94DE-DDD1CCD3F83D}"/>
                  </a:ext>
                </a:extLst>
              </p:cNvPr>
              <p:cNvSpPr/>
              <p:nvPr/>
            </p:nvSpPr>
            <p:spPr>
              <a:xfrm>
                <a:off x="4703374" y="3401523"/>
                <a:ext cx="82992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21" extrusionOk="0">
                    <a:moveTo>
                      <a:pt x="944" y="1"/>
                    </a:moveTo>
                    <a:cubicBezTo>
                      <a:pt x="472" y="1"/>
                      <a:pt x="0" y="304"/>
                      <a:pt x="9" y="911"/>
                    </a:cubicBezTo>
                    <a:cubicBezTo>
                      <a:pt x="0" y="1517"/>
                      <a:pt x="472" y="1820"/>
                      <a:pt x="944" y="1820"/>
                    </a:cubicBezTo>
                    <a:cubicBezTo>
                      <a:pt x="1416" y="1820"/>
                      <a:pt x="1887" y="1517"/>
                      <a:pt x="1878" y="911"/>
                    </a:cubicBezTo>
                    <a:cubicBezTo>
                      <a:pt x="1887" y="304"/>
                      <a:pt x="1416" y="1"/>
                      <a:pt x="9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60" name="Google Shape;760;p40">
              <a:extLst>
                <a:ext uri="{FF2B5EF4-FFF2-40B4-BE49-F238E27FC236}">
                  <a16:creationId xmlns:a16="http://schemas.microsoft.com/office/drawing/2014/main" id="{F6719D24-4AB4-2AEC-ABFE-0BDCBD074B38}"/>
                </a:ext>
              </a:extLst>
            </p:cNvPr>
            <p:cNvSpPr/>
            <p:nvPr/>
          </p:nvSpPr>
          <p:spPr>
            <a:xfrm>
              <a:off x="233272" y="1668407"/>
              <a:ext cx="1212175" cy="965991"/>
            </a:xfrm>
            <a:custGeom>
              <a:avLst/>
              <a:gdLst/>
              <a:ahLst/>
              <a:cxnLst/>
              <a:rect l="l" t="t" r="r" b="b"/>
              <a:pathLst>
                <a:path w="31432" h="25050" extrusionOk="0">
                  <a:moveTo>
                    <a:pt x="0" y="0"/>
                  </a:moveTo>
                  <a:cubicBezTo>
                    <a:pt x="8720" y="10171"/>
                    <a:pt x="18137" y="23393"/>
                    <a:pt x="31432" y="2505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61" name="Google Shape;761;p40">
              <a:extLst>
                <a:ext uri="{FF2B5EF4-FFF2-40B4-BE49-F238E27FC236}">
                  <a16:creationId xmlns:a16="http://schemas.microsoft.com/office/drawing/2014/main" id="{9804C200-57F2-2E08-4152-82B6E0B45446}"/>
                </a:ext>
              </a:extLst>
            </p:cNvPr>
            <p:cNvSpPr/>
            <p:nvPr/>
          </p:nvSpPr>
          <p:spPr>
            <a:xfrm>
              <a:off x="218575" y="1657375"/>
              <a:ext cx="2342385" cy="966016"/>
            </a:xfrm>
            <a:custGeom>
              <a:avLst/>
              <a:gdLst/>
              <a:ahLst/>
              <a:cxnLst/>
              <a:rect l="l" t="t" r="r" b="b"/>
              <a:pathLst>
                <a:path w="58769" h="24670" extrusionOk="0">
                  <a:moveTo>
                    <a:pt x="0" y="0"/>
                  </a:moveTo>
                  <a:cubicBezTo>
                    <a:pt x="16766" y="13049"/>
                    <a:pt x="39766" y="15169"/>
                    <a:pt x="58769" y="2467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62" name="Google Shape;762;p40">
              <a:extLst>
                <a:ext uri="{FF2B5EF4-FFF2-40B4-BE49-F238E27FC236}">
                  <a16:creationId xmlns:a16="http://schemas.microsoft.com/office/drawing/2014/main" id="{48BCD2C5-DFE3-4DB9-8170-8F6F79B4356B}"/>
                </a:ext>
              </a:extLst>
            </p:cNvPr>
            <p:cNvSpPr/>
            <p:nvPr/>
          </p:nvSpPr>
          <p:spPr>
            <a:xfrm>
              <a:off x="1489480" y="1661050"/>
              <a:ext cx="203630" cy="966016"/>
            </a:xfrm>
            <a:custGeom>
              <a:avLst/>
              <a:gdLst/>
              <a:ahLst/>
              <a:cxnLst/>
              <a:rect l="l" t="t" r="r" b="b"/>
              <a:pathLst>
                <a:path w="7184" h="24670" extrusionOk="0">
                  <a:moveTo>
                    <a:pt x="7049" y="0"/>
                  </a:moveTo>
                  <a:cubicBezTo>
                    <a:pt x="7897" y="8510"/>
                    <a:pt x="3825" y="17020"/>
                    <a:pt x="0" y="2467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63" name="Google Shape;763;p40">
              <a:extLst>
                <a:ext uri="{FF2B5EF4-FFF2-40B4-BE49-F238E27FC236}">
                  <a16:creationId xmlns:a16="http://schemas.microsoft.com/office/drawing/2014/main" id="{EE444C2E-AA20-0B29-636A-9394E1697212}"/>
                </a:ext>
              </a:extLst>
            </p:cNvPr>
            <p:cNvSpPr/>
            <p:nvPr/>
          </p:nvSpPr>
          <p:spPr>
            <a:xfrm>
              <a:off x="1702600" y="1719800"/>
              <a:ext cx="858354" cy="914591"/>
            </a:xfrm>
            <a:custGeom>
              <a:avLst/>
              <a:gdLst/>
              <a:ahLst/>
              <a:cxnLst/>
              <a:rect l="l" t="t" r="r" b="b"/>
              <a:pathLst>
                <a:path w="20193" h="23241" extrusionOk="0">
                  <a:moveTo>
                    <a:pt x="20193" y="23241"/>
                  </a:moveTo>
                  <a:cubicBezTo>
                    <a:pt x="15103" y="14330"/>
                    <a:pt x="3239" y="9738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764" name="Google Shape;764;p40">
              <a:extLst>
                <a:ext uri="{FF2B5EF4-FFF2-40B4-BE49-F238E27FC236}">
                  <a16:creationId xmlns:a16="http://schemas.microsoft.com/office/drawing/2014/main" id="{AC2DF823-6336-10E8-BA26-B8CAF0156868}"/>
                </a:ext>
              </a:extLst>
            </p:cNvPr>
            <p:cNvGrpSpPr/>
            <p:nvPr/>
          </p:nvGrpSpPr>
          <p:grpSpPr>
            <a:xfrm>
              <a:off x="2243844" y="3070646"/>
              <a:ext cx="975534" cy="2073106"/>
              <a:chOff x="3733925" y="3400424"/>
              <a:chExt cx="1079728" cy="2294274"/>
            </a:xfrm>
          </p:grpSpPr>
          <p:sp>
            <p:nvSpPr>
              <p:cNvPr id="765" name="Google Shape;765;p40">
                <a:extLst>
                  <a:ext uri="{FF2B5EF4-FFF2-40B4-BE49-F238E27FC236}">
                    <a16:creationId xmlns:a16="http://schemas.microsoft.com/office/drawing/2014/main" id="{C9D6B3E3-2669-B1BE-DC0B-88844B0A6446}"/>
                  </a:ext>
                </a:extLst>
              </p:cNvPr>
              <p:cNvSpPr/>
              <p:nvPr/>
            </p:nvSpPr>
            <p:spPr>
              <a:xfrm>
                <a:off x="3733925" y="3445303"/>
                <a:ext cx="1079728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4563" h="964" extrusionOk="0">
                    <a:moveTo>
                      <a:pt x="1" y="1"/>
                    </a:moveTo>
                    <a:lnTo>
                      <a:pt x="1" y="964"/>
                    </a:lnTo>
                    <a:lnTo>
                      <a:pt x="24562" y="964"/>
                    </a:lnTo>
                    <a:lnTo>
                      <a:pt x="24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40">
                <a:extLst>
                  <a:ext uri="{FF2B5EF4-FFF2-40B4-BE49-F238E27FC236}">
                    <a16:creationId xmlns:a16="http://schemas.microsoft.com/office/drawing/2014/main" id="{26310092-0673-C248-9842-DC3F1B622A31}"/>
                  </a:ext>
                </a:extLst>
              </p:cNvPr>
              <p:cNvSpPr/>
              <p:nvPr/>
            </p:nvSpPr>
            <p:spPr>
              <a:xfrm>
                <a:off x="4252166" y="3400424"/>
                <a:ext cx="43254" cy="2294274"/>
              </a:xfrm>
              <a:custGeom>
                <a:avLst/>
                <a:gdLst/>
                <a:ahLst/>
                <a:cxnLst/>
                <a:rect l="l" t="t" r="r" b="b"/>
                <a:pathLst>
                  <a:path w="984" h="52193" extrusionOk="0">
                    <a:moveTo>
                      <a:pt x="0" y="1"/>
                    </a:moveTo>
                    <a:lnTo>
                      <a:pt x="0" y="52193"/>
                    </a:lnTo>
                    <a:lnTo>
                      <a:pt x="983" y="52193"/>
                    </a:lnTo>
                    <a:lnTo>
                      <a:pt x="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40">
                <a:extLst>
                  <a:ext uri="{FF2B5EF4-FFF2-40B4-BE49-F238E27FC236}">
                    <a16:creationId xmlns:a16="http://schemas.microsoft.com/office/drawing/2014/main" id="{F8A5B1EE-12FF-F38A-FBF4-5C1B15C75FDC}"/>
                  </a:ext>
                </a:extLst>
              </p:cNvPr>
              <p:cNvSpPr/>
              <p:nvPr/>
            </p:nvSpPr>
            <p:spPr>
              <a:xfrm>
                <a:off x="3761178" y="3401523"/>
                <a:ext cx="83036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21" extrusionOk="0">
                    <a:moveTo>
                      <a:pt x="945" y="1"/>
                    </a:moveTo>
                    <a:cubicBezTo>
                      <a:pt x="473" y="1"/>
                      <a:pt x="1" y="304"/>
                      <a:pt x="10" y="911"/>
                    </a:cubicBezTo>
                    <a:cubicBezTo>
                      <a:pt x="1" y="1517"/>
                      <a:pt x="473" y="1820"/>
                      <a:pt x="945" y="1820"/>
                    </a:cubicBezTo>
                    <a:cubicBezTo>
                      <a:pt x="1416" y="1820"/>
                      <a:pt x="1888" y="1517"/>
                      <a:pt x="1879" y="911"/>
                    </a:cubicBezTo>
                    <a:cubicBezTo>
                      <a:pt x="1888" y="304"/>
                      <a:pt x="1416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40">
                <a:extLst>
                  <a:ext uri="{FF2B5EF4-FFF2-40B4-BE49-F238E27FC236}">
                    <a16:creationId xmlns:a16="http://schemas.microsoft.com/office/drawing/2014/main" id="{81F1094A-168D-68A7-A305-4FAA792643F1}"/>
                  </a:ext>
                </a:extLst>
              </p:cNvPr>
              <p:cNvSpPr/>
              <p:nvPr/>
            </p:nvSpPr>
            <p:spPr>
              <a:xfrm>
                <a:off x="4703374" y="3401523"/>
                <a:ext cx="82992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21" extrusionOk="0">
                    <a:moveTo>
                      <a:pt x="944" y="1"/>
                    </a:moveTo>
                    <a:cubicBezTo>
                      <a:pt x="472" y="1"/>
                      <a:pt x="0" y="304"/>
                      <a:pt x="9" y="911"/>
                    </a:cubicBezTo>
                    <a:cubicBezTo>
                      <a:pt x="0" y="1517"/>
                      <a:pt x="472" y="1820"/>
                      <a:pt x="944" y="1820"/>
                    </a:cubicBezTo>
                    <a:cubicBezTo>
                      <a:pt x="1416" y="1820"/>
                      <a:pt x="1887" y="1517"/>
                      <a:pt x="1878" y="911"/>
                    </a:cubicBezTo>
                    <a:cubicBezTo>
                      <a:pt x="1887" y="304"/>
                      <a:pt x="1416" y="1"/>
                      <a:pt x="9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69" name="Google Shape;769;p40">
              <a:extLst>
                <a:ext uri="{FF2B5EF4-FFF2-40B4-BE49-F238E27FC236}">
                  <a16:creationId xmlns:a16="http://schemas.microsoft.com/office/drawing/2014/main" id="{64C41E4C-34B7-EA85-F507-98282A7BC8BB}"/>
                </a:ext>
              </a:extLst>
            </p:cNvPr>
            <p:cNvSpPr/>
            <p:nvPr/>
          </p:nvSpPr>
          <p:spPr>
            <a:xfrm>
              <a:off x="1483525" y="2631275"/>
              <a:ext cx="804850" cy="459600"/>
            </a:xfrm>
            <a:custGeom>
              <a:avLst/>
              <a:gdLst/>
              <a:ahLst/>
              <a:cxnLst/>
              <a:rect l="l" t="t" r="r" b="b"/>
              <a:pathLst>
                <a:path w="32194" h="18384" extrusionOk="0">
                  <a:moveTo>
                    <a:pt x="0" y="0"/>
                  </a:moveTo>
                  <a:cubicBezTo>
                    <a:pt x="7086" y="10124"/>
                    <a:pt x="19933" y="16839"/>
                    <a:pt x="32194" y="18384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70" name="Google Shape;770;p40">
              <a:extLst>
                <a:ext uri="{FF2B5EF4-FFF2-40B4-BE49-F238E27FC236}">
                  <a16:creationId xmlns:a16="http://schemas.microsoft.com/office/drawing/2014/main" id="{5738E0B1-7DAD-3A60-4E25-92C2175EDA75}"/>
                </a:ext>
              </a:extLst>
            </p:cNvPr>
            <p:cNvSpPr/>
            <p:nvPr/>
          </p:nvSpPr>
          <p:spPr>
            <a:xfrm>
              <a:off x="1476375" y="2631275"/>
              <a:ext cx="1695450" cy="473875"/>
            </a:xfrm>
            <a:custGeom>
              <a:avLst/>
              <a:gdLst/>
              <a:ahLst/>
              <a:cxnLst/>
              <a:rect l="l" t="t" r="r" b="b"/>
              <a:pathLst>
                <a:path w="67818" h="18955" extrusionOk="0">
                  <a:moveTo>
                    <a:pt x="0" y="0"/>
                  </a:moveTo>
                  <a:cubicBezTo>
                    <a:pt x="17915" y="15166"/>
                    <a:pt x="48712" y="5320"/>
                    <a:pt x="67818" y="189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71" name="Google Shape;771;p40">
              <a:extLst>
                <a:ext uri="{FF2B5EF4-FFF2-40B4-BE49-F238E27FC236}">
                  <a16:creationId xmlns:a16="http://schemas.microsoft.com/office/drawing/2014/main" id="{4DA0D394-B7AA-24EC-5348-E0EC72EA8CE0}"/>
                </a:ext>
              </a:extLst>
            </p:cNvPr>
            <p:cNvSpPr/>
            <p:nvPr/>
          </p:nvSpPr>
          <p:spPr>
            <a:xfrm>
              <a:off x="2297288" y="2631275"/>
              <a:ext cx="257779" cy="473875"/>
            </a:xfrm>
            <a:custGeom>
              <a:avLst/>
              <a:gdLst/>
              <a:ahLst/>
              <a:cxnLst/>
              <a:rect l="l" t="t" r="r" b="b"/>
              <a:pathLst>
                <a:path w="8953" h="18955" extrusionOk="0">
                  <a:moveTo>
                    <a:pt x="8953" y="0"/>
                  </a:moveTo>
                  <a:cubicBezTo>
                    <a:pt x="4589" y="5458"/>
                    <a:pt x="864" y="12021"/>
                    <a:pt x="0" y="189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72" name="Google Shape;772;p40">
              <a:extLst>
                <a:ext uri="{FF2B5EF4-FFF2-40B4-BE49-F238E27FC236}">
                  <a16:creationId xmlns:a16="http://schemas.microsoft.com/office/drawing/2014/main" id="{D180C918-E897-953D-94FC-6A95437B7297}"/>
                </a:ext>
              </a:extLst>
            </p:cNvPr>
            <p:cNvSpPr/>
            <p:nvPr/>
          </p:nvSpPr>
          <p:spPr>
            <a:xfrm>
              <a:off x="2521750" y="2636050"/>
              <a:ext cx="642925" cy="457200"/>
            </a:xfrm>
            <a:custGeom>
              <a:avLst/>
              <a:gdLst/>
              <a:ahLst/>
              <a:cxnLst/>
              <a:rect l="l" t="t" r="r" b="b"/>
              <a:pathLst>
                <a:path w="25717" h="18288" extrusionOk="0">
                  <a:moveTo>
                    <a:pt x="0" y="0"/>
                  </a:moveTo>
                  <a:cubicBezTo>
                    <a:pt x="6573" y="8212"/>
                    <a:pt x="17159" y="12172"/>
                    <a:pt x="25717" y="18288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0856BFF-4F4D-4610-71F0-95F1C9B75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3" y="0"/>
            <a:ext cx="901079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51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/>
              <a:t>O modelo preditivo</a:t>
            </a:r>
          </a:p>
        </p:txBody>
      </p:sp>
      <p:sp>
        <p:nvSpPr>
          <p:cNvPr id="674" name="Google Shape;674;p38"/>
          <p:cNvSpPr/>
          <p:nvPr/>
        </p:nvSpPr>
        <p:spPr>
          <a:xfrm>
            <a:off x="713225" y="1390925"/>
            <a:ext cx="738000" cy="7380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latin typeface="Goldman" panose="020B0604020202020204" charset="0"/>
              </a:rPr>
              <a:t>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E7EC80-3E46-5B6B-429D-AAA5A7D5CA3D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1339247" y="1397272"/>
            <a:ext cx="3867393" cy="540502"/>
          </a:xfrm>
        </p:spPr>
        <p:txBody>
          <a:bodyPr/>
          <a:lstStyle/>
          <a:p>
            <a:r>
              <a:rPr lang="en-GB" sz="2000" err="1"/>
              <a:t>Nível</a:t>
            </a:r>
            <a:r>
              <a:rPr lang="en-GB" sz="2000"/>
              <a:t> </a:t>
            </a:r>
            <a:r>
              <a:rPr lang="en-GB" sz="2000" err="1"/>
              <a:t>Médio</a:t>
            </a:r>
            <a:r>
              <a:rPr lang="en-GB" sz="2000"/>
              <a:t> de </a:t>
            </a:r>
            <a:r>
              <a:rPr lang="en-GB" sz="2000" err="1"/>
              <a:t>Utilização</a:t>
            </a:r>
            <a:endParaRPr lang="en-GB" sz="2000"/>
          </a:p>
        </p:txBody>
      </p:sp>
      <p:sp>
        <p:nvSpPr>
          <p:cNvPr id="19" name="Google Shape;674;p38">
            <a:extLst>
              <a:ext uri="{FF2B5EF4-FFF2-40B4-BE49-F238E27FC236}">
                <a16:creationId xmlns:a16="http://schemas.microsoft.com/office/drawing/2014/main" id="{1F173848-D3B9-D5BC-7057-8490BA69A520}"/>
              </a:ext>
            </a:extLst>
          </p:cNvPr>
          <p:cNvSpPr/>
          <p:nvPr/>
        </p:nvSpPr>
        <p:spPr>
          <a:xfrm>
            <a:off x="805076" y="2195879"/>
            <a:ext cx="554297" cy="554297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Goldman" panose="020B0604020202020204" charset="0"/>
              </a:rPr>
              <a:t>X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7D66EE5-CBED-BE8D-F16D-BF8BDB9C1E3D}"/>
              </a:ext>
            </a:extLst>
          </p:cNvPr>
          <p:cNvSpPr txBox="1">
            <a:spLocks/>
          </p:cNvSpPr>
          <p:nvPr/>
        </p:nvSpPr>
        <p:spPr>
          <a:xfrm>
            <a:off x="1239340" y="2194303"/>
            <a:ext cx="5362628" cy="540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rPr lang="pt-BR" sz="1600"/>
              <a:t>Potência Instalada Total de Iluminação Pública</a:t>
            </a:r>
          </a:p>
        </p:txBody>
      </p:sp>
      <p:sp>
        <p:nvSpPr>
          <p:cNvPr id="21" name="Google Shape;674;p38">
            <a:extLst>
              <a:ext uri="{FF2B5EF4-FFF2-40B4-BE49-F238E27FC236}">
                <a16:creationId xmlns:a16="http://schemas.microsoft.com/office/drawing/2014/main" id="{175DC23F-BFC3-FEA9-F72B-F0DE14CB44CB}"/>
              </a:ext>
            </a:extLst>
          </p:cNvPr>
          <p:cNvSpPr/>
          <p:nvPr/>
        </p:nvSpPr>
        <p:spPr>
          <a:xfrm>
            <a:off x="805075" y="2908376"/>
            <a:ext cx="554297" cy="554297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Goldman" panose="020B0604020202020204" charset="0"/>
              </a:rPr>
              <a:t>X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0B62DF94-A342-6CF1-2FF3-08BF2A7ECA57}"/>
              </a:ext>
            </a:extLst>
          </p:cNvPr>
          <p:cNvSpPr txBox="1">
            <a:spLocks/>
          </p:cNvSpPr>
          <p:nvPr/>
        </p:nvSpPr>
        <p:spPr>
          <a:xfrm>
            <a:off x="1239341" y="2893005"/>
            <a:ext cx="5830534" cy="540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rPr lang="en-GB" sz="1600" err="1"/>
              <a:t>Capacidade</a:t>
            </a:r>
            <a:r>
              <a:rPr lang="en-GB" sz="1600"/>
              <a:t> Nominal de </a:t>
            </a:r>
            <a:r>
              <a:rPr lang="en-GB" sz="1600" err="1"/>
              <a:t>Transformação</a:t>
            </a:r>
            <a:endParaRPr lang="en-GB" sz="1600"/>
          </a:p>
        </p:txBody>
      </p:sp>
      <p:sp>
        <p:nvSpPr>
          <p:cNvPr id="23" name="Google Shape;674;p38">
            <a:extLst>
              <a:ext uri="{FF2B5EF4-FFF2-40B4-BE49-F238E27FC236}">
                <a16:creationId xmlns:a16="http://schemas.microsoft.com/office/drawing/2014/main" id="{E0E33BD2-4A69-BAC5-41F0-E25B50D99E47}"/>
              </a:ext>
            </a:extLst>
          </p:cNvPr>
          <p:cNvSpPr/>
          <p:nvPr/>
        </p:nvSpPr>
        <p:spPr>
          <a:xfrm>
            <a:off x="805074" y="3579102"/>
            <a:ext cx="554297" cy="554297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Goldman" panose="020B0604020202020204" charset="0"/>
              </a:rPr>
              <a:t>X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2E21606E-BCF8-CA1F-264A-D138441D1171}"/>
              </a:ext>
            </a:extLst>
          </p:cNvPr>
          <p:cNvSpPr txBox="1">
            <a:spLocks/>
          </p:cNvSpPr>
          <p:nvPr/>
        </p:nvSpPr>
        <p:spPr>
          <a:xfrm>
            <a:off x="1239341" y="3576336"/>
            <a:ext cx="3919958" cy="540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rPr lang="en-GB" sz="1600" err="1"/>
              <a:t>Rácio</a:t>
            </a:r>
            <a:r>
              <a:rPr lang="en-GB" sz="1600"/>
              <a:t> de </a:t>
            </a:r>
            <a:r>
              <a:rPr lang="en-GB" sz="1600" err="1"/>
              <a:t>Ineficiência</a:t>
            </a:r>
            <a:endParaRPr lang="en-GB" sz="1600"/>
          </a:p>
        </p:txBody>
      </p:sp>
      <p:sp>
        <p:nvSpPr>
          <p:cNvPr id="29" name="Google Shape;674;p38">
            <a:extLst>
              <a:ext uri="{FF2B5EF4-FFF2-40B4-BE49-F238E27FC236}">
                <a16:creationId xmlns:a16="http://schemas.microsoft.com/office/drawing/2014/main" id="{10715B6C-CE45-5930-3C47-E880D9E2AD58}"/>
              </a:ext>
            </a:extLst>
          </p:cNvPr>
          <p:cNvSpPr/>
          <p:nvPr/>
        </p:nvSpPr>
        <p:spPr>
          <a:xfrm>
            <a:off x="1069241" y="2459984"/>
            <a:ext cx="340199" cy="340199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oldman" panose="020B0604020202020204" charset="0"/>
              </a:rPr>
              <a:t>1</a:t>
            </a:r>
          </a:p>
        </p:txBody>
      </p:sp>
      <p:sp>
        <p:nvSpPr>
          <p:cNvPr id="30" name="Google Shape;674;p38">
            <a:extLst>
              <a:ext uri="{FF2B5EF4-FFF2-40B4-BE49-F238E27FC236}">
                <a16:creationId xmlns:a16="http://schemas.microsoft.com/office/drawing/2014/main" id="{384F68E9-0833-EE92-99BB-A3D17FD577CC}"/>
              </a:ext>
            </a:extLst>
          </p:cNvPr>
          <p:cNvSpPr/>
          <p:nvPr/>
        </p:nvSpPr>
        <p:spPr>
          <a:xfrm>
            <a:off x="1082222" y="3177922"/>
            <a:ext cx="340199" cy="340199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oldman" panose="020B0604020202020204" charset="0"/>
              </a:rPr>
              <a:t>2</a:t>
            </a:r>
          </a:p>
        </p:txBody>
      </p:sp>
      <p:sp>
        <p:nvSpPr>
          <p:cNvPr id="31" name="Google Shape;674;p38">
            <a:extLst>
              <a:ext uri="{FF2B5EF4-FFF2-40B4-BE49-F238E27FC236}">
                <a16:creationId xmlns:a16="http://schemas.microsoft.com/office/drawing/2014/main" id="{7936F63A-7BE0-50C9-C379-4E20F142D4B1}"/>
              </a:ext>
            </a:extLst>
          </p:cNvPr>
          <p:cNvSpPr/>
          <p:nvPr/>
        </p:nvSpPr>
        <p:spPr>
          <a:xfrm>
            <a:off x="1069241" y="3844783"/>
            <a:ext cx="340199" cy="340199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Goldman" panose="020B0604020202020204" charset="0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2E9DFE4-795A-3A53-2B3E-AEEBCB66D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316" y="635208"/>
            <a:ext cx="7273368" cy="23670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Google Shape;633;p36">
                <a:extLst>
                  <a:ext uri="{FF2B5EF4-FFF2-40B4-BE49-F238E27FC236}">
                    <a16:creationId xmlns:a16="http://schemas.microsoft.com/office/drawing/2014/main" id="{329AFAE7-1923-02AF-314D-B2D79EF09F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5316" y="3240024"/>
                <a:ext cx="7273368" cy="716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1pPr>
                <a:lvl2pPr marL="914400" marR="0" lvl="1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2pPr>
                <a:lvl3pPr marL="1371600" marR="0" lvl="2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3pPr>
                <a:lvl4pPr marL="1828800" marR="0" lvl="3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4pPr>
                <a:lvl5pPr marL="2286000" marR="0" lvl="4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5pPr>
                <a:lvl6pPr marL="2743200" marR="0" lvl="5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6pPr>
                <a:lvl7pPr marL="3200400" marR="0" lvl="6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7pPr>
                <a:lvl8pPr marL="3657600" marR="0" lvl="7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8pPr>
                <a:lvl9pPr marL="4114800" marR="0" lvl="8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9pPr>
              </a:lstStyle>
              <a:p>
                <a:pPr marL="0" indent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1600">
                    <a:solidFill>
                      <a:schemeClr val="tx1"/>
                    </a:solidFill>
                    <a:latin typeface="Arial" panose="020B0604020202020204" pitchFamily="34" charset="0"/>
                  </a:rPr>
                  <a:t> é </a:t>
                </a:r>
                <a:r>
                  <a:rPr lang="pt-BR" altLang="en-US" sz="1600">
                    <a:solidFill>
                      <a:schemeClr val="tx1"/>
                    </a:solidFill>
                    <a:latin typeface="Arial" panose="020B0604020202020204" pitchFamily="34" charset="0"/>
                  </a:rPr>
                  <a:t>o único preditor significativo: Com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GB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=0,005 </m:t>
                    </m:r>
                  </m:oMath>
                </a14:m>
                <a:r>
                  <a:rPr lang="pt-BR" altLang="en-US" sz="1600">
                    <a:solidFill>
                      <a:schemeClr val="tx1"/>
                    </a:solidFill>
                    <a:latin typeface="Arial" panose="020B0604020202020204" pitchFamily="34" charset="0"/>
                  </a:rPr>
                  <a:t>, confirma-se que PTDs com maior capacidade nominal apresentam, em média, menores taxas de ocupação.</a:t>
                </a:r>
                <a:endParaRPr lang="en-US" altLang="en-US" sz="160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Google Shape;633;p36">
                <a:extLst>
                  <a:ext uri="{FF2B5EF4-FFF2-40B4-BE49-F238E27FC236}">
                    <a16:creationId xmlns:a16="http://schemas.microsoft.com/office/drawing/2014/main" id="{329AFAE7-1923-02AF-314D-B2D79EF09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16" y="3240024"/>
                <a:ext cx="7273368" cy="716280"/>
              </a:xfrm>
              <a:prstGeom prst="rect">
                <a:avLst/>
              </a:prstGeom>
              <a:blipFill>
                <a:blip r:embed="rId3"/>
                <a:stretch>
                  <a:fillRect l="-419" r="-586" b="-324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755AB892-C48C-6826-DD5B-D847B1644464}"/>
              </a:ext>
            </a:extLst>
          </p:cNvPr>
          <p:cNvSpPr/>
          <p:nvPr/>
        </p:nvSpPr>
        <p:spPr>
          <a:xfrm>
            <a:off x="5739161" y="2497873"/>
            <a:ext cx="1464527" cy="3791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999BDC-9455-0D62-93C0-D429E2025489}"/>
              </a:ext>
            </a:extLst>
          </p:cNvPr>
          <p:cNvSpPr/>
          <p:nvPr/>
        </p:nvSpPr>
        <p:spPr>
          <a:xfrm>
            <a:off x="7010400" y="1910575"/>
            <a:ext cx="646771" cy="2378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70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EF846C-6A60-4845-F39A-CE89B99E9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Google Shape;633;p36">
                <a:extLst>
                  <a:ext uri="{FF2B5EF4-FFF2-40B4-BE49-F238E27FC236}">
                    <a16:creationId xmlns:a16="http://schemas.microsoft.com/office/drawing/2014/main" id="{CFA25470-8DFC-F3E8-D9ED-FF029A4681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7107" y="3986995"/>
                <a:ext cx="2929747" cy="716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1pPr>
                <a:lvl2pPr marL="914400" marR="0" lvl="1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2pPr>
                <a:lvl3pPr marL="1371600" marR="0" lvl="2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3pPr>
                <a:lvl4pPr marL="1828800" marR="0" lvl="3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4pPr>
                <a:lvl5pPr marL="2286000" marR="0" lvl="4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5pPr>
                <a:lvl6pPr marL="2743200" marR="0" lvl="5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6pPr>
                <a:lvl7pPr marL="3200400" marR="0" lvl="6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7pPr>
                <a:lvl8pPr marL="3657600" marR="0" lvl="7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8pPr>
                <a:lvl9pPr marL="4114800" marR="0" lvl="8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9pPr>
              </a:lstStyle>
              <a:p>
                <a:pPr marL="0" indent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pt-BR" alt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0,9795  </m:t>
                      </m:r>
                    </m:oMath>
                  </m:oMathPara>
                </a14:m>
                <a:endParaRPr lang="en-GB" altLang="en-US" sz="1600" b="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alt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alt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pt-BR" alt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0,3646</m:t>
                      </m:r>
                    </m:oMath>
                  </m:oMathPara>
                </a14:m>
                <a:endParaRPr lang="en-US" altLang="en-US" sz="160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Google Shape;633;p36">
                <a:extLst>
                  <a:ext uri="{FF2B5EF4-FFF2-40B4-BE49-F238E27FC236}">
                    <a16:creationId xmlns:a16="http://schemas.microsoft.com/office/drawing/2014/main" id="{CFA25470-8DFC-F3E8-D9ED-FF029A468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07" y="3986995"/>
                <a:ext cx="2929747" cy="7162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FBCC1CF8-8349-5DCA-372C-9827EBA04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7" y="2078590"/>
            <a:ext cx="2877708" cy="18982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68600D-A9C6-5DE1-A624-27DFA6513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7146" y="2078590"/>
            <a:ext cx="2929747" cy="19084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633;p36">
                <a:extLst>
                  <a:ext uri="{FF2B5EF4-FFF2-40B4-BE49-F238E27FC236}">
                    <a16:creationId xmlns:a16="http://schemas.microsoft.com/office/drawing/2014/main" id="{70F41A94-1143-4E0A-774C-5D3F621872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26854" y="2078590"/>
                <a:ext cx="2023474" cy="716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1pPr>
                <a:lvl2pPr marL="914400" marR="0" lvl="1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2pPr>
                <a:lvl3pPr marL="1371600" marR="0" lvl="2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3pPr>
                <a:lvl4pPr marL="1828800" marR="0" lvl="3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4pPr>
                <a:lvl5pPr marL="2286000" marR="0" lvl="4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5pPr>
                <a:lvl6pPr marL="2743200" marR="0" lvl="5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6pPr>
                <a:lvl7pPr marL="3200400" marR="0" lvl="6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7pPr>
                <a:lvl8pPr marL="3657600" marR="0" lvl="7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8pPr>
                <a:lvl9pPr marL="4114800" marR="0" lvl="8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ulish"/>
                  <a:buNone/>
                  <a:defRPr sz="1200" b="0" i="0" u="none" strike="noStrike" cap="none">
                    <a:solidFill>
                      <a:schemeClr val="dk1"/>
                    </a:solidFill>
                    <a:latin typeface="Mulish"/>
                    <a:ea typeface="Mulish"/>
                    <a:cs typeface="Mulish"/>
                    <a:sym typeface="Mulish"/>
                  </a:defRPr>
                </a:lvl9pPr>
              </a:lstStyle>
              <a:p>
                <a:pPr marL="0" indent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𝐷𝑊</m:t>
                      </m:r>
                      <m:r>
                        <a:rPr lang="pt-BR" alt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1,8805</m:t>
                      </m:r>
                    </m:oMath>
                  </m:oMathPara>
                </a14:m>
                <a:endParaRPr lang="en-US" altLang="en-US" sz="160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Google Shape;633;p36">
                <a:extLst>
                  <a:ext uri="{FF2B5EF4-FFF2-40B4-BE49-F238E27FC236}">
                    <a16:creationId xmlns:a16="http://schemas.microsoft.com/office/drawing/2014/main" id="{70F41A94-1143-4E0A-774C-5D3F62187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854" y="2078590"/>
                <a:ext cx="2023474" cy="7162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666;p38">
            <a:extLst>
              <a:ext uri="{FF2B5EF4-FFF2-40B4-BE49-F238E27FC236}">
                <a16:creationId xmlns:a16="http://schemas.microsoft.com/office/drawing/2014/main" id="{4D759AC6-D56B-B185-9FCD-604A79FBDF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2400"/>
              <a:t>Verificação dos Pressupostos do Modelo </a:t>
            </a:r>
          </a:p>
        </p:txBody>
      </p:sp>
      <p:sp>
        <p:nvSpPr>
          <p:cNvPr id="8" name="Google Shape;650;p37">
            <a:extLst>
              <a:ext uri="{FF2B5EF4-FFF2-40B4-BE49-F238E27FC236}">
                <a16:creationId xmlns:a16="http://schemas.microsoft.com/office/drawing/2014/main" id="{82238EE0-3FFE-684D-DAD4-42603619753F}"/>
              </a:ext>
            </a:extLst>
          </p:cNvPr>
          <p:cNvSpPr txBox="1">
            <a:spLocks/>
          </p:cNvSpPr>
          <p:nvPr/>
        </p:nvSpPr>
        <p:spPr>
          <a:xfrm>
            <a:off x="980312" y="1256073"/>
            <a:ext cx="2090292" cy="71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pPr marL="0" indent="0" algn="ctr"/>
            <a:r>
              <a:rPr lang="en-GB" sz="1800" err="1"/>
              <a:t>Normalidade</a:t>
            </a:r>
            <a:r>
              <a:rPr lang="en-GB" sz="1800"/>
              <a:t> dos </a:t>
            </a:r>
            <a:r>
              <a:rPr lang="en-GB" sz="1800" err="1"/>
              <a:t>Resíduos</a:t>
            </a:r>
            <a:endParaRPr lang="en-GB" sz="1800"/>
          </a:p>
        </p:txBody>
      </p:sp>
      <p:sp>
        <p:nvSpPr>
          <p:cNvPr id="9" name="Google Shape;650;p37">
            <a:extLst>
              <a:ext uri="{FF2B5EF4-FFF2-40B4-BE49-F238E27FC236}">
                <a16:creationId xmlns:a16="http://schemas.microsoft.com/office/drawing/2014/main" id="{D2256C15-140E-1A75-419D-6D702F5E77F3}"/>
              </a:ext>
            </a:extLst>
          </p:cNvPr>
          <p:cNvSpPr txBox="1">
            <a:spLocks/>
          </p:cNvSpPr>
          <p:nvPr/>
        </p:nvSpPr>
        <p:spPr>
          <a:xfrm>
            <a:off x="3526854" y="1379884"/>
            <a:ext cx="2090292" cy="468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pPr marL="0" indent="0"/>
            <a:r>
              <a:rPr lang="en-GB" sz="1800" err="1"/>
              <a:t>Independência</a:t>
            </a:r>
            <a:endParaRPr lang="en-GB" sz="1800"/>
          </a:p>
        </p:txBody>
      </p:sp>
      <p:sp>
        <p:nvSpPr>
          <p:cNvPr id="10" name="Google Shape;650;p37">
            <a:extLst>
              <a:ext uri="{FF2B5EF4-FFF2-40B4-BE49-F238E27FC236}">
                <a16:creationId xmlns:a16="http://schemas.microsoft.com/office/drawing/2014/main" id="{92F963F7-1E56-1074-03EE-909B54FFD4AB}"/>
              </a:ext>
            </a:extLst>
          </p:cNvPr>
          <p:cNvSpPr txBox="1">
            <a:spLocks/>
          </p:cNvSpPr>
          <p:nvPr/>
        </p:nvSpPr>
        <p:spPr>
          <a:xfrm>
            <a:off x="5851484" y="1384451"/>
            <a:ext cx="2572516" cy="468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 b="0" i="0" u="none" strike="noStrike" cap="none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pPr marL="0" indent="0"/>
            <a:r>
              <a:rPr lang="en-GB" sz="1800" err="1"/>
              <a:t>Homocedasticidade</a:t>
            </a:r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2924471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0"/>
          <p:cNvSpPr txBox="1">
            <a:spLocks noGrp="1"/>
          </p:cNvSpPr>
          <p:nvPr>
            <p:ph type="subTitle" idx="1"/>
          </p:nvPr>
        </p:nvSpPr>
        <p:spPr>
          <a:xfrm>
            <a:off x="2938048" y="315477"/>
            <a:ext cx="5869800" cy="20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BR"/>
              <a:t>A modernização LED liberta cerca de 2–3 kW por PTD. Um carregador precisa de 22 kW.</a:t>
            </a:r>
          </a:p>
        </p:txBody>
      </p:sp>
      <p:grpSp>
        <p:nvGrpSpPr>
          <p:cNvPr id="749" name="Google Shape;749;p40"/>
          <p:cNvGrpSpPr/>
          <p:nvPr/>
        </p:nvGrpSpPr>
        <p:grpSpPr>
          <a:xfrm>
            <a:off x="123998" y="1604199"/>
            <a:ext cx="3095380" cy="3539601"/>
            <a:chOff x="123998" y="1604199"/>
            <a:chExt cx="3095380" cy="3539601"/>
          </a:xfrm>
        </p:grpSpPr>
        <p:grpSp>
          <p:nvGrpSpPr>
            <p:cNvPr id="750" name="Google Shape;750;p40"/>
            <p:cNvGrpSpPr/>
            <p:nvPr/>
          </p:nvGrpSpPr>
          <p:grpSpPr>
            <a:xfrm>
              <a:off x="123998" y="1604199"/>
              <a:ext cx="1665589" cy="3538917"/>
              <a:chOff x="3733925" y="3400424"/>
              <a:chExt cx="1079728" cy="2294274"/>
            </a:xfrm>
          </p:grpSpPr>
          <p:sp>
            <p:nvSpPr>
              <p:cNvPr id="751" name="Google Shape;751;p40"/>
              <p:cNvSpPr/>
              <p:nvPr/>
            </p:nvSpPr>
            <p:spPr>
              <a:xfrm>
                <a:off x="3733925" y="3445303"/>
                <a:ext cx="1079728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4563" h="964" extrusionOk="0">
                    <a:moveTo>
                      <a:pt x="1" y="1"/>
                    </a:moveTo>
                    <a:lnTo>
                      <a:pt x="1" y="964"/>
                    </a:lnTo>
                    <a:lnTo>
                      <a:pt x="24562" y="964"/>
                    </a:lnTo>
                    <a:lnTo>
                      <a:pt x="24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40"/>
              <p:cNvSpPr/>
              <p:nvPr/>
            </p:nvSpPr>
            <p:spPr>
              <a:xfrm>
                <a:off x="4252166" y="3400424"/>
                <a:ext cx="43254" cy="2294274"/>
              </a:xfrm>
              <a:custGeom>
                <a:avLst/>
                <a:gdLst/>
                <a:ahLst/>
                <a:cxnLst/>
                <a:rect l="l" t="t" r="r" b="b"/>
                <a:pathLst>
                  <a:path w="984" h="52193" extrusionOk="0">
                    <a:moveTo>
                      <a:pt x="0" y="1"/>
                    </a:moveTo>
                    <a:lnTo>
                      <a:pt x="0" y="52193"/>
                    </a:lnTo>
                    <a:lnTo>
                      <a:pt x="983" y="52193"/>
                    </a:lnTo>
                    <a:lnTo>
                      <a:pt x="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40"/>
              <p:cNvSpPr/>
              <p:nvPr/>
            </p:nvSpPr>
            <p:spPr>
              <a:xfrm>
                <a:off x="3761178" y="3401523"/>
                <a:ext cx="83036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21" extrusionOk="0">
                    <a:moveTo>
                      <a:pt x="945" y="1"/>
                    </a:moveTo>
                    <a:cubicBezTo>
                      <a:pt x="473" y="1"/>
                      <a:pt x="1" y="304"/>
                      <a:pt x="10" y="911"/>
                    </a:cubicBezTo>
                    <a:cubicBezTo>
                      <a:pt x="1" y="1517"/>
                      <a:pt x="473" y="1820"/>
                      <a:pt x="945" y="1820"/>
                    </a:cubicBezTo>
                    <a:cubicBezTo>
                      <a:pt x="1416" y="1820"/>
                      <a:pt x="1888" y="1517"/>
                      <a:pt x="1879" y="911"/>
                    </a:cubicBezTo>
                    <a:cubicBezTo>
                      <a:pt x="1888" y="304"/>
                      <a:pt x="1416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40"/>
              <p:cNvSpPr/>
              <p:nvPr/>
            </p:nvSpPr>
            <p:spPr>
              <a:xfrm>
                <a:off x="4703374" y="3401523"/>
                <a:ext cx="82992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21" extrusionOk="0">
                    <a:moveTo>
                      <a:pt x="944" y="1"/>
                    </a:moveTo>
                    <a:cubicBezTo>
                      <a:pt x="472" y="1"/>
                      <a:pt x="0" y="304"/>
                      <a:pt x="9" y="911"/>
                    </a:cubicBezTo>
                    <a:cubicBezTo>
                      <a:pt x="0" y="1517"/>
                      <a:pt x="472" y="1820"/>
                      <a:pt x="944" y="1820"/>
                    </a:cubicBezTo>
                    <a:cubicBezTo>
                      <a:pt x="1416" y="1820"/>
                      <a:pt x="1887" y="1517"/>
                      <a:pt x="1878" y="911"/>
                    </a:cubicBezTo>
                    <a:cubicBezTo>
                      <a:pt x="1887" y="304"/>
                      <a:pt x="1416" y="1"/>
                      <a:pt x="9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5" name="Google Shape;755;p40"/>
            <p:cNvGrpSpPr/>
            <p:nvPr/>
          </p:nvGrpSpPr>
          <p:grpSpPr>
            <a:xfrm>
              <a:off x="1415091" y="2586831"/>
              <a:ext cx="1203249" cy="2556968"/>
              <a:chOff x="3733925" y="3400424"/>
              <a:chExt cx="1079728" cy="2294274"/>
            </a:xfrm>
          </p:grpSpPr>
          <p:sp>
            <p:nvSpPr>
              <p:cNvPr id="756" name="Google Shape;756;p40"/>
              <p:cNvSpPr/>
              <p:nvPr/>
            </p:nvSpPr>
            <p:spPr>
              <a:xfrm>
                <a:off x="3733925" y="3445303"/>
                <a:ext cx="1079728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4563" h="964" extrusionOk="0">
                    <a:moveTo>
                      <a:pt x="1" y="1"/>
                    </a:moveTo>
                    <a:lnTo>
                      <a:pt x="1" y="964"/>
                    </a:lnTo>
                    <a:lnTo>
                      <a:pt x="24562" y="964"/>
                    </a:lnTo>
                    <a:lnTo>
                      <a:pt x="24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40"/>
              <p:cNvSpPr/>
              <p:nvPr/>
            </p:nvSpPr>
            <p:spPr>
              <a:xfrm>
                <a:off x="4252166" y="3400424"/>
                <a:ext cx="43254" cy="2294274"/>
              </a:xfrm>
              <a:custGeom>
                <a:avLst/>
                <a:gdLst/>
                <a:ahLst/>
                <a:cxnLst/>
                <a:rect l="l" t="t" r="r" b="b"/>
                <a:pathLst>
                  <a:path w="984" h="52193" extrusionOk="0">
                    <a:moveTo>
                      <a:pt x="0" y="1"/>
                    </a:moveTo>
                    <a:lnTo>
                      <a:pt x="0" y="52193"/>
                    </a:lnTo>
                    <a:lnTo>
                      <a:pt x="983" y="52193"/>
                    </a:lnTo>
                    <a:lnTo>
                      <a:pt x="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40"/>
              <p:cNvSpPr/>
              <p:nvPr/>
            </p:nvSpPr>
            <p:spPr>
              <a:xfrm>
                <a:off x="3761178" y="3401523"/>
                <a:ext cx="83036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21" extrusionOk="0">
                    <a:moveTo>
                      <a:pt x="945" y="1"/>
                    </a:moveTo>
                    <a:cubicBezTo>
                      <a:pt x="473" y="1"/>
                      <a:pt x="1" y="304"/>
                      <a:pt x="10" y="911"/>
                    </a:cubicBezTo>
                    <a:cubicBezTo>
                      <a:pt x="1" y="1517"/>
                      <a:pt x="473" y="1820"/>
                      <a:pt x="945" y="1820"/>
                    </a:cubicBezTo>
                    <a:cubicBezTo>
                      <a:pt x="1416" y="1820"/>
                      <a:pt x="1888" y="1517"/>
                      <a:pt x="1879" y="911"/>
                    </a:cubicBezTo>
                    <a:cubicBezTo>
                      <a:pt x="1888" y="304"/>
                      <a:pt x="1416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40"/>
              <p:cNvSpPr/>
              <p:nvPr/>
            </p:nvSpPr>
            <p:spPr>
              <a:xfrm>
                <a:off x="4703374" y="3401523"/>
                <a:ext cx="82992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21" extrusionOk="0">
                    <a:moveTo>
                      <a:pt x="944" y="1"/>
                    </a:moveTo>
                    <a:cubicBezTo>
                      <a:pt x="472" y="1"/>
                      <a:pt x="0" y="304"/>
                      <a:pt x="9" y="911"/>
                    </a:cubicBezTo>
                    <a:cubicBezTo>
                      <a:pt x="0" y="1517"/>
                      <a:pt x="472" y="1820"/>
                      <a:pt x="944" y="1820"/>
                    </a:cubicBezTo>
                    <a:cubicBezTo>
                      <a:pt x="1416" y="1820"/>
                      <a:pt x="1887" y="1517"/>
                      <a:pt x="1878" y="911"/>
                    </a:cubicBezTo>
                    <a:cubicBezTo>
                      <a:pt x="1887" y="304"/>
                      <a:pt x="1416" y="1"/>
                      <a:pt x="9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60" name="Google Shape;760;p40"/>
            <p:cNvSpPr/>
            <p:nvPr/>
          </p:nvSpPr>
          <p:spPr>
            <a:xfrm>
              <a:off x="233272" y="1668407"/>
              <a:ext cx="1212175" cy="965991"/>
            </a:xfrm>
            <a:custGeom>
              <a:avLst/>
              <a:gdLst/>
              <a:ahLst/>
              <a:cxnLst/>
              <a:rect l="l" t="t" r="r" b="b"/>
              <a:pathLst>
                <a:path w="31432" h="25050" extrusionOk="0">
                  <a:moveTo>
                    <a:pt x="0" y="0"/>
                  </a:moveTo>
                  <a:cubicBezTo>
                    <a:pt x="8720" y="10171"/>
                    <a:pt x="18137" y="23393"/>
                    <a:pt x="31432" y="2505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61" name="Google Shape;761;p40"/>
            <p:cNvSpPr/>
            <p:nvPr/>
          </p:nvSpPr>
          <p:spPr>
            <a:xfrm>
              <a:off x="218575" y="1657375"/>
              <a:ext cx="2342385" cy="966016"/>
            </a:xfrm>
            <a:custGeom>
              <a:avLst/>
              <a:gdLst/>
              <a:ahLst/>
              <a:cxnLst/>
              <a:rect l="l" t="t" r="r" b="b"/>
              <a:pathLst>
                <a:path w="58769" h="24670" extrusionOk="0">
                  <a:moveTo>
                    <a:pt x="0" y="0"/>
                  </a:moveTo>
                  <a:cubicBezTo>
                    <a:pt x="16766" y="13049"/>
                    <a:pt x="39766" y="15169"/>
                    <a:pt x="58769" y="2467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62" name="Google Shape;762;p40"/>
            <p:cNvSpPr/>
            <p:nvPr/>
          </p:nvSpPr>
          <p:spPr>
            <a:xfrm>
              <a:off x="1489480" y="1661050"/>
              <a:ext cx="203630" cy="966016"/>
            </a:xfrm>
            <a:custGeom>
              <a:avLst/>
              <a:gdLst/>
              <a:ahLst/>
              <a:cxnLst/>
              <a:rect l="l" t="t" r="r" b="b"/>
              <a:pathLst>
                <a:path w="7184" h="24670" extrusionOk="0">
                  <a:moveTo>
                    <a:pt x="7049" y="0"/>
                  </a:moveTo>
                  <a:cubicBezTo>
                    <a:pt x="7897" y="8510"/>
                    <a:pt x="3825" y="17020"/>
                    <a:pt x="0" y="2467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63" name="Google Shape;763;p40"/>
            <p:cNvSpPr/>
            <p:nvPr/>
          </p:nvSpPr>
          <p:spPr>
            <a:xfrm>
              <a:off x="1702600" y="1719800"/>
              <a:ext cx="858354" cy="914591"/>
            </a:xfrm>
            <a:custGeom>
              <a:avLst/>
              <a:gdLst/>
              <a:ahLst/>
              <a:cxnLst/>
              <a:rect l="l" t="t" r="r" b="b"/>
              <a:pathLst>
                <a:path w="20193" h="23241" extrusionOk="0">
                  <a:moveTo>
                    <a:pt x="20193" y="23241"/>
                  </a:moveTo>
                  <a:cubicBezTo>
                    <a:pt x="15103" y="14330"/>
                    <a:pt x="3239" y="9738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764" name="Google Shape;764;p40"/>
            <p:cNvGrpSpPr/>
            <p:nvPr/>
          </p:nvGrpSpPr>
          <p:grpSpPr>
            <a:xfrm>
              <a:off x="2243844" y="3070646"/>
              <a:ext cx="975534" cy="2073106"/>
              <a:chOff x="3733925" y="3400424"/>
              <a:chExt cx="1079728" cy="2294274"/>
            </a:xfrm>
          </p:grpSpPr>
          <p:sp>
            <p:nvSpPr>
              <p:cNvPr id="765" name="Google Shape;765;p40"/>
              <p:cNvSpPr/>
              <p:nvPr/>
            </p:nvSpPr>
            <p:spPr>
              <a:xfrm>
                <a:off x="3733925" y="3445303"/>
                <a:ext cx="1079728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4563" h="964" extrusionOk="0">
                    <a:moveTo>
                      <a:pt x="1" y="1"/>
                    </a:moveTo>
                    <a:lnTo>
                      <a:pt x="1" y="964"/>
                    </a:lnTo>
                    <a:lnTo>
                      <a:pt x="24562" y="964"/>
                    </a:lnTo>
                    <a:lnTo>
                      <a:pt x="24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40"/>
              <p:cNvSpPr/>
              <p:nvPr/>
            </p:nvSpPr>
            <p:spPr>
              <a:xfrm>
                <a:off x="4252166" y="3400424"/>
                <a:ext cx="43254" cy="2294274"/>
              </a:xfrm>
              <a:custGeom>
                <a:avLst/>
                <a:gdLst/>
                <a:ahLst/>
                <a:cxnLst/>
                <a:rect l="l" t="t" r="r" b="b"/>
                <a:pathLst>
                  <a:path w="984" h="52193" extrusionOk="0">
                    <a:moveTo>
                      <a:pt x="0" y="1"/>
                    </a:moveTo>
                    <a:lnTo>
                      <a:pt x="0" y="52193"/>
                    </a:lnTo>
                    <a:lnTo>
                      <a:pt x="983" y="52193"/>
                    </a:lnTo>
                    <a:lnTo>
                      <a:pt x="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40"/>
              <p:cNvSpPr/>
              <p:nvPr/>
            </p:nvSpPr>
            <p:spPr>
              <a:xfrm>
                <a:off x="3761178" y="3401523"/>
                <a:ext cx="83036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21" extrusionOk="0">
                    <a:moveTo>
                      <a:pt x="945" y="1"/>
                    </a:moveTo>
                    <a:cubicBezTo>
                      <a:pt x="473" y="1"/>
                      <a:pt x="1" y="304"/>
                      <a:pt x="10" y="911"/>
                    </a:cubicBezTo>
                    <a:cubicBezTo>
                      <a:pt x="1" y="1517"/>
                      <a:pt x="473" y="1820"/>
                      <a:pt x="945" y="1820"/>
                    </a:cubicBezTo>
                    <a:cubicBezTo>
                      <a:pt x="1416" y="1820"/>
                      <a:pt x="1888" y="1517"/>
                      <a:pt x="1879" y="911"/>
                    </a:cubicBezTo>
                    <a:cubicBezTo>
                      <a:pt x="1888" y="304"/>
                      <a:pt x="1416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40"/>
              <p:cNvSpPr/>
              <p:nvPr/>
            </p:nvSpPr>
            <p:spPr>
              <a:xfrm>
                <a:off x="4703374" y="3401523"/>
                <a:ext cx="82992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21" extrusionOk="0">
                    <a:moveTo>
                      <a:pt x="944" y="1"/>
                    </a:moveTo>
                    <a:cubicBezTo>
                      <a:pt x="472" y="1"/>
                      <a:pt x="0" y="304"/>
                      <a:pt x="9" y="911"/>
                    </a:cubicBezTo>
                    <a:cubicBezTo>
                      <a:pt x="0" y="1517"/>
                      <a:pt x="472" y="1820"/>
                      <a:pt x="944" y="1820"/>
                    </a:cubicBezTo>
                    <a:cubicBezTo>
                      <a:pt x="1416" y="1820"/>
                      <a:pt x="1887" y="1517"/>
                      <a:pt x="1878" y="911"/>
                    </a:cubicBezTo>
                    <a:cubicBezTo>
                      <a:pt x="1887" y="304"/>
                      <a:pt x="1416" y="1"/>
                      <a:pt x="9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69" name="Google Shape;769;p40"/>
            <p:cNvSpPr/>
            <p:nvPr/>
          </p:nvSpPr>
          <p:spPr>
            <a:xfrm>
              <a:off x="1483525" y="2631275"/>
              <a:ext cx="804850" cy="459600"/>
            </a:xfrm>
            <a:custGeom>
              <a:avLst/>
              <a:gdLst/>
              <a:ahLst/>
              <a:cxnLst/>
              <a:rect l="l" t="t" r="r" b="b"/>
              <a:pathLst>
                <a:path w="32194" h="18384" extrusionOk="0">
                  <a:moveTo>
                    <a:pt x="0" y="0"/>
                  </a:moveTo>
                  <a:cubicBezTo>
                    <a:pt x="7086" y="10124"/>
                    <a:pt x="19933" y="16839"/>
                    <a:pt x="32194" y="18384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70" name="Google Shape;770;p40"/>
            <p:cNvSpPr/>
            <p:nvPr/>
          </p:nvSpPr>
          <p:spPr>
            <a:xfrm>
              <a:off x="1476375" y="2631275"/>
              <a:ext cx="1695450" cy="473875"/>
            </a:xfrm>
            <a:custGeom>
              <a:avLst/>
              <a:gdLst/>
              <a:ahLst/>
              <a:cxnLst/>
              <a:rect l="l" t="t" r="r" b="b"/>
              <a:pathLst>
                <a:path w="67818" h="18955" extrusionOk="0">
                  <a:moveTo>
                    <a:pt x="0" y="0"/>
                  </a:moveTo>
                  <a:cubicBezTo>
                    <a:pt x="17915" y="15166"/>
                    <a:pt x="48712" y="5320"/>
                    <a:pt x="67818" y="189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71" name="Google Shape;771;p40"/>
            <p:cNvSpPr/>
            <p:nvPr/>
          </p:nvSpPr>
          <p:spPr>
            <a:xfrm>
              <a:off x="2297288" y="2631275"/>
              <a:ext cx="257779" cy="473875"/>
            </a:xfrm>
            <a:custGeom>
              <a:avLst/>
              <a:gdLst/>
              <a:ahLst/>
              <a:cxnLst/>
              <a:rect l="l" t="t" r="r" b="b"/>
              <a:pathLst>
                <a:path w="8953" h="18955" extrusionOk="0">
                  <a:moveTo>
                    <a:pt x="8953" y="0"/>
                  </a:moveTo>
                  <a:cubicBezTo>
                    <a:pt x="4589" y="5458"/>
                    <a:pt x="864" y="12021"/>
                    <a:pt x="0" y="189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72" name="Google Shape;772;p40"/>
            <p:cNvSpPr/>
            <p:nvPr/>
          </p:nvSpPr>
          <p:spPr>
            <a:xfrm>
              <a:off x="2521750" y="2636050"/>
              <a:ext cx="642925" cy="457200"/>
            </a:xfrm>
            <a:custGeom>
              <a:avLst/>
              <a:gdLst/>
              <a:ahLst/>
              <a:cxnLst/>
              <a:rect l="l" t="t" r="r" b="b"/>
              <a:pathLst>
                <a:path w="25717" h="18288" extrusionOk="0">
                  <a:moveTo>
                    <a:pt x="0" y="0"/>
                  </a:moveTo>
                  <a:cubicBezTo>
                    <a:pt x="6573" y="8212"/>
                    <a:pt x="17159" y="12172"/>
                    <a:pt x="25717" y="18288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>
          <a:extLst>
            <a:ext uri="{FF2B5EF4-FFF2-40B4-BE49-F238E27FC236}">
              <a16:creationId xmlns:a16="http://schemas.microsoft.com/office/drawing/2014/main" id="{78CC9828-35D3-DE1C-DD3C-E81085DD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F3D1B5-630D-15E9-6E5F-FB6BF253EAFC}"/>
              </a:ext>
            </a:extLst>
          </p:cNvPr>
          <p:cNvSpPr/>
          <p:nvPr/>
        </p:nvSpPr>
        <p:spPr>
          <a:xfrm>
            <a:off x="-106218" y="-69273"/>
            <a:ext cx="9291782" cy="539403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A67002-0923-00C6-9810-3FAB2EB58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99" y="0"/>
            <a:ext cx="883340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91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5"/>
          <p:cNvSpPr txBox="1">
            <a:spLocks noGrp="1"/>
          </p:cNvSpPr>
          <p:nvPr>
            <p:ph type="title"/>
          </p:nvPr>
        </p:nvSpPr>
        <p:spPr>
          <a:xfrm>
            <a:off x="713223" y="2205900"/>
            <a:ext cx="4549359" cy="7728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400" err="1"/>
              <a:t>Demonstração</a:t>
            </a:r>
            <a:endParaRPr lang="en-GB" sz="4400"/>
          </a:p>
        </p:txBody>
      </p:sp>
      <p:sp>
        <p:nvSpPr>
          <p:cNvPr id="609" name="Google Shape;609;p35"/>
          <p:cNvSpPr txBox="1">
            <a:spLocks noGrp="1"/>
          </p:cNvSpPr>
          <p:nvPr>
            <p:ph type="title" idx="2"/>
          </p:nvPr>
        </p:nvSpPr>
        <p:spPr>
          <a:xfrm>
            <a:off x="713225" y="1280100"/>
            <a:ext cx="1458300" cy="92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pic>
        <p:nvPicPr>
          <p:cNvPr id="610" name="Google Shape;610;p35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t="7877" b="7877"/>
          <a:stretch/>
        </p:blipFill>
        <p:spPr>
          <a:xfrm>
            <a:off x="5415575" y="539500"/>
            <a:ext cx="3015201" cy="4064400"/>
          </a:xfrm>
          <a:prstGeom prst="rect">
            <a:avLst/>
          </a:prstGeom>
        </p:spPr>
      </p:pic>
      <p:grpSp>
        <p:nvGrpSpPr>
          <p:cNvPr id="611" name="Google Shape;611;p35"/>
          <p:cNvGrpSpPr/>
          <p:nvPr/>
        </p:nvGrpSpPr>
        <p:grpSpPr>
          <a:xfrm>
            <a:off x="3637069" y="3309036"/>
            <a:ext cx="1579924" cy="2294555"/>
            <a:chOff x="3572488" y="2849224"/>
            <a:chExt cx="1579924" cy="2294555"/>
          </a:xfrm>
        </p:grpSpPr>
        <p:grpSp>
          <p:nvGrpSpPr>
            <p:cNvPr id="612" name="Google Shape;612;p35"/>
            <p:cNvGrpSpPr/>
            <p:nvPr/>
          </p:nvGrpSpPr>
          <p:grpSpPr>
            <a:xfrm>
              <a:off x="3572488" y="2849224"/>
              <a:ext cx="1079728" cy="2294274"/>
              <a:chOff x="3733925" y="3400424"/>
              <a:chExt cx="1079728" cy="2294274"/>
            </a:xfrm>
          </p:grpSpPr>
          <p:sp>
            <p:nvSpPr>
              <p:cNvPr id="613" name="Google Shape;613;p35"/>
              <p:cNvSpPr/>
              <p:nvPr/>
            </p:nvSpPr>
            <p:spPr>
              <a:xfrm>
                <a:off x="3733925" y="3445303"/>
                <a:ext cx="1079728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4563" h="964" extrusionOk="0">
                    <a:moveTo>
                      <a:pt x="1" y="1"/>
                    </a:moveTo>
                    <a:lnTo>
                      <a:pt x="1" y="964"/>
                    </a:lnTo>
                    <a:lnTo>
                      <a:pt x="24562" y="964"/>
                    </a:lnTo>
                    <a:lnTo>
                      <a:pt x="24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5"/>
              <p:cNvSpPr/>
              <p:nvPr/>
            </p:nvSpPr>
            <p:spPr>
              <a:xfrm>
                <a:off x="4252166" y="3400424"/>
                <a:ext cx="43254" cy="2294274"/>
              </a:xfrm>
              <a:custGeom>
                <a:avLst/>
                <a:gdLst/>
                <a:ahLst/>
                <a:cxnLst/>
                <a:rect l="l" t="t" r="r" b="b"/>
                <a:pathLst>
                  <a:path w="984" h="52193" extrusionOk="0">
                    <a:moveTo>
                      <a:pt x="0" y="1"/>
                    </a:moveTo>
                    <a:lnTo>
                      <a:pt x="0" y="52193"/>
                    </a:lnTo>
                    <a:lnTo>
                      <a:pt x="983" y="52193"/>
                    </a:lnTo>
                    <a:lnTo>
                      <a:pt x="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5"/>
              <p:cNvSpPr/>
              <p:nvPr/>
            </p:nvSpPr>
            <p:spPr>
              <a:xfrm>
                <a:off x="3761178" y="3401523"/>
                <a:ext cx="83036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21" extrusionOk="0">
                    <a:moveTo>
                      <a:pt x="945" y="1"/>
                    </a:moveTo>
                    <a:cubicBezTo>
                      <a:pt x="473" y="1"/>
                      <a:pt x="1" y="304"/>
                      <a:pt x="10" y="911"/>
                    </a:cubicBezTo>
                    <a:cubicBezTo>
                      <a:pt x="1" y="1517"/>
                      <a:pt x="473" y="1820"/>
                      <a:pt x="945" y="1820"/>
                    </a:cubicBezTo>
                    <a:cubicBezTo>
                      <a:pt x="1416" y="1820"/>
                      <a:pt x="1888" y="1517"/>
                      <a:pt x="1879" y="911"/>
                    </a:cubicBezTo>
                    <a:cubicBezTo>
                      <a:pt x="1888" y="304"/>
                      <a:pt x="1416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5"/>
              <p:cNvSpPr/>
              <p:nvPr/>
            </p:nvSpPr>
            <p:spPr>
              <a:xfrm>
                <a:off x="4703374" y="3401523"/>
                <a:ext cx="82992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21" extrusionOk="0">
                    <a:moveTo>
                      <a:pt x="944" y="1"/>
                    </a:moveTo>
                    <a:cubicBezTo>
                      <a:pt x="472" y="1"/>
                      <a:pt x="0" y="304"/>
                      <a:pt x="9" y="911"/>
                    </a:cubicBezTo>
                    <a:cubicBezTo>
                      <a:pt x="0" y="1517"/>
                      <a:pt x="472" y="1820"/>
                      <a:pt x="944" y="1820"/>
                    </a:cubicBezTo>
                    <a:cubicBezTo>
                      <a:pt x="1416" y="1820"/>
                      <a:pt x="1887" y="1517"/>
                      <a:pt x="1878" y="911"/>
                    </a:cubicBezTo>
                    <a:cubicBezTo>
                      <a:pt x="1887" y="304"/>
                      <a:pt x="1416" y="1"/>
                      <a:pt x="9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7" name="Google Shape;617;p35"/>
            <p:cNvGrpSpPr/>
            <p:nvPr/>
          </p:nvGrpSpPr>
          <p:grpSpPr>
            <a:xfrm>
              <a:off x="4372416" y="3486167"/>
              <a:ext cx="779996" cy="1657613"/>
              <a:chOff x="3733925" y="3400424"/>
              <a:chExt cx="1079728" cy="2294274"/>
            </a:xfrm>
          </p:grpSpPr>
          <p:sp>
            <p:nvSpPr>
              <p:cNvPr id="618" name="Google Shape;618;p35"/>
              <p:cNvSpPr/>
              <p:nvPr/>
            </p:nvSpPr>
            <p:spPr>
              <a:xfrm>
                <a:off x="3733925" y="3445303"/>
                <a:ext cx="1079728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4563" h="964" extrusionOk="0">
                    <a:moveTo>
                      <a:pt x="1" y="1"/>
                    </a:moveTo>
                    <a:lnTo>
                      <a:pt x="1" y="964"/>
                    </a:lnTo>
                    <a:lnTo>
                      <a:pt x="24562" y="964"/>
                    </a:lnTo>
                    <a:lnTo>
                      <a:pt x="24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35"/>
              <p:cNvSpPr/>
              <p:nvPr/>
            </p:nvSpPr>
            <p:spPr>
              <a:xfrm>
                <a:off x="4252166" y="3400424"/>
                <a:ext cx="43254" cy="2294274"/>
              </a:xfrm>
              <a:custGeom>
                <a:avLst/>
                <a:gdLst/>
                <a:ahLst/>
                <a:cxnLst/>
                <a:rect l="l" t="t" r="r" b="b"/>
                <a:pathLst>
                  <a:path w="984" h="52193" extrusionOk="0">
                    <a:moveTo>
                      <a:pt x="0" y="1"/>
                    </a:moveTo>
                    <a:lnTo>
                      <a:pt x="0" y="52193"/>
                    </a:lnTo>
                    <a:lnTo>
                      <a:pt x="983" y="52193"/>
                    </a:lnTo>
                    <a:lnTo>
                      <a:pt x="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35"/>
              <p:cNvSpPr/>
              <p:nvPr/>
            </p:nvSpPr>
            <p:spPr>
              <a:xfrm>
                <a:off x="3761178" y="3401523"/>
                <a:ext cx="83036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21" extrusionOk="0">
                    <a:moveTo>
                      <a:pt x="945" y="1"/>
                    </a:moveTo>
                    <a:cubicBezTo>
                      <a:pt x="473" y="1"/>
                      <a:pt x="1" y="304"/>
                      <a:pt x="10" y="911"/>
                    </a:cubicBezTo>
                    <a:cubicBezTo>
                      <a:pt x="1" y="1517"/>
                      <a:pt x="473" y="1820"/>
                      <a:pt x="945" y="1820"/>
                    </a:cubicBezTo>
                    <a:cubicBezTo>
                      <a:pt x="1416" y="1820"/>
                      <a:pt x="1888" y="1517"/>
                      <a:pt x="1879" y="911"/>
                    </a:cubicBezTo>
                    <a:cubicBezTo>
                      <a:pt x="1888" y="304"/>
                      <a:pt x="1416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5"/>
              <p:cNvSpPr/>
              <p:nvPr/>
            </p:nvSpPr>
            <p:spPr>
              <a:xfrm>
                <a:off x="4703374" y="3401523"/>
                <a:ext cx="82992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21" extrusionOk="0">
                    <a:moveTo>
                      <a:pt x="944" y="1"/>
                    </a:moveTo>
                    <a:cubicBezTo>
                      <a:pt x="472" y="1"/>
                      <a:pt x="0" y="304"/>
                      <a:pt x="9" y="911"/>
                    </a:cubicBezTo>
                    <a:cubicBezTo>
                      <a:pt x="0" y="1517"/>
                      <a:pt x="472" y="1820"/>
                      <a:pt x="944" y="1820"/>
                    </a:cubicBezTo>
                    <a:cubicBezTo>
                      <a:pt x="1416" y="1820"/>
                      <a:pt x="1887" y="1517"/>
                      <a:pt x="1878" y="911"/>
                    </a:cubicBezTo>
                    <a:cubicBezTo>
                      <a:pt x="1887" y="304"/>
                      <a:pt x="1416" y="1"/>
                      <a:pt x="9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22" name="Google Shape;622;p35"/>
            <p:cNvSpPr/>
            <p:nvPr/>
          </p:nvSpPr>
          <p:spPr>
            <a:xfrm>
              <a:off x="3643325" y="2890850"/>
              <a:ext cx="785800" cy="626250"/>
            </a:xfrm>
            <a:custGeom>
              <a:avLst/>
              <a:gdLst/>
              <a:ahLst/>
              <a:cxnLst/>
              <a:rect l="l" t="t" r="r" b="b"/>
              <a:pathLst>
                <a:path w="31432" h="25050" extrusionOk="0">
                  <a:moveTo>
                    <a:pt x="0" y="0"/>
                  </a:moveTo>
                  <a:cubicBezTo>
                    <a:pt x="8720" y="10171"/>
                    <a:pt x="18137" y="23393"/>
                    <a:pt x="31432" y="2505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23" name="Google Shape;623;p35"/>
            <p:cNvSpPr/>
            <p:nvPr/>
          </p:nvSpPr>
          <p:spPr>
            <a:xfrm>
              <a:off x="3633800" y="2883700"/>
              <a:ext cx="1469225" cy="616750"/>
            </a:xfrm>
            <a:custGeom>
              <a:avLst/>
              <a:gdLst/>
              <a:ahLst/>
              <a:cxnLst/>
              <a:rect l="l" t="t" r="r" b="b"/>
              <a:pathLst>
                <a:path w="58769" h="24670" extrusionOk="0">
                  <a:moveTo>
                    <a:pt x="0" y="0"/>
                  </a:moveTo>
                  <a:cubicBezTo>
                    <a:pt x="16766" y="13049"/>
                    <a:pt x="39766" y="15169"/>
                    <a:pt x="58769" y="2467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24" name="Google Shape;624;p35"/>
            <p:cNvSpPr/>
            <p:nvPr/>
          </p:nvSpPr>
          <p:spPr>
            <a:xfrm>
              <a:off x="4410075" y="2886075"/>
              <a:ext cx="179600" cy="616750"/>
            </a:xfrm>
            <a:custGeom>
              <a:avLst/>
              <a:gdLst/>
              <a:ahLst/>
              <a:cxnLst/>
              <a:rect l="l" t="t" r="r" b="b"/>
              <a:pathLst>
                <a:path w="7184" h="24670" extrusionOk="0">
                  <a:moveTo>
                    <a:pt x="7049" y="0"/>
                  </a:moveTo>
                  <a:cubicBezTo>
                    <a:pt x="7897" y="8510"/>
                    <a:pt x="3825" y="17020"/>
                    <a:pt x="0" y="2467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25" name="Google Shape;625;p35"/>
            <p:cNvSpPr/>
            <p:nvPr/>
          </p:nvSpPr>
          <p:spPr>
            <a:xfrm>
              <a:off x="4595825" y="2924175"/>
              <a:ext cx="504825" cy="581025"/>
            </a:xfrm>
            <a:custGeom>
              <a:avLst/>
              <a:gdLst/>
              <a:ahLst/>
              <a:cxnLst/>
              <a:rect l="l" t="t" r="r" b="b"/>
              <a:pathLst>
                <a:path w="20193" h="23241" extrusionOk="0">
                  <a:moveTo>
                    <a:pt x="20193" y="23241"/>
                  </a:moveTo>
                  <a:cubicBezTo>
                    <a:pt x="15103" y="14330"/>
                    <a:pt x="3239" y="9738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50"/>
          <p:cNvSpPr txBox="1">
            <a:spLocks noGrp="1"/>
          </p:cNvSpPr>
          <p:nvPr>
            <p:ph type="title"/>
          </p:nvPr>
        </p:nvSpPr>
        <p:spPr>
          <a:xfrm>
            <a:off x="2055150" y="540000"/>
            <a:ext cx="50340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Obrigado!</a:t>
            </a:r>
            <a:endParaRPr/>
          </a:p>
        </p:txBody>
      </p:sp>
      <p:sp>
        <p:nvSpPr>
          <p:cNvPr id="926" name="Google Shape;926;p50"/>
          <p:cNvSpPr txBox="1">
            <a:spLocks noGrp="1"/>
          </p:cNvSpPr>
          <p:nvPr>
            <p:ph type="subTitle" idx="1"/>
          </p:nvPr>
        </p:nvSpPr>
        <p:spPr>
          <a:xfrm>
            <a:off x="2055000" y="1532025"/>
            <a:ext cx="50340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rPr>
              <a:t>Questões?</a:t>
            </a:r>
          </a:p>
          <a:p>
            <a:pPr marL="0" indent="0"/>
            <a:endParaRPr lang="en-GB">
              <a:uFill>
                <a:noFill/>
              </a:uFill>
            </a:endParaRPr>
          </a:p>
          <a:p>
            <a:pPr marL="0" indent="0"/>
            <a:r>
              <a:rPr lang="en-GB">
                <a:uFill>
                  <a:noFill/>
                </a:uFill>
              </a:rPr>
              <a:t>Rui Santiago, 1221402@isep.ipp.pt</a:t>
            </a:r>
            <a:endParaRPr lang="en-GB"/>
          </a:p>
          <a:p>
            <a:pPr marL="0" indent="0"/>
            <a:r>
              <a:rPr lang="en-GB">
                <a:uFill>
                  <a:noFill/>
                </a:uFill>
                <a:hlinkClick r:id="rId3"/>
              </a:rPr>
              <a:t>Rui Silva, 1231105@isep.ipp.pt</a:t>
            </a:r>
            <a:endParaRPr lang="en-GB">
              <a:uFill>
                <a:noFill/>
              </a:uFill>
            </a:endParaRPr>
          </a:p>
          <a:p>
            <a:pPr marL="0" indent="0"/>
            <a:r>
              <a:rPr lang="en-GB">
                <a:uFill>
                  <a:noFill/>
                </a:uFill>
              </a:rPr>
              <a:t>Tiago Barros, 1231108@isep.ipp.pt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ctricity Access Meeting by Slidesgo">
  <a:themeElements>
    <a:clrScheme name="Simple Light">
      <a:dk1>
        <a:srgbClr val="1D1D1B"/>
      </a:dk1>
      <a:lt1>
        <a:srgbClr val="D1630F"/>
      </a:lt1>
      <a:dk2>
        <a:srgbClr val="E5E5E5"/>
      </a:dk2>
      <a:lt2>
        <a:srgbClr val="CCCCCC"/>
      </a:lt2>
      <a:accent1>
        <a:srgbClr val="B4B4B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Electricity Access Meeting by Slidesgo</vt:lpstr>
      <vt:lpstr>Eficiência Energética como Alavanca para a Mobilidade Elétrica</vt:lpstr>
      <vt:lpstr>Table of contents</vt:lpstr>
      <vt:lpstr>O problema</vt:lpstr>
      <vt:lpstr>Estudo da rede</vt:lpstr>
      <vt:lpstr>PowerPoint Presentation</vt:lpstr>
      <vt:lpstr>PowerPoint Presentation</vt:lpstr>
      <vt:lpstr>Inferência estatistica</vt:lpstr>
      <vt:lpstr>PowerPoint Presentation</vt:lpstr>
      <vt:lpstr>O modelo preditivo</vt:lpstr>
      <vt:lpstr>PowerPoint Presentation</vt:lpstr>
      <vt:lpstr>Verificação dos Pressupostos do Modelo </vt:lpstr>
      <vt:lpstr>PowerPoint Presentation</vt:lpstr>
      <vt:lpstr>PowerPoint Presentation</vt:lpstr>
      <vt:lpstr>Demonstração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terms:modified xsi:type="dcterms:W3CDTF">2026-03-29T16:32:39Z</dcterms:modified>
</cp:coreProperties>
</file>